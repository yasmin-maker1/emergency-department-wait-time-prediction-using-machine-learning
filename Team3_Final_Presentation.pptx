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5" r:id="rId11"/>
  </p:sldIdLst>
  <p:sldSz cx="9144000" cy="5143500" type="screen16x9"/>
  <p:notesSz cx="6858000" cy="9144000"/>
  <p:embeddedFontLst>
    <p:embeddedFont>
      <p:font typeface="Asap" pitchFamily="2" charset="77"/>
      <p:regular r:id="rId13"/>
      <p:bold r:id="rId14"/>
      <p:italic r:id="rId15"/>
      <p:boldItalic r:id="rId16"/>
    </p:embeddedFont>
    <p:embeddedFont>
      <p:font typeface="DM Sans" pitchFamily="2" charset="77"/>
      <p:regular r:id="rId17"/>
      <p:bold r:id="rId18"/>
      <p:italic r:id="rId19"/>
      <p:boldItalic r:id="rId20"/>
    </p:embeddedFont>
    <p:embeddedFont>
      <p:font typeface="Nunito Light" pitchFamily="2" charset="77"/>
      <p:regular r:id="rId21"/>
      <p:italic r:id="rId22"/>
    </p:embeddedFont>
    <p:embeddedFont>
      <p:font typeface="Titillium Web" pitchFamily="2" charset="77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2B45"/>
    <a:srgbClr val="566478"/>
    <a:srgbClr val="008C00"/>
    <a:srgbClr val="64748B"/>
    <a:srgbClr val="E7FA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646C8A9-E7E1-462E-8719-A929AC51334D}">
  <a:tblStyle styleId="{7646C8A9-E7E1-462E-8719-A929AC51334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21"/>
    <p:restoredTop sz="94750"/>
  </p:normalViewPr>
  <p:slideViewPr>
    <p:cSldViewPr snapToGrid="0">
      <p:cViewPr>
        <p:scale>
          <a:sx n="90" d="100"/>
          <a:sy n="90" d="100"/>
        </p:scale>
        <p:origin x="-336" y="1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4694484903427708"/>
          <c:y val="0.15578988923506365"/>
          <c:w val="0.60483908166288491"/>
          <c:h val="0.7272453925216025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MAE (min)</c:v>
                </c:pt>
              </c:strCache>
            </c:strRef>
          </c:tx>
          <c:spPr>
            <a:solidFill>
              <a:srgbClr val="FFFFCC">
                <a:alpha val="100000"/>
              </a:srgbClr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FFFC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1AA-2445-A03B-E63782E27F73}"/>
              </c:ext>
            </c:extLst>
          </c:dPt>
          <c:dPt>
            <c:idx val="1"/>
            <c:invertIfNegative val="0"/>
            <c:bubble3D val="0"/>
            <c:spPr>
              <a:solidFill>
                <a:srgbClr val="C7E9B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1AA-2445-A03B-E63782E27F73}"/>
              </c:ext>
            </c:extLst>
          </c:dPt>
          <c:dPt>
            <c:idx val="2"/>
            <c:invertIfNegative val="0"/>
            <c:bubble3D val="0"/>
            <c:spPr>
              <a:solidFill>
                <a:srgbClr val="7FCDB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1AA-2445-A03B-E63782E27F73}"/>
              </c:ext>
            </c:extLst>
          </c:dPt>
          <c:dPt>
            <c:idx val="3"/>
            <c:invertIfNegative val="0"/>
            <c:bubble3D val="0"/>
            <c:spPr>
              <a:solidFill>
                <a:srgbClr val="41B6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1AA-2445-A03B-E63782E27F73}"/>
              </c:ext>
            </c:extLst>
          </c:dPt>
          <c:dPt>
            <c:idx val="4"/>
            <c:invertIfNegative val="0"/>
            <c:bubble3D val="0"/>
            <c:spPr>
              <a:solidFill>
                <a:srgbClr val="2C7F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1AA-2445-A03B-E63782E27F73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XGBoost</c:v>
                </c:pt>
                <c:pt idx="1">
                  <c:v>LightGBM</c:v>
                </c:pt>
                <c:pt idx="2">
                  <c:v>Random Forest</c:v>
                </c:pt>
                <c:pt idx="3">
                  <c:v>Linear Regression</c:v>
                </c:pt>
                <c:pt idx="4">
                  <c:v>Ridge Regression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93.8</c:v>
                </c:pt>
                <c:pt idx="1">
                  <c:v>93.42</c:v>
                </c:pt>
                <c:pt idx="2">
                  <c:v>91.03</c:v>
                </c:pt>
                <c:pt idx="3">
                  <c:v>89.1</c:v>
                </c:pt>
                <c:pt idx="4">
                  <c:v>89.09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C1AA-2445-A03B-E63782E27F7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>
      <a:outerShdw blurRad="63500" sx="102000" sy="102000" algn="ctr" rotWithShape="0">
        <a:prstClr val="black">
          <a:alpha val="40000"/>
        </a:prstClr>
      </a:outerShdw>
    </a:effectLst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5593492810577062"/>
          <c:y val="0.17024087194523047"/>
          <c:w val="0.69003920569296873"/>
          <c:h val="0.7380679062444400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|SHAP|</c:v>
                </c:pt>
              </c:strCache>
            </c:strRef>
          </c:tx>
          <c:spPr>
            <a:solidFill>
              <a:srgbClr val="2C7FB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Sheet1!$A$2:$A$16</c:f>
              <c:strCache>
                <c:ptCount val="15"/>
                <c:pt idx="0">
                  <c:v>gender_enc.</c:v>
                </c:pt>
                <c:pt idx="1">
                  <c:v>arrival_transp.</c:v>
                </c:pt>
                <c:pt idx="2">
                  <c:v>arrival_hour</c:v>
                </c:pt>
                <c:pt idx="3">
                  <c:v>race_enc.</c:v>
                </c:pt>
                <c:pt idx="4">
                  <c:v>pain_score</c:v>
                </c:pt>
                <c:pt idx="5">
                  <c:v>sbp</c:v>
                </c:pt>
                <c:pt idx="6">
                  <c:v>heartrate</c:v>
                </c:pt>
                <c:pt idx="7">
                  <c:v>shock_index</c:v>
                </c:pt>
                <c:pt idx="8">
                  <c:v>resprate</c:v>
                </c:pt>
                <c:pt idx="9">
                  <c:v>pulse_pr.</c:v>
                </c:pt>
                <c:pt idx="10">
                  <c:v>age</c:v>
                </c:pt>
                <c:pt idx="11">
                  <c:v>temperature</c:v>
                </c:pt>
                <c:pt idx="12">
                  <c:v>dbp</c:v>
                </c:pt>
                <c:pt idx="13">
                  <c:v>o2sat</c:v>
                </c:pt>
                <c:pt idx="14">
                  <c:v>acuity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1.4</c:v>
                </c:pt>
                <c:pt idx="1">
                  <c:v>2.15</c:v>
                </c:pt>
                <c:pt idx="2">
                  <c:v>3.37</c:v>
                </c:pt>
                <c:pt idx="3">
                  <c:v>3.49</c:v>
                </c:pt>
                <c:pt idx="4">
                  <c:v>3.7</c:v>
                </c:pt>
                <c:pt idx="5">
                  <c:v>3.94</c:v>
                </c:pt>
                <c:pt idx="6">
                  <c:v>4.96</c:v>
                </c:pt>
                <c:pt idx="7">
                  <c:v>5.07</c:v>
                </c:pt>
                <c:pt idx="8">
                  <c:v>5.2</c:v>
                </c:pt>
                <c:pt idx="9">
                  <c:v>5.85</c:v>
                </c:pt>
                <c:pt idx="10">
                  <c:v>5.87</c:v>
                </c:pt>
                <c:pt idx="11">
                  <c:v>5.88</c:v>
                </c:pt>
                <c:pt idx="12">
                  <c:v>6.27</c:v>
                </c:pt>
                <c:pt idx="13">
                  <c:v>7.15</c:v>
                </c:pt>
                <c:pt idx="14">
                  <c:v>46.07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527-4B42-A359-A7B78D62649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>
      <a:outerShdw blurRad="63500" sx="102000" sy="102000" algn="ctr" rotWithShape="0">
        <a:prstClr val="black">
          <a:alpha val="40000"/>
        </a:prstClr>
      </a:outerShdw>
    </a:effectLst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79" name="Google Shape;27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cdd842ef96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71" name="Google Shape;371;g3cdd842ef96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3cdd842ef96_3_3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15" name="Google Shape;415;g3cdd842ef96_3_3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3cdd842ef96_2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59" name="Google Shape;559;g3cdd842ef96_2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g3cdd842ef96_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75" name="Google Shape;575;g3cdd842ef96_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cdd842ef96_7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91" name="Google Shape;591;g3cdd842ef96_7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g3cdd842ef96_7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607" name="Google Shape;607;g3cdd842ef96_7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3cdd842ef96_2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623" name="Google Shape;623;g3cdd842ef96_2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3cdd842ef96_2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787" name="Google Shape;787;g3cdd842ef96_2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3cdd842ef96_2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667" name="Google Shape;667;g3cdd842ef96_2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4633975" y="1113750"/>
            <a:ext cx="3796800" cy="22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6076975" y="3365250"/>
            <a:ext cx="2353800" cy="66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3" name="Google Shape;13;p2"/>
          <p:cNvGrpSpPr/>
          <p:nvPr/>
        </p:nvGrpSpPr>
        <p:grpSpPr>
          <a:xfrm>
            <a:off x="1268034" y="-1508787"/>
            <a:ext cx="6852245" cy="8359981"/>
            <a:chOff x="2092493" y="-1456321"/>
            <a:chExt cx="6852245" cy="8359981"/>
          </a:xfrm>
        </p:grpSpPr>
        <p:sp>
          <p:nvSpPr>
            <p:cNvPr id="14" name="Google Shape;14;p2"/>
            <p:cNvSpPr/>
            <p:nvPr/>
          </p:nvSpPr>
          <p:spPr>
            <a:xfrm>
              <a:off x="6441178" y="-1456321"/>
              <a:ext cx="2503560" cy="1995809"/>
            </a:xfrm>
            <a:custGeom>
              <a:avLst/>
              <a:gdLst/>
              <a:ahLst/>
              <a:cxnLst/>
              <a:rect l="l" t="t" r="r" b="b"/>
              <a:pathLst>
                <a:path w="2503560" h="1995809" extrusionOk="0">
                  <a:moveTo>
                    <a:pt x="2359679" y="330860"/>
                  </a:moveTo>
                  <a:cubicBezTo>
                    <a:pt x="2359679" y="330860"/>
                    <a:pt x="2191519" y="19683"/>
                    <a:pt x="1831164" y="1554"/>
                  </a:cubicBezTo>
                  <a:cubicBezTo>
                    <a:pt x="1470810" y="-16575"/>
                    <a:pt x="1342588" y="352392"/>
                    <a:pt x="1080032" y="494714"/>
                  </a:cubicBezTo>
                  <a:cubicBezTo>
                    <a:pt x="942572" y="569313"/>
                    <a:pt x="664597" y="444426"/>
                    <a:pt x="517968" y="487143"/>
                  </a:cubicBezTo>
                  <a:cubicBezTo>
                    <a:pt x="49188" y="623908"/>
                    <a:pt x="-118139" y="1249875"/>
                    <a:pt x="83571" y="1580431"/>
                  </a:cubicBezTo>
                  <a:cubicBezTo>
                    <a:pt x="258122" y="1867020"/>
                    <a:pt x="559227" y="1998506"/>
                    <a:pt x="1014324" y="1996700"/>
                  </a:cubicBezTo>
                  <a:cubicBezTo>
                    <a:pt x="1469421" y="1994894"/>
                    <a:pt x="1789072" y="2010592"/>
                    <a:pt x="2191380" y="1681772"/>
                  </a:cubicBezTo>
                  <a:cubicBezTo>
                    <a:pt x="2593688" y="1352952"/>
                    <a:pt x="2556665" y="741989"/>
                    <a:pt x="2359679" y="330860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15;p2"/>
            <p:cNvSpPr/>
            <p:nvPr/>
          </p:nvSpPr>
          <p:spPr>
            <a:xfrm rot="9110095" flipH="1">
              <a:off x="2369036" y="4601438"/>
              <a:ext cx="2541957" cy="1809429"/>
            </a:xfrm>
            <a:custGeom>
              <a:avLst/>
              <a:gdLst/>
              <a:ahLst/>
              <a:cxnLst/>
              <a:rect l="l" t="t" r="r" b="b"/>
              <a:pathLst>
                <a:path w="2539340" h="1807566" extrusionOk="0">
                  <a:moveTo>
                    <a:pt x="65938" y="1326437"/>
                  </a:moveTo>
                  <a:cubicBezTo>
                    <a:pt x="-119866" y="832095"/>
                    <a:pt x="116574" y="472088"/>
                    <a:pt x="371558" y="397906"/>
                  </a:cubicBezTo>
                  <a:cubicBezTo>
                    <a:pt x="729690" y="293717"/>
                    <a:pt x="1065248" y="672756"/>
                    <a:pt x="1296964" y="618995"/>
                  </a:cubicBezTo>
                  <a:cubicBezTo>
                    <a:pt x="1483462" y="575722"/>
                    <a:pt x="1514579" y="120625"/>
                    <a:pt x="1783734" y="27689"/>
                  </a:cubicBezTo>
                  <a:cubicBezTo>
                    <a:pt x="2117138" y="-87336"/>
                    <a:pt x="2533893" y="179179"/>
                    <a:pt x="2538755" y="616286"/>
                  </a:cubicBezTo>
                  <a:cubicBezTo>
                    <a:pt x="2543201" y="1050614"/>
                    <a:pt x="2096856" y="1427847"/>
                    <a:pt x="1798181" y="1577393"/>
                  </a:cubicBezTo>
                  <a:cubicBezTo>
                    <a:pt x="1503119" y="1725341"/>
                    <a:pt x="1019127" y="1838559"/>
                    <a:pt x="750042" y="1801329"/>
                  </a:cubicBezTo>
                  <a:cubicBezTo>
                    <a:pt x="443727" y="1758890"/>
                    <a:pt x="176795" y="1621291"/>
                    <a:pt x="65938" y="1326437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17;p3"/>
          <p:cNvGrpSpPr/>
          <p:nvPr/>
        </p:nvGrpSpPr>
        <p:grpSpPr>
          <a:xfrm>
            <a:off x="-1889882" y="-2665464"/>
            <a:ext cx="11164449" cy="9216288"/>
            <a:chOff x="-1889882" y="-2665464"/>
            <a:chExt cx="11164449" cy="9216288"/>
          </a:xfrm>
        </p:grpSpPr>
        <p:sp>
          <p:nvSpPr>
            <p:cNvPr id="18" name="Google Shape;18;p3"/>
            <p:cNvSpPr/>
            <p:nvPr/>
          </p:nvSpPr>
          <p:spPr>
            <a:xfrm rot="413639">
              <a:off x="6660988" y="4412558"/>
              <a:ext cx="2502879" cy="1995266"/>
            </a:xfrm>
            <a:custGeom>
              <a:avLst/>
              <a:gdLst/>
              <a:ahLst/>
              <a:cxnLst/>
              <a:rect l="l" t="t" r="r" b="b"/>
              <a:pathLst>
                <a:path w="2503560" h="1995809" extrusionOk="0">
                  <a:moveTo>
                    <a:pt x="2359679" y="330860"/>
                  </a:moveTo>
                  <a:cubicBezTo>
                    <a:pt x="2359679" y="330860"/>
                    <a:pt x="2191519" y="19683"/>
                    <a:pt x="1831164" y="1554"/>
                  </a:cubicBezTo>
                  <a:cubicBezTo>
                    <a:pt x="1470810" y="-16575"/>
                    <a:pt x="1342588" y="352392"/>
                    <a:pt x="1080032" y="494714"/>
                  </a:cubicBezTo>
                  <a:cubicBezTo>
                    <a:pt x="942572" y="569313"/>
                    <a:pt x="664597" y="444426"/>
                    <a:pt x="517968" y="487143"/>
                  </a:cubicBezTo>
                  <a:cubicBezTo>
                    <a:pt x="49188" y="623908"/>
                    <a:pt x="-118139" y="1249875"/>
                    <a:pt x="83571" y="1580431"/>
                  </a:cubicBezTo>
                  <a:cubicBezTo>
                    <a:pt x="258122" y="1867020"/>
                    <a:pt x="559227" y="1998506"/>
                    <a:pt x="1014324" y="1996700"/>
                  </a:cubicBezTo>
                  <a:cubicBezTo>
                    <a:pt x="1469421" y="1994894"/>
                    <a:pt x="1789072" y="2010592"/>
                    <a:pt x="2191380" y="1681772"/>
                  </a:cubicBezTo>
                  <a:cubicBezTo>
                    <a:pt x="2593688" y="1352952"/>
                    <a:pt x="2556665" y="741989"/>
                    <a:pt x="2359679" y="330860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19;p3"/>
            <p:cNvSpPr/>
            <p:nvPr/>
          </p:nvSpPr>
          <p:spPr>
            <a:xfrm rot="1397564">
              <a:off x="-1382452" y="-2205071"/>
              <a:ext cx="2984344" cy="3181591"/>
            </a:xfrm>
            <a:custGeom>
              <a:avLst/>
              <a:gdLst/>
              <a:ahLst/>
              <a:cxnLst/>
              <a:rect l="l" t="t" r="r" b="b"/>
              <a:pathLst>
                <a:path w="2987585" h="3185047" extrusionOk="0">
                  <a:moveTo>
                    <a:pt x="1104335" y="26456"/>
                  </a:moveTo>
                  <a:cubicBezTo>
                    <a:pt x="868174" y="65284"/>
                    <a:pt x="642640" y="150858"/>
                    <a:pt x="450794" y="298736"/>
                  </a:cubicBezTo>
                  <a:cubicBezTo>
                    <a:pt x="171706" y="514060"/>
                    <a:pt x="16951" y="835447"/>
                    <a:pt x="767" y="1185174"/>
                  </a:cubicBezTo>
                  <a:cubicBezTo>
                    <a:pt x="-9860" y="1416057"/>
                    <a:pt x="45221" y="1641174"/>
                    <a:pt x="111902" y="1860387"/>
                  </a:cubicBezTo>
                  <a:cubicBezTo>
                    <a:pt x="197475" y="2142114"/>
                    <a:pt x="252765" y="2463640"/>
                    <a:pt x="431414" y="2704734"/>
                  </a:cubicBezTo>
                  <a:cubicBezTo>
                    <a:pt x="709946" y="3079813"/>
                    <a:pt x="1248185" y="3238041"/>
                    <a:pt x="1698351" y="3170944"/>
                  </a:cubicBezTo>
                  <a:cubicBezTo>
                    <a:pt x="1989176" y="3127532"/>
                    <a:pt x="2296464" y="2962566"/>
                    <a:pt x="2385997" y="2663891"/>
                  </a:cubicBezTo>
                  <a:cubicBezTo>
                    <a:pt x="2419129" y="2553382"/>
                    <a:pt x="2435243" y="2434676"/>
                    <a:pt x="2491853" y="2332501"/>
                  </a:cubicBezTo>
                  <a:cubicBezTo>
                    <a:pt x="2559714" y="2210114"/>
                    <a:pt x="2682726" y="2138641"/>
                    <a:pt x="2776149" y="2038967"/>
                  </a:cubicBezTo>
                  <a:cubicBezTo>
                    <a:pt x="2891590" y="1915885"/>
                    <a:pt x="2938059" y="1762519"/>
                    <a:pt x="2966815" y="1600332"/>
                  </a:cubicBezTo>
                  <a:cubicBezTo>
                    <a:pt x="3029744" y="1245257"/>
                    <a:pt x="2943823" y="869135"/>
                    <a:pt x="2736349" y="574559"/>
                  </a:cubicBezTo>
                  <a:cubicBezTo>
                    <a:pt x="2519845" y="267271"/>
                    <a:pt x="2198666" y="102236"/>
                    <a:pt x="1834005" y="37500"/>
                  </a:cubicBezTo>
                  <a:cubicBezTo>
                    <a:pt x="1793996" y="30554"/>
                    <a:pt x="1753779" y="24372"/>
                    <a:pt x="1713423" y="19302"/>
                  </a:cubicBezTo>
                  <a:cubicBezTo>
                    <a:pt x="1513242" y="-5912"/>
                    <a:pt x="1304864" y="-6745"/>
                    <a:pt x="1104335" y="26456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" name="Google Shape;20;p3"/>
          <p:cNvGrpSpPr/>
          <p:nvPr/>
        </p:nvGrpSpPr>
        <p:grpSpPr>
          <a:xfrm>
            <a:off x="-129830" y="3013234"/>
            <a:ext cx="646623" cy="854224"/>
            <a:chOff x="-129830" y="3390059"/>
            <a:chExt cx="646623" cy="854224"/>
          </a:xfrm>
        </p:grpSpPr>
        <p:sp>
          <p:nvSpPr>
            <p:cNvPr id="21" name="Google Shape;21;p3"/>
            <p:cNvSpPr/>
            <p:nvPr/>
          </p:nvSpPr>
          <p:spPr>
            <a:xfrm>
              <a:off x="-129830" y="3390059"/>
              <a:ext cx="646623" cy="407481"/>
            </a:xfrm>
            <a:custGeom>
              <a:avLst/>
              <a:gdLst/>
              <a:ahLst/>
              <a:cxnLst/>
              <a:rect l="l" t="t" r="r" b="b"/>
              <a:pathLst>
                <a:path w="646623" h="407481" extrusionOk="0">
                  <a:moveTo>
                    <a:pt x="58927" y="25217"/>
                  </a:moveTo>
                  <a:lnTo>
                    <a:pt x="11213" y="25217"/>
                  </a:lnTo>
                  <a:cubicBezTo>
                    <a:pt x="4702" y="24452"/>
                    <a:pt x="44" y="18551"/>
                    <a:pt x="817" y="12040"/>
                  </a:cubicBezTo>
                  <a:cubicBezTo>
                    <a:pt x="1459" y="6586"/>
                    <a:pt x="5758" y="2286"/>
                    <a:pt x="11213" y="1644"/>
                  </a:cubicBezTo>
                  <a:lnTo>
                    <a:pt x="58927" y="1644"/>
                  </a:lnTo>
                  <a:cubicBezTo>
                    <a:pt x="65438" y="855"/>
                    <a:pt x="71348" y="5497"/>
                    <a:pt x="72136" y="12008"/>
                  </a:cubicBezTo>
                  <a:cubicBezTo>
                    <a:pt x="72924" y="18519"/>
                    <a:pt x="68283" y="24428"/>
                    <a:pt x="61772" y="25217"/>
                  </a:cubicBezTo>
                  <a:close/>
                  <a:moveTo>
                    <a:pt x="70794" y="67891"/>
                  </a:moveTo>
                  <a:cubicBezTo>
                    <a:pt x="70844" y="61470"/>
                    <a:pt x="65674" y="56235"/>
                    <a:pt x="59252" y="56186"/>
                  </a:cubicBezTo>
                  <a:cubicBezTo>
                    <a:pt x="59196" y="56186"/>
                    <a:pt x="59146" y="56186"/>
                    <a:pt x="59090" y="56186"/>
                  </a:cubicBezTo>
                  <a:lnTo>
                    <a:pt x="11213" y="56186"/>
                  </a:lnTo>
                  <a:cubicBezTo>
                    <a:pt x="4702" y="56950"/>
                    <a:pt x="44" y="62851"/>
                    <a:pt x="817" y="69362"/>
                  </a:cubicBezTo>
                  <a:cubicBezTo>
                    <a:pt x="1459" y="74817"/>
                    <a:pt x="5758" y="79117"/>
                    <a:pt x="11213" y="79759"/>
                  </a:cubicBezTo>
                  <a:lnTo>
                    <a:pt x="58927" y="79759"/>
                  </a:lnTo>
                  <a:cubicBezTo>
                    <a:pt x="65478" y="79759"/>
                    <a:pt x="70794" y="74443"/>
                    <a:pt x="70794" y="67891"/>
                  </a:cubicBezTo>
                  <a:close/>
                  <a:moveTo>
                    <a:pt x="70794" y="122596"/>
                  </a:moveTo>
                  <a:cubicBezTo>
                    <a:pt x="70794" y="116044"/>
                    <a:pt x="65478" y="110728"/>
                    <a:pt x="58927" y="110728"/>
                  </a:cubicBezTo>
                  <a:lnTo>
                    <a:pt x="11213" y="110728"/>
                  </a:lnTo>
                  <a:cubicBezTo>
                    <a:pt x="4702" y="111492"/>
                    <a:pt x="44" y="117394"/>
                    <a:pt x="817" y="123905"/>
                  </a:cubicBezTo>
                  <a:cubicBezTo>
                    <a:pt x="1459" y="129359"/>
                    <a:pt x="5758" y="133659"/>
                    <a:pt x="11213" y="134301"/>
                  </a:cubicBezTo>
                  <a:lnTo>
                    <a:pt x="58927" y="134301"/>
                  </a:lnTo>
                  <a:cubicBezTo>
                    <a:pt x="65373" y="134350"/>
                    <a:pt x="70664" y="129204"/>
                    <a:pt x="70794" y="122759"/>
                  </a:cubicBezTo>
                  <a:lnTo>
                    <a:pt x="70794" y="122759"/>
                  </a:lnTo>
                  <a:close/>
                  <a:moveTo>
                    <a:pt x="70794" y="177138"/>
                  </a:moveTo>
                  <a:cubicBezTo>
                    <a:pt x="70794" y="170587"/>
                    <a:pt x="65478" y="165271"/>
                    <a:pt x="58927" y="165271"/>
                  </a:cubicBezTo>
                  <a:lnTo>
                    <a:pt x="11213" y="165271"/>
                  </a:lnTo>
                  <a:cubicBezTo>
                    <a:pt x="4726" y="165807"/>
                    <a:pt x="-94" y="171505"/>
                    <a:pt x="442" y="177992"/>
                  </a:cubicBezTo>
                  <a:cubicBezTo>
                    <a:pt x="922" y="183730"/>
                    <a:pt x="5474" y="188282"/>
                    <a:pt x="11213" y="188762"/>
                  </a:cubicBezTo>
                  <a:lnTo>
                    <a:pt x="58927" y="188762"/>
                  </a:lnTo>
                  <a:cubicBezTo>
                    <a:pt x="65348" y="188900"/>
                    <a:pt x="70656" y="183804"/>
                    <a:pt x="70794" y="177382"/>
                  </a:cubicBezTo>
                  <a:cubicBezTo>
                    <a:pt x="70794" y="177358"/>
                    <a:pt x="70794" y="177325"/>
                    <a:pt x="70794" y="177301"/>
                  </a:cubicBezTo>
                  <a:lnTo>
                    <a:pt x="70794" y="177301"/>
                  </a:lnTo>
                  <a:close/>
                  <a:moveTo>
                    <a:pt x="70794" y="231599"/>
                  </a:moveTo>
                  <a:cubicBezTo>
                    <a:pt x="70794" y="225088"/>
                    <a:pt x="65519" y="219813"/>
                    <a:pt x="59008" y="219813"/>
                  </a:cubicBezTo>
                  <a:cubicBezTo>
                    <a:pt x="58984" y="219813"/>
                    <a:pt x="58951" y="219813"/>
                    <a:pt x="58927" y="219813"/>
                  </a:cubicBezTo>
                  <a:lnTo>
                    <a:pt x="11213" y="219813"/>
                  </a:lnTo>
                  <a:cubicBezTo>
                    <a:pt x="4726" y="220349"/>
                    <a:pt x="-94" y="226047"/>
                    <a:pt x="442" y="232534"/>
                  </a:cubicBezTo>
                  <a:cubicBezTo>
                    <a:pt x="922" y="238273"/>
                    <a:pt x="5474" y="242825"/>
                    <a:pt x="11213" y="243304"/>
                  </a:cubicBezTo>
                  <a:lnTo>
                    <a:pt x="58927" y="243304"/>
                  </a:lnTo>
                  <a:cubicBezTo>
                    <a:pt x="65365" y="243394"/>
                    <a:pt x="70664" y="238273"/>
                    <a:pt x="70794" y="231843"/>
                  </a:cubicBezTo>
                  <a:lnTo>
                    <a:pt x="70794" y="231843"/>
                  </a:lnTo>
                  <a:close/>
                  <a:moveTo>
                    <a:pt x="70794" y="286141"/>
                  </a:moveTo>
                  <a:cubicBezTo>
                    <a:pt x="70794" y="279590"/>
                    <a:pt x="65478" y="274274"/>
                    <a:pt x="58927" y="274274"/>
                  </a:cubicBezTo>
                  <a:lnTo>
                    <a:pt x="11213" y="274274"/>
                  </a:lnTo>
                  <a:cubicBezTo>
                    <a:pt x="4702" y="275038"/>
                    <a:pt x="44" y="280939"/>
                    <a:pt x="817" y="287450"/>
                  </a:cubicBezTo>
                  <a:cubicBezTo>
                    <a:pt x="1459" y="292904"/>
                    <a:pt x="5758" y="297204"/>
                    <a:pt x="11213" y="297846"/>
                  </a:cubicBezTo>
                  <a:lnTo>
                    <a:pt x="58927" y="297846"/>
                  </a:lnTo>
                  <a:cubicBezTo>
                    <a:pt x="65389" y="297936"/>
                    <a:pt x="70705" y="292766"/>
                    <a:pt x="70794" y="286304"/>
                  </a:cubicBezTo>
                  <a:cubicBezTo>
                    <a:pt x="70794" y="286304"/>
                    <a:pt x="70794" y="286304"/>
                    <a:pt x="70794" y="286304"/>
                  </a:cubicBezTo>
                  <a:lnTo>
                    <a:pt x="70794" y="286304"/>
                  </a:lnTo>
                  <a:close/>
                  <a:moveTo>
                    <a:pt x="70794" y="340683"/>
                  </a:moveTo>
                  <a:cubicBezTo>
                    <a:pt x="70794" y="334132"/>
                    <a:pt x="65478" y="328816"/>
                    <a:pt x="58927" y="328816"/>
                  </a:cubicBezTo>
                  <a:lnTo>
                    <a:pt x="11213" y="328816"/>
                  </a:lnTo>
                  <a:cubicBezTo>
                    <a:pt x="4702" y="329580"/>
                    <a:pt x="44" y="335481"/>
                    <a:pt x="817" y="341992"/>
                  </a:cubicBezTo>
                  <a:cubicBezTo>
                    <a:pt x="1459" y="347446"/>
                    <a:pt x="5758" y="351747"/>
                    <a:pt x="11213" y="352389"/>
                  </a:cubicBezTo>
                  <a:lnTo>
                    <a:pt x="58927" y="352389"/>
                  </a:lnTo>
                  <a:cubicBezTo>
                    <a:pt x="65389" y="352478"/>
                    <a:pt x="70705" y="347308"/>
                    <a:pt x="70794" y="340846"/>
                  </a:cubicBezTo>
                  <a:cubicBezTo>
                    <a:pt x="70794" y="340846"/>
                    <a:pt x="70794" y="340846"/>
                    <a:pt x="70794" y="340846"/>
                  </a:cubicBezTo>
                  <a:lnTo>
                    <a:pt x="70794" y="340846"/>
                  </a:lnTo>
                  <a:close/>
                  <a:moveTo>
                    <a:pt x="70794" y="395226"/>
                  </a:moveTo>
                  <a:cubicBezTo>
                    <a:pt x="70794" y="388674"/>
                    <a:pt x="65478" y="383358"/>
                    <a:pt x="58927" y="383358"/>
                  </a:cubicBezTo>
                  <a:lnTo>
                    <a:pt x="11213" y="383358"/>
                  </a:lnTo>
                  <a:cubicBezTo>
                    <a:pt x="4718" y="383448"/>
                    <a:pt x="-492" y="388731"/>
                    <a:pt x="-492" y="395226"/>
                  </a:cubicBezTo>
                  <a:cubicBezTo>
                    <a:pt x="-492" y="401688"/>
                    <a:pt x="4750" y="406931"/>
                    <a:pt x="11213" y="406931"/>
                  </a:cubicBezTo>
                  <a:lnTo>
                    <a:pt x="58927" y="406931"/>
                  </a:lnTo>
                  <a:cubicBezTo>
                    <a:pt x="65373" y="406980"/>
                    <a:pt x="70664" y="401834"/>
                    <a:pt x="70794" y="395388"/>
                  </a:cubicBezTo>
                  <a:lnTo>
                    <a:pt x="70794" y="395388"/>
                  </a:lnTo>
                  <a:close/>
                  <a:moveTo>
                    <a:pt x="249621" y="13674"/>
                  </a:moveTo>
                  <a:cubicBezTo>
                    <a:pt x="249581" y="7228"/>
                    <a:pt x="244362" y="2010"/>
                    <a:pt x="237917" y="1969"/>
                  </a:cubicBezTo>
                  <a:lnTo>
                    <a:pt x="112250" y="1969"/>
                  </a:lnTo>
                  <a:cubicBezTo>
                    <a:pt x="105755" y="1254"/>
                    <a:pt x="99887" y="5887"/>
                    <a:pt x="99082" y="12374"/>
                  </a:cubicBezTo>
                  <a:cubicBezTo>
                    <a:pt x="98277" y="18836"/>
                    <a:pt x="102853" y="24721"/>
                    <a:pt x="109315" y="25534"/>
                  </a:cubicBezTo>
                  <a:cubicBezTo>
                    <a:pt x="109348" y="25534"/>
                    <a:pt x="109373" y="25542"/>
                    <a:pt x="109405" y="25542"/>
                  </a:cubicBezTo>
                  <a:lnTo>
                    <a:pt x="237429" y="25542"/>
                  </a:lnTo>
                  <a:cubicBezTo>
                    <a:pt x="243980" y="25542"/>
                    <a:pt x="249296" y="20226"/>
                    <a:pt x="249296" y="13674"/>
                  </a:cubicBezTo>
                  <a:close/>
                  <a:moveTo>
                    <a:pt x="249621" y="68216"/>
                  </a:moveTo>
                  <a:cubicBezTo>
                    <a:pt x="249581" y="61770"/>
                    <a:pt x="244362" y="56552"/>
                    <a:pt x="237917" y="56511"/>
                  </a:cubicBezTo>
                  <a:lnTo>
                    <a:pt x="112250" y="56511"/>
                  </a:lnTo>
                  <a:cubicBezTo>
                    <a:pt x="105755" y="55796"/>
                    <a:pt x="99887" y="60429"/>
                    <a:pt x="99082" y="66916"/>
                  </a:cubicBezTo>
                  <a:cubicBezTo>
                    <a:pt x="98277" y="73378"/>
                    <a:pt x="102853" y="79263"/>
                    <a:pt x="109315" y="80076"/>
                  </a:cubicBezTo>
                  <a:cubicBezTo>
                    <a:pt x="109348" y="80076"/>
                    <a:pt x="109373" y="80084"/>
                    <a:pt x="109405" y="80084"/>
                  </a:cubicBezTo>
                  <a:lnTo>
                    <a:pt x="237429" y="80084"/>
                  </a:lnTo>
                  <a:cubicBezTo>
                    <a:pt x="243980" y="80084"/>
                    <a:pt x="249296" y="74768"/>
                    <a:pt x="249296" y="68216"/>
                  </a:cubicBezTo>
                  <a:lnTo>
                    <a:pt x="249296" y="68216"/>
                  </a:lnTo>
                  <a:close/>
                  <a:moveTo>
                    <a:pt x="249621" y="122921"/>
                  </a:moveTo>
                  <a:cubicBezTo>
                    <a:pt x="249621" y="116370"/>
                    <a:pt x="244305" y="111053"/>
                    <a:pt x="237754" y="111053"/>
                  </a:cubicBezTo>
                  <a:lnTo>
                    <a:pt x="112575" y="111053"/>
                  </a:lnTo>
                  <a:cubicBezTo>
                    <a:pt x="106064" y="110265"/>
                    <a:pt x="100155" y="114906"/>
                    <a:pt x="99366" y="121417"/>
                  </a:cubicBezTo>
                  <a:cubicBezTo>
                    <a:pt x="98578" y="127928"/>
                    <a:pt x="103219" y="133838"/>
                    <a:pt x="109730" y="134626"/>
                  </a:cubicBezTo>
                  <a:cubicBezTo>
                    <a:pt x="110673" y="134707"/>
                    <a:pt x="111632" y="134707"/>
                    <a:pt x="112575" y="134626"/>
                  </a:cubicBezTo>
                  <a:lnTo>
                    <a:pt x="237754" y="134626"/>
                  </a:lnTo>
                  <a:cubicBezTo>
                    <a:pt x="244200" y="134675"/>
                    <a:pt x="249491" y="129530"/>
                    <a:pt x="249621" y="123084"/>
                  </a:cubicBezTo>
                  <a:lnTo>
                    <a:pt x="249621" y="123084"/>
                  </a:lnTo>
                  <a:close/>
                  <a:moveTo>
                    <a:pt x="249621" y="177463"/>
                  </a:moveTo>
                  <a:cubicBezTo>
                    <a:pt x="249621" y="170912"/>
                    <a:pt x="244305" y="165596"/>
                    <a:pt x="237754" y="165596"/>
                  </a:cubicBezTo>
                  <a:lnTo>
                    <a:pt x="112575" y="165596"/>
                  </a:lnTo>
                  <a:cubicBezTo>
                    <a:pt x="105999" y="164791"/>
                    <a:pt x="100009" y="169465"/>
                    <a:pt x="99204" y="176041"/>
                  </a:cubicBezTo>
                  <a:cubicBezTo>
                    <a:pt x="98399" y="182617"/>
                    <a:pt x="103073" y="188608"/>
                    <a:pt x="109649" y="189412"/>
                  </a:cubicBezTo>
                  <a:lnTo>
                    <a:pt x="237673" y="189412"/>
                  </a:lnTo>
                  <a:cubicBezTo>
                    <a:pt x="244119" y="189461"/>
                    <a:pt x="249410" y="184316"/>
                    <a:pt x="249541" y="177870"/>
                  </a:cubicBezTo>
                  <a:lnTo>
                    <a:pt x="249541" y="177870"/>
                  </a:lnTo>
                  <a:close/>
                  <a:moveTo>
                    <a:pt x="249621" y="232006"/>
                  </a:moveTo>
                  <a:cubicBezTo>
                    <a:pt x="249621" y="225454"/>
                    <a:pt x="244305" y="220138"/>
                    <a:pt x="237754" y="220138"/>
                  </a:cubicBezTo>
                  <a:lnTo>
                    <a:pt x="112575" y="220138"/>
                  </a:lnTo>
                  <a:cubicBezTo>
                    <a:pt x="106024" y="219862"/>
                    <a:pt x="100496" y="224942"/>
                    <a:pt x="100212" y="231493"/>
                  </a:cubicBezTo>
                  <a:cubicBezTo>
                    <a:pt x="99968" y="237330"/>
                    <a:pt x="103999" y="242475"/>
                    <a:pt x="109730" y="243629"/>
                  </a:cubicBezTo>
                  <a:cubicBezTo>
                    <a:pt x="110673" y="243800"/>
                    <a:pt x="111632" y="243800"/>
                    <a:pt x="112575" y="243629"/>
                  </a:cubicBezTo>
                  <a:lnTo>
                    <a:pt x="237754" y="243629"/>
                  </a:lnTo>
                  <a:cubicBezTo>
                    <a:pt x="244175" y="243767"/>
                    <a:pt x="249483" y="238671"/>
                    <a:pt x="249621" y="232249"/>
                  </a:cubicBezTo>
                  <a:cubicBezTo>
                    <a:pt x="249621" y="232225"/>
                    <a:pt x="249621" y="232193"/>
                    <a:pt x="249621" y="232168"/>
                  </a:cubicBezTo>
                  <a:lnTo>
                    <a:pt x="249621" y="232168"/>
                  </a:lnTo>
                  <a:close/>
                  <a:moveTo>
                    <a:pt x="399674" y="286467"/>
                  </a:moveTo>
                  <a:cubicBezTo>
                    <a:pt x="399625" y="279947"/>
                    <a:pt x="394325" y="274680"/>
                    <a:pt x="387806" y="274680"/>
                  </a:cubicBezTo>
                  <a:lnTo>
                    <a:pt x="262140" y="274680"/>
                  </a:lnTo>
                  <a:cubicBezTo>
                    <a:pt x="255653" y="275615"/>
                    <a:pt x="251150" y="281638"/>
                    <a:pt x="252093" y="288125"/>
                  </a:cubicBezTo>
                  <a:cubicBezTo>
                    <a:pt x="252841" y="293327"/>
                    <a:pt x="256929" y="297415"/>
                    <a:pt x="262140" y="298172"/>
                  </a:cubicBezTo>
                  <a:lnTo>
                    <a:pt x="387481" y="298172"/>
                  </a:lnTo>
                  <a:cubicBezTo>
                    <a:pt x="393911" y="298261"/>
                    <a:pt x="399219" y="293140"/>
                    <a:pt x="399349" y="286710"/>
                  </a:cubicBezTo>
                  <a:lnTo>
                    <a:pt x="399349" y="286710"/>
                  </a:lnTo>
                  <a:close/>
                  <a:moveTo>
                    <a:pt x="399674" y="341009"/>
                  </a:moveTo>
                  <a:cubicBezTo>
                    <a:pt x="399633" y="334473"/>
                    <a:pt x="394341" y="329182"/>
                    <a:pt x="387806" y="329141"/>
                  </a:cubicBezTo>
                  <a:lnTo>
                    <a:pt x="262140" y="329141"/>
                  </a:lnTo>
                  <a:cubicBezTo>
                    <a:pt x="255628" y="329905"/>
                    <a:pt x="250971" y="335807"/>
                    <a:pt x="251743" y="342317"/>
                  </a:cubicBezTo>
                  <a:cubicBezTo>
                    <a:pt x="252385" y="347772"/>
                    <a:pt x="256685" y="352072"/>
                    <a:pt x="262140" y="352714"/>
                  </a:cubicBezTo>
                  <a:lnTo>
                    <a:pt x="387481" y="352714"/>
                  </a:lnTo>
                  <a:cubicBezTo>
                    <a:pt x="393927" y="352763"/>
                    <a:pt x="399219" y="347617"/>
                    <a:pt x="399349" y="341171"/>
                  </a:cubicBezTo>
                  <a:lnTo>
                    <a:pt x="399349" y="341171"/>
                  </a:lnTo>
                  <a:close/>
                  <a:moveTo>
                    <a:pt x="399674" y="395551"/>
                  </a:moveTo>
                  <a:cubicBezTo>
                    <a:pt x="399633" y="389016"/>
                    <a:pt x="394341" y="383724"/>
                    <a:pt x="387806" y="383683"/>
                  </a:cubicBezTo>
                  <a:lnTo>
                    <a:pt x="262140" y="383683"/>
                  </a:lnTo>
                  <a:cubicBezTo>
                    <a:pt x="255645" y="383773"/>
                    <a:pt x="250435" y="389056"/>
                    <a:pt x="250435" y="395551"/>
                  </a:cubicBezTo>
                  <a:cubicBezTo>
                    <a:pt x="250435" y="402013"/>
                    <a:pt x="255678" y="407256"/>
                    <a:pt x="262140" y="407256"/>
                  </a:cubicBezTo>
                  <a:lnTo>
                    <a:pt x="387481" y="407256"/>
                  </a:lnTo>
                  <a:cubicBezTo>
                    <a:pt x="393927" y="407305"/>
                    <a:pt x="399219" y="402159"/>
                    <a:pt x="399349" y="395714"/>
                  </a:cubicBezTo>
                  <a:lnTo>
                    <a:pt x="399349" y="395714"/>
                  </a:lnTo>
                  <a:close/>
                  <a:moveTo>
                    <a:pt x="304814" y="13511"/>
                  </a:moveTo>
                  <a:cubicBezTo>
                    <a:pt x="305026" y="6334"/>
                    <a:pt x="299384" y="335"/>
                    <a:pt x="292199" y="124"/>
                  </a:cubicBezTo>
                  <a:cubicBezTo>
                    <a:pt x="285021" y="-88"/>
                    <a:pt x="279031" y="5554"/>
                    <a:pt x="278811" y="12739"/>
                  </a:cubicBezTo>
                  <a:cubicBezTo>
                    <a:pt x="278795" y="13536"/>
                    <a:pt x="278844" y="14341"/>
                    <a:pt x="278966" y="15137"/>
                  </a:cubicBezTo>
                  <a:cubicBezTo>
                    <a:pt x="279413" y="22274"/>
                    <a:pt x="285566" y="27696"/>
                    <a:pt x="292703" y="27249"/>
                  </a:cubicBezTo>
                  <a:cubicBezTo>
                    <a:pt x="299840" y="26802"/>
                    <a:pt x="305261" y="20648"/>
                    <a:pt x="304814" y="13511"/>
                  </a:cubicBezTo>
                  <a:close/>
                  <a:moveTo>
                    <a:pt x="345457" y="13511"/>
                  </a:moveTo>
                  <a:cubicBezTo>
                    <a:pt x="345457" y="5928"/>
                    <a:pt x="339303" y="-226"/>
                    <a:pt x="331720" y="-226"/>
                  </a:cubicBezTo>
                  <a:cubicBezTo>
                    <a:pt x="324136" y="-226"/>
                    <a:pt x="317982" y="5928"/>
                    <a:pt x="317982" y="13511"/>
                  </a:cubicBezTo>
                  <a:cubicBezTo>
                    <a:pt x="317982" y="21095"/>
                    <a:pt x="324136" y="27249"/>
                    <a:pt x="331720" y="27249"/>
                  </a:cubicBezTo>
                  <a:lnTo>
                    <a:pt x="331720" y="27249"/>
                  </a:lnTo>
                  <a:cubicBezTo>
                    <a:pt x="339181" y="27297"/>
                    <a:pt x="345286" y="21299"/>
                    <a:pt x="345375" y="13837"/>
                  </a:cubicBezTo>
                  <a:lnTo>
                    <a:pt x="345375" y="13837"/>
                  </a:lnTo>
                  <a:close/>
                  <a:moveTo>
                    <a:pt x="386099" y="13511"/>
                  </a:moveTo>
                  <a:cubicBezTo>
                    <a:pt x="386099" y="5928"/>
                    <a:pt x="379946" y="-226"/>
                    <a:pt x="372362" y="-226"/>
                  </a:cubicBezTo>
                  <a:cubicBezTo>
                    <a:pt x="364778" y="-226"/>
                    <a:pt x="358625" y="5928"/>
                    <a:pt x="358625" y="13511"/>
                  </a:cubicBezTo>
                  <a:cubicBezTo>
                    <a:pt x="358625" y="21095"/>
                    <a:pt x="364778" y="27249"/>
                    <a:pt x="372362" y="27249"/>
                  </a:cubicBezTo>
                  <a:lnTo>
                    <a:pt x="372362" y="27249"/>
                  </a:lnTo>
                  <a:cubicBezTo>
                    <a:pt x="379857" y="27338"/>
                    <a:pt x="386010" y="21331"/>
                    <a:pt x="386099" y="13837"/>
                  </a:cubicBezTo>
                  <a:cubicBezTo>
                    <a:pt x="386099" y="13837"/>
                    <a:pt x="386099" y="13837"/>
                    <a:pt x="386099" y="13837"/>
                  </a:cubicBezTo>
                  <a:lnTo>
                    <a:pt x="386099" y="13837"/>
                  </a:lnTo>
                  <a:close/>
                  <a:moveTo>
                    <a:pt x="426742" y="13511"/>
                  </a:moveTo>
                  <a:cubicBezTo>
                    <a:pt x="426742" y="5928"/>
                    <a:pt x="420588" y="-226"/>
                    <a:pt x="413005" y="-226"/>
                  </a:cubicBezTo>
                  <a:cubicBezTo>
                    <a:pt x="405421" y="-226"/>
                    <a:pt x="399267" y="5928"/>
                    <a:pt x="399267" y="13511"/>
                  </a:cubicBezTo>
                  <a:cubicBezTo>
                    <a:pt x="399267" y="21095"/>
                    <a:pt x="405421" y="27249"/>
                    <a:pt x="413005" y="27249"/>
                  </a:cubicBezTo>
                  <a:lnTo>
                    <a:pt x="413005" y="27249"/>
                  </a:lnTo>
                  <a:cubicBezTo>
                    <a:pt x="420458" y="27249"/>
                    <a:pt x="426498" y="21209"/>
                    <a:pt x="426498" y="13755"/>
                  </a:cubicBezTo>
                  <a:cubicBezTo>
                    <a:pt x="426498" y="13731"/>
                    <a:pt x="426498" y="13698"/>
                    <a:pt x="426498" y="13674"/>
                  </a:cubicBezTo>
                  <a:lnTo>
                    <a:pt x="426498" y="13674"/>
                  </a:lnTo>
                  <a:close/>
                  <a:moveTo>
                    <a:pt x="467384" y="13511"/>
                  </a:moveTo>
                  <a:cubicBezTo>
                    <a:pt x="467384" y="5928"/>
                    <a:pt x="461231" y="-226"/>
                    <a:pt x="453647" y="-226"/>
                  </a:cubicBezTo>
                  <a:cubicBezTo>
                    <a:pt x="446063" y="-226"/>
                    <a:pt x="439910" y="5928"/>
                    <a:pt x="439910" y="13511"/>
                  </a:cubicBezTo>
                  <a:cubicBezTo>
                    <a:pt x="439910" y="21095"/>
                    <a:pt x="446063" y="27249"/>
                    <a:pt x="453647" y="27249"/>
                  </a:cubicBezTo>
                  <a:cubicBezTo>
                    <a:pt x="453671" y="27249"/>
                    <a:pt x="453704" y="27249"/>
                    <a:pt x="453728" y="27249"/>
                  </a:cubicBezTo>
                  <a:lnTo>
                    <a:pt x="453728" y="27249"/>
                  </a:lnTo>
                  <a:cubicBezTo>
                    <a:pt x="461182" y="27338"/>
                    <a:pt x="467295" y="21372"/>
                    <a:pt x="467384" y="13918"/>
                  </a:cubicBezTo>
                  <a:cubicBezTo>
                    <a:pt x="467384" y="13894"/>
                    <a:pt x="467384" y="13861"/>
                    <a:pt x="467384" y="13837"/>
                  </a:cubicBezTo>
                  <a:lnTo>
                    <a:pt x="467384" y="13837"/>
                  </a:lnTo>
                  <a:close/>
                  <a:moveTo>
                    <a:pt x="508027" y="13511"/>
                  </a:moveTo>
                  <a:cubicBezTo>
                    <a:pt x="508027" y="5928"/>
                    <a:pt x="501873" y="-226"/>
                    <a:pt x="494290" y="-226"/>
                  </a:cubicBezTo>
                  <a:cubicBezTo>
                    <a:pt x="486706" y="-226"/>
                    <a:pt x="480552" y="5928"/>
                    <a:pt x="480552" y="13511"/>
                  </a:cubicBezTo>
                  <a:cubicBezTo>
                    <a:pt x="480552" y="21095"/>
                    <a:pt x="486706" y="27249"/>
                    <a:pt x="494290" y="27249"/>
                  </a:cubicBezTo>
                  <a:cubicBezTo>
                    <a:pt x="494314" y="27249"/>
                    <a:pt x="494347" y="27249"/>
                    <a:pt x="494371" y="27249"/>
                  </a:cubicBezTo>
                  <a:lnTo>
                    <a:pt x="494371" y="27249"/>
                  </a:lnTo>
                  <a:cubicBezTo>
                    <a:pt x="501825" y="27249"/>
                    <a:pt x="507864" y="21209"/>
                    <a:pt x="507864" y="13755"/>
                  </a:cubicBezTo>
                  <a:cubicBezTo>
                    <a:pt x="507864" y="13731"/>
                    <a:pt x="507864" y="13698"/>
                    <a:pt x="507864" y="13674"/>
                  </a:cubicBezTo>
                  <a:lnTo>
                    <a:pt x="507864" y="13674"/>
                  </a:lnTo>
                  <a:close/>
                  <a:moveTo>
                    <a:pt x="304733" y="122921"/>
                  </a:moveTo>
                  <a:cubicBezTo>
                    <a:pt x="304733" y="115337"/>
                    <a:pt x="298579" y="109184"/>
                    <a:pt x="290996" y="109184"/>
                  </a:cubicBezTo>
                  <a:cubicBezTo>
                    <a:pt x="283412" y="109184"/>
                    <a:pt x="277259" y="115337"/>
                    <a:pt x="277259" y="122921"/>
                  </a:cubicBezTo>
                  <a:cubicBezTo>
                    <a:pt x="277259" y="130505"/>
                    <a:pt x="283412" y="136658"/>
                    <a:pt x="290996" y="136658"/>
                  </a:cubicBezTo>
                  <a:cubicBezTo>
                    <a:pt x="298579" y="136658"/>
                    <a:pt x="304733" y="130505"/>
                    <a:pt x="304733" y="122921"/>
                  </a:cubicBezTo>
                  <a:close/>
                  <a:moveTo>
                    <a:pt x="345375" y="122921"/>
                  </a:moveTo>
                  <a:cubicBezTo>
                    <a:pt x="345465" y="115337"/>
                    <a:pt x="339385" y="109111"/>
                    <a:pt x="331801" y="109021"/>
                  </a:cubicBezTo>
                  <a:cubicBezTo>
                    <a:pt x="324217" y="108932"/>
                    <a:pt x="317990" y="115012"/>
                    <a:pt x="317901" y="122596"/>
                  </a:cubicBezTo>
                  <a:cubicBezTo>
                    <a:pt x="317812" y="130180"/>
                    <a:pt x="323892" y="136406"/>
                    <a:pt x="331475" y="136496"/>
                  </a:cubicBezTo>
                  <a:lnTo>
                    <a:pt x="331475" y="136496"/>
                  </a:lnTo>
                  <a:cubicBezTo>
                    <a:pt x="338970" y="136496"/>
                    <a:pt x="345050" y="130416"/>
                    <a:pt x="345050" y="122921"/>
                  </a:cubicBezTo>
                  <a:lnTo>
                    <a:pt x="345050" y="122921"/>
                  </a:lnTo>
                  <a:close/>
                  <a:moveTo>
                    <a:pt x="386018" y="122921"/>
                  </a:moveTo>
                  <a:cubicBezTo>
                    <a:pt x="386107" y="115337"/>
                    <a:pt x="380027" y="109111"/>
                    <a:pt x="372443" y="109021"/>
                  </a:cubicBezTo>
                  <a:cubicBezTo>
                    <a:pt x="364859" y="108932"/>
                    <a:pt x="358633" y="115012"/>
                    <a:pt x="358544" y="122596"/>
                  </a:cubicBezTo>
                  <a:cubicBezTo>
                    <a:pt x="358454" y="130180"/>
                    <a:pt x="364534" y="136406"/>
                    <a:pt x="372118" y="136496"/>
                  </a:cubicBezTo>
                  <a:lnTo>
                    <a:pt x="372118" y="136496"/>
                  </a:lnTo>
                  <a:cubicBezTo>
                    <a:pt x="379702" y="136585"/>
                    <a:pt x="385929" y="130505"/>
                    <a:pt x="386018" y="122921"/>
                  </a:cubicBezTo>
                  <a:cubicBezTo>
                    <a:pt x="386018" y="122864"/>
                    <a:pt x="386018" y="122815"/>
                    <a:pt x="386018" y="122759"/>
                  </a:cubicBezTo>
                  <a:lnTo>
                    <a:pt x="386018" y="122759"/>
                  </a:lnTo>
                  <a:close/>
                  <a:moveTo>
                    <a:pt x="426660" y="122921"/>
                  </a:moveTo>
                  <a:cubicBezTo>
                    <a:pt x="426750" y="115337"/>
                    <a:pt x="420670" y="109111"/>
                    <a:pt x="413086" y="109021"/>
                  </a:cubicBezTo>
                  <a:cubicBezTo>
                    <a:pt x="405502" y="108932"/>
                    <a:pt x="399275" y="115012"/>
                    <a:pt x="399186" y="122596"/>
                  </a:cubicBezTo>
                  <a:cubicBezTo>
                    <a:pt x="399097" y="130180"/>
                    <a:pt x="405177" y="136406"/>
                    <a:pt x="412760" y="136496"/>
                  </a:cubicBezTo>
                  <a:lnTo>
                    <a:pt x="412760" y="136496"/>
                  </a:lnTo>
                  <a:cubicBezTo>
                    <a:pt x="420214" y="136496"/>
                    <a:pt x="426254" y="130456"/>
                    <a:pt x="426254" y="123002"/>
                  </a:cubicBezTo>
                  <a:cubicBezTo>
                    <a:pt x="426254" y="122978"/>
                    <a:pt x="426254" y="122945"/>
                    <a:pt x="426254" y="122921"/>
                  </a:cubicBezTo>
                  <a:lnTo>
                    <a:pt x="426254" y="122921"/>
                  </a:lnTo>
                  <a:close/>
                  <a:moveTo>
                    <a:pt x="467303" y="122921"/>
                  </a:moveTo>
                  <a:cubicBezTo>
                    <a:pt x="467392" y="115337"/>
                    <a:pt x="461312" y="109111"/>
                    <a:pt x="453728" y="109021"/>
                  </a:cubicBezTo>
                  <a:cubicBezTo>
                    <a:pt x="446144" y="108932"/>
                    <a:pt x="439918" y="115012"/>
                    <a:pt x="439829" y="122596"/>
                  </a:cubicBezTo>
                  <a:cubicBezTo>
                    <a:pt x="439739" y="130180"/>
                    <a:pt x="445819" y="136406"/>
                    <a:pt x="453403" y="136496"/>
                  </a:cubicBezTo>
                  <a:cubicBezTo>
                    <a:pt x="453428" y="136496"/>
                    <a:pt x="453460" y="136496"/>
                    <a:pt x="453484" y="136496"/>
                  </a:cubicBezTo>
                  <a:lnTo>
                    <a:pt x="453484" y="136496"/>
                  </a:lnTo>
                  <a:cubicBezTo>
                    <a:pt x="461036" y="136455"/>
                    <a:pt x="467140" y="130310"/>
                    <a:pt x="467140" y="122759"/>
                  </a:cubicBezTo>
                  <a:lnTo>
                    <a:pt x="467140" y="122759"/>
                  </a:lnTo>
                  <a:close/>
                  <a:moveTo>
                    <a:pt x="507945" y="122921"/>
                  </a:moveTo>
                  <a:cubicBezTo>
                    <a:pt x="508035" y="115337"/>
                    <a:pt x="501955" y="109111"/>
                    <a:pt x="494371" y="109021"/>
                  </a:cubicBezTo>
                  <a:cubicBezTo>
                    <a:pt x="486787" y="108932"/>
                    <a:pt x="480560" y="115012"/>
                    <a:pt x="480471" y="122596"/>
                  </a:cubicBezTo>
                  <a:cubicBezTo>
                    <a:pt x="480382" y="130180"/>
                    <a:pt x="486462" y="136406"/>
                    <a:pt x="494045" y="136496"/>
                  </a:cubicBezTo>
                  <a:cubicBezTo>
                    <a:pt x="494070" y="136496"/>
                    <a:pt x="494103" y="136496"/>
                    <a:pt x="494127" y="136496"/>
                  </a:cubicBezTo>
                  <a:lnTo>
                    <a:pt x="494127" y="136496"/>
                  </a:lnTo>
                  <a:cubicBezTo>
                    <a:pt x="501621" y="136496"/>
                    <a:pt x="507701" y="130416"/>
                    <a:pt x="507701" y="122921"/>
                  </a:cubicBezTo>
                  <a:lnTo>
                    <a:pt x="507701" y="122921"/>
                  </a:lnTo>
                  <a:close/>
                  <a:moveTo>
                    <a:pt x="442917" y="279720"/>
                  </a:moveTo>
                  <a:cubicBezTo>
                    <a:pt x="443007" y="272136"/>
                    <a:pt x="436927" y="265910"/>
                    <a:pt x="429343" y="265820"/>
                  </a:cubicBezTo>
                  <a:cubicBezTo>
                    <a:pt x="421759" y="265731"/>
                    <a:pt x="415532" y="271811"/>
                    <a:pt x="415443" y="279395"/>
                  </a:cubicBezTo>
                  <a:cubicBezTo>
                    <a:pt x="415354" y="286979"/>
                    <a:pt x="421434" y="293205"/>
                    <a:pt x="429017" y="293294"/>
                  </a:cubicBezTo>
                  <a:lnTo>
                    <a:pt x="429017" y="293294"/>
                  </a:lnTo>
                  <a:cubicBezTo>
                    <a:pt x="436602" y="293294"/>
                    <a:pt x="442755" y="287141"/>
                    <a:pt x="442755" y="279557"/>
                  </a:cubicBezTo>
                  <a:lnTo>
                    <a:pt x="442755" y="279557"/>
                  </a:lnTo>
                  <a:close/>
                  <a:moveTo>
                    <a:pt x="483560" y="279720"/>
                  </a:moveTo>
                  <a:cubicBezTo>
                    <a:pt x="483649" y="272136"/>
                    <a:pt x="477569" y="265910"/>
                    <a:pt x="469985" y="265820"/>
                  </a:cubicBezTo>
                  <a:cubicBezTo>
                    <a:pt x="462401" y="265731"/>
                    <a:pt x="456175" y="271811"/>
                    <a:pt x="456086" y="279395"/>
                  </a:cubicBezTo>
                  <a:cubicBezTo>
                    <a:pt x="455996" y="286979"/>
                    <a:pt x="462076" y="293205"/>
                    <a:pt x="469660" y="293294"/>
                  </a:cubicBezTo>
                  <a:lnTo>
                    <a:pt x="469660" y="293294"/>
                  </a:lnTo>
                  <a:cubicBezTo>
                    <a:pt x="477154" y="293294"/>
                    <a:pt x="483235" y="287214"/>
                    <a:pt x="483235" y="279720"/>
                  </a:cubicBezTo>
                  <a:lnTo>
                    <a:pt x="483235" y="279720"/>
                  </a:lnTo>
                  <a:close/>
                  <a:moveTo>
                    <a:pt x="524202" y="279720"/>
                  </a:moveTo>
                  <a:cubicBezTo>
                    <a:pt x="524292" y="272136"/>
                    <a:pt x="518212" y="265910"/>
                    <a:pt x="510628" y="265820"/>
                  </a:cubicBezTo>
                  <a:cubicBezTo>
                    <a:pt x="503044" y="265731"/>
                    <a:pt x="496817" y="271811"/>
                    <a:pt x="496728" y="279395"/>
                  </a:cubicBezTo>
                  <a:cubicBezTo>
                    <a:pt x="496639" y="286979"/>
                    <a:pt x="502719" y="293205"/>
                    <a:pt x="510302" y="293294"/>
                  </a:cubicBezTo>
                  <a:lnTo>
                    <a:pt x="510302" y="293294"/>
                  </a:lnTo>
                  <a:cubicBezTo>
                    <a:pt x="517797" y="293294"/>
                    <a:pt x="523877" y="287214"/>
                    <a:pt x="523877" y="279720"/>
                  </a:cubicBezTo>
                  <a:lnTo>
                    <a:pt x="523877" y="279720"/>
                  </a:lnTo>
                  <a:close/>
                  <a:moveTo>
                    <a:pt x="564845" y="279720"/>
                  </a:moveTo>
                  <a:cubicBezTo>
                    <a:pt x="564934" y="272136"/>
                    <a:pt x="558854" y="265910"/>
                    <a:pt x="551270" y="265820"/>
                  </a:cubicBezTo>
                  <a:cubicBezTo>
                    <a:pt x="543686" y="265731"/>
                    <a:pt x="537460" y="271811"/>
                    <a:pt x="537371" y="279395"/>
                  </a:cubicBezTo>
                  <a:cubicBezTo>
                    <a:pt x="537281" y="286979"/>
                    <a:pt x="543361" y="293205"/>
                    <a:pt x="550945" y="293294"/>
                  </a:cubicBezTo>
                  <a:lnTo>
                    <a:pt x="550945" y="293294"/>
                  </a:lnTo>
                  <a:cubicBezTo>
                    <a:pt x="558529" y="293294"/>
                    <a:pt x="564682" y="287141"/>
                    <a:pt x="564682" y="279557"/>
                  </a:cubicBezTo>
                  <a:lnTo>
                    <a:pt x="564682" y="279557"/>
                  </a:lnTo>
                  <a:close/>
                  <a:moveTo>
                    <a:pt x="605487" y="279720"/>
                  </a:moveTo>
                  <a:cubicBezTo>
                    <a:pt x="605577" y="272136"/>
                    <a:pt x="599497" y="265910"/>
                    <a:pt x="591913" y="265820"/>
                  </a:cubicBezTo>
                  <a:cubicBezTo>
                    <a:pt x="584329" y="265731"/>
                    <a:pt x="578102" y="271811"/>
                    <a:pt x="578013" y="279395"/>
                  </a:cubicBezTo>
                  <a:cubicBezTo>
                    <a:pt x="577924" y="286979"/>
                    <a:pt x="584004" y="293205"/>
                    <a:pt x="591587" y="293294"/>
                  </a:cubicBezTo>
                  <a:lnTo>
                    <a:pt x="591587" y="293294"/>
                  </a:lnTo>
                  <a:cubicBezTo>
                    <a:pt x="599082" y="293294"/>
                    <a:pt x="605162" y="287214"/>
                    <a:pt x="605162" y="279720"/>
                  </a:cubicBezTo>
                  <a:lnTo>
                    <a:pt x="605162" y="279720"/>
                  </a:lnTo>
                  <a:close/>
                  <a:moveTo>
                    <a:pt x="646130" y="279720"/>
                  </a:moveTo>
                  <a:cubicBezTo>
                    <a:pt x="646219" y="272136"/>
                    <a:pt x="640139" y="265910"/>
                    <a:pt x="632555" y="265820"/>
                  </a:cubicBezTo>
                  <a:cubicBezTo>
                    <a:pt x="624971" y="265731"/>
                    <a:pt x="618745" y="271811"/>
                    <a:pt x="618656" y="279395"/>
                  </a:cubicBezTo>
                  <a:cubicBezTo>
                    <a:pt x="618566" y="286979"/>
                    <a:pt x="624646" y="293205"/>
                    <a:pt x="632230" y="293294"/>
                  </a:cubicBezTo>
                  <a:cubicBezTo>
                    <a:pt x="632255" y="293294"/>
                    <a:pt x="632287" y="293294"/>
                    <a:pt x="632311" y="293294"/>
                  </a:cubicBezTo>
                  <a:lnTo>
                    <a:pt x="632311" y="293294"/>
                  </a:lnTo>
                  <a:cubicBezTo>
                    <a:pt x="639863" y="293254"/>
                    <a:pt x="645967" y="287109"/>
                    <a:pt x="645967" y="279557"/>
                  </a:cubicBezTo>
                  <a:lnTo>
                    <a:pt x="645967" y="279557"/>
                  </a:lnTo>
                  <a:close/>
                  <a:moveTo>
                    <a:pt x="441617" y="392137"/>
                  </a:moveTo>
                  <a:cubicBezTo>
                    <a:pt x="441706" y="384553"/>
                    <a:pt x="435626" y="378327"/>
                    <a:pt x="428042" y="378237"/>
                  </a:cubicBezTo>
                  <a:cubicBezTo>
                    <a:pt x="420458" y="378148"/>
                    <a:pt x="414232" y="384228"/>
                    <a:pt x="414143" y="391812"/>
                  </a:cubicBezTo>
                  <a:cubicBezTo>
                    <a:pt x="414053" y="399396"/>
                    <a:pt x="420133" y="405622"/>
                    <a:pt x="427717" y="405711"/>
                  </a:cubicBezTo>
                  <a:lnTo>
                    <a:pt x="427717" y="405711"/>
                  </a:lnTo>
                  <a:cubicBezTo>
                    <a:pt x="435301" y="405711"/>
                    <a:pt x="441454" y="399558"/>
                    <a:pt x="441454" y="391975"/>
                  </a:cubicBezTo>
                  <a:lnTo>
                    <a:pt x="441454" y="391975"/>
                  </a:lnTo>
                  <a:close/>
                  <a:moveTo>
                    <a:pt x="482260" y="392137"/>
                  </a:moveTo>
                  <a:cubicBezTo>
                    <a:pt x="482349" y="384553"/>
                    <a:pt x="476269" y="378327"/>
                    <a:pt x="468685" y="378237"/>
                  </a:cubicBezTo>
                  <a:cubicBezTo>
                    <a:pt x="461101" y="378148"/>
                    <a:pt x="454874" y="384228"/>
                    <a:pt x="454785" y="391812"/>
                  </a:cubicBezTo>
                  <a:cubicBezTo>
                    <a:pt x="454695" y="399396"/>
                    <a:pt x="460776" y="405622"/>
                    <a:pt x="468360" y="405711"/>
                  </a:cubicBezTo>
                  <a:lnTo>
                    <a:pt x="468360" y="405711"/>
                  </a:lnTo>
                  <a:cubicBezTo>
                    <a:pt x="475854" y="405711"/>
                    <a:pt x="481934" y="399631"/>
                    <a:pt x="481934" y="392137"/>
                  </a:cubicBezTo>
                  <a:lnTo>
                    <a:pt x="481934" y="392137"/>
                  </a:lnTo>
                  <a:close/>
                  <a:moveTo>
                    <a:pt x="522902" y="392137"/>
                  </a:moveTo>
                  <a:cubicBezTo>
                    <a:pt x="522991" y="384553"/>
                    <a:pt x="516911" y="378327"/>
                    <a:pt x="509327" y="378237"/>
                  </a:cubicBezTo>
                  <a:cubicBezTo>
                    <a:pt x="501743" y="378148"/>
                    <a:pt x="495517" y="384228"/>
                    <a:pt x="495428" y="391812"/>
                  </a:cubicBezTo>
                  <a:cubicBezTo>
                    <a:pt x="495338" y="399396"/>
                    <a:pt x="501418" y="405622"/>
                    <a:pt x="509002" y="405711"/>
                  </a:cubicBezTo>
                  <a:lnTo>
                    <a:pt x="509002" y="405711"/>
                  </a:lnTo>
                  <a:cubicBezTo>
                    <a:pt x="516497" y="405711"/>
                    <a:pt x="522577" y="399631"/>
                    <a:pt x="522577" y="392137"/>
                  </a:cubicBezTo>
                  <a:lnTo>
                    <a:pt x="522577" y="392137"/>
                  </a:lnTo>
                  <a:close/>
                  <a:moveTo>
                    <a:pt x="563545" y="392137"/>
                  </a:moveTo>
                  <a:cubicBezTo>
                    <a:pt x="563634" y="384553"/>
                    <a:pt x="557554" y="378327"/>
                    <a:pt x="549970" y="378237"/>
                  </a:cubicBezTo>
                  <a:cubicBezTo>
                    <a:pt x="542386" y="378148"/>
                    <a:pt x="536159" y="384228"/>
                    <a:pt x="536070" y="391812"/>
                  </a:cubicBezTo>
                  <a:cubicBezTo>
                    <a:pt x="535980" y="399396"/>
                    <a:pt x="542061" y="405622"/>
                    <a:pt x="549645" y="405711"/>
                  </a:cubicBezTo>
                  <a:lnTo>
                    <a:pt x="549645" y="405711"/>
                  </a:lnTo>
                  <a:cubicBezTo>
                    <a:pt x="557188" y="405760"/>
                    <a:pt x="563333" y="399680"/>
                    <a:pt x="563382" y="392137"/>
                  </a:cubicBezTo>
                  <a:cubicBezTo>
                    <a:pt x="563382" y="392080"/>
                    <a:pt x="563382" y="392031"/>
                    <a:pt x="563382" y="391975"/>
                  </a:cubicBezTo>
                  <a:lnTo>
                    <a:pt x="563382" y="391975"/>
                  </a:lnTo>
                  <a:close/>
                  <a:moveTo>
                    <a:pt x="604187" y="392137"/>
                  </a:moveTo>
                  <a:cubicBezTo>
                    <a:pt x="604276" y="384553"/>
                    <a:pt x="598196" y="378327"/>
                    <a:pt x="590612" y="378237"/>
                  </a:cubicBezTo>
                  <a:cubicBezTo>
                    <a:pt x="583028" y="378148"/>
                    <a:pt x="576802" y="384228"/>
                    <a:pt x="576713" y="391812"/>
                  </a:cubicBezTo>
                  <a:cubicBezTo>
                    <a:pt x="576623" y="399396"/>
                    <a:pt x="582703" y="405622"/>
                    <a:pt x="590287" y="405711"/>
                  </a:cubicBezTo>
                  <a:lnTo>
                    <a:pt x="590287" y="405711"/>
                  </a:lnTo>
                  <a:cubicBezTo>
                    <a:pt x="597741" y="405711"/>
                    <a:pt x="603780" y="399672"/>
                    <a:pt x="603780" y="392218"/>
                  </a:cubicBezTo>
                  <a:cubicBezTo>
                    <a:pt x="603780" y="392194"/>
                    <a:pt x="603780" y="392161"/>
                    <a:pt x="603780" y="392137"/>
                  </a:cubicBezTo>
                  <a:lnTo>
                    <a:pt x="603780" y="392137"/>
                  </a:lnTo>
                  <a:close/>
                  <a:moveTo>
                    <a:pt x="644830" y="392137"/>
                  </a:moveTo>
                  <a:cubicBezTo>
                    <a:pt x="644244" y="384569"/>
                    <a:pt x="637644" y="378912"/>
                    <a:pt x="630076" y="379497"/>
                  </a:cubicBezTo>
                  <a:cubicBezTo>
                    <a:pt x="623321" y="380017"/>
                    <a:pt x="617956" y="385382"/>
                    <a:pt x="617436" y="392137"/>
                  </a:cubicBezTo>
                  <a:cubicBezTo>
                    <a:pt x="617347" y="399721"/>
                    <a:pt x="623419" y="405947"/>
                    <a:pt x="631011" y="406037"/>
                  </a:cubicBezTo>
                  <a:cubicBezTo>
                    <a:pt x="631011" y="406037"/>
                    <a:pt x="631011" y="406037"/>
                    <a:pt x="631011" y="406037"/>
                  </a:cubicBezTo>
                  <a:lnTo>
                    <a:pt x="631011" y="406037"/>
                  </a:lnTo>
                  <a:cubicBezTo>
                    <a:pt x="638554" y="406037"/>
                    <a:pt x="644667" y="399924"/>
                    <a:pt x="644667" y="392381"/>
                  </a:cubicBezTo>
                  <a:cubicBezTo>
                    <a:pt x="644667" y="392357"/>
                    <a:pt x="644667" y="392324"/>
                    <a:pt x="644667" y="392300"/>
                  </a:cubicBezTo>
                  <a:lnTo>
                    <a:pt x="644667" y="39230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2;p3"/>
            <p:cNvSpPr/>
            <p:nvPr/>
          </p:nvSpPr>
          <p:spPr>
            <a:xfrm>
              <a:off x="-129830" y="3836475"/>
              <a:ext cx="646622" cy="407808"/>
            </a:xfrm>
            <a:custGeom>
              <a:avLst/>
              <a:gdLst/>
              <a:ahLst/>
              <a:cxnLst/>
              <a:rect l="l" t="t" r="r" b="b"/>
              <a:pathLst>
                <a:path w="646622" h="407808" extrusionOk="0">
                  <a:moveTo>
                    <a:pt x="58927" y="25705"/>
                  </a:moveTo>
                  <a:lnTo>
                    <a:pt x="11213" y="25705"/>
                  </a:lnTo>
                  <a:cubicBezTo>
                    <a:pt x="4750" y="25705"/>
                    <a:pt x="-492" y="20462"/>
                    <a:pt x="-492" y="14000"/>
                  </a:cubicBezTo>
                  <a:lnTo>
                    <a:pt x="-492" y="14000"/>
                  </a:lnTo>
                  <a:cubicBezTo>
                    <a:pt x="-492" y="7505"/>
                    <a:pt x="4718" y="2222"/>
                    <a:pt x="11213" y="2133"/>
                  </a:cubicBezTo>
                  <a:lnTo>
                    <a:pt x="58927" y="2133"/>
                  </a:lnTo>
                  <a:cubicBezTo>
                    <a:pt x="65478" y="2133"/>
                    <a:pt x="70794" y="7449"/>
                    <a:pt x="70794" y="14000"/>
                  </a:cubicBezTo>
                  <a:lnTo>
                    <a:pt x="70794" y="14000"/>
                  </a:lnTo>
                  <a:cubicBezTo>
                    <a:pt x="70794" y="20462"/>
                    <a:pt x="65552" y="25705"/>
                    <a:pt x="59090" y="25705"/>
                  </a:cubicBezTo>
                  <a:close/>
                  <a:moveTo>
                    <a:pt x="70794" y="68542"/>
                  </a:moveTo>
                  <a:cubicBezTo>
                    <a:pt x="70794" y="62080"/>
                    <a:pt x="65552" y="56837"/>
                    <a:pt x="59090" y="56837"/>
                  </a:cubicBezTo>
                  <a:lnTo>
                    <a:pt x="11213" y="56837"/>
                  </a:lnTo>
                  <a:cubicBezTo>
                    <a:pt x="4791" y="56789"/>
                    <a:pt x="-444" y="61958"/>
                    <a:pt x="-492" y="68380"/>
                  </a:cubicBezTo>
                  <a:cubicBezTo>
                    <a:pt x="-492" y="68437"/>
                    <a:pt x="-492" y="68486"/>
                    <a:pt x="-492" y="68542"/>
                  </a:cubicBezTo>
                  <a:lnTo>
                    <a:pt x="-492" y="68542"/>
                  </a:lnTo>
                  <a:cubicBezTo>
                    <a:pt x="-492" y="75037"/>
                    <a:pt x="4718" y="80321"/>
                    <a:pt x="11213" y="80410"/>
                  </a:cubicBezTo>
                  <a:lnTo>
                    <a:pt x="58927" y="80410"/>
                  </a:lnTo>
                  <a:cubicBezTo>
                    <a:pt x="65478" y="80410"/>
                    <a:pt x="70794" y="75094"/>
                    <a:pt x="70794" y="68542"/>
                  </a:cubicBezTo>
                  <a:close/>
                  <a:moveTo>
                    <a:pt x="70794" y="123085"/>
                  </a:moveTo>
                  <a:cubicBezTo>
                    <a:pt x="70844" y="116663"/>
                    <a:pt x="65674" y="111428"/>
                    <a:pt x="59252" y="111380"/>
                  </a:cubicBezTo>
                  <a:cubicBezTo>
                    <a:pt x="59196" y="111380"/>
                    <a:pt x="59146" y="111380"/>
                    <a:pt x="59090" y="111380"/>
                  </a:cubicBezTo>
                  <a:lnTo>
                    <a:pt x="11213" y="111380"/>
                  </a:lnTo>
                  <a:cubicBezTo>
                    <a:pt x="4702" y="112144"/>
                    <a:pt x="44" y="118045"/>
                    <a:pt x="817" y="124556"/>
                  </a:cubicBezTo>
                  <a:cubicBezTo>
                    <a:pt x="1459" y="130010"/>
                    <a:pt x="5758" y="134310"/>
                    <a:pt x="11213" y="134952"/>
                  </a:cubicBezTo>
                  <a:lnTo>
                    <a:pt x="58927" y="134952"/>
                  </a:lnTo>
                  <a:cubicBezTo>
                    <a:pt x="65478" y="134952"/>
                    <a:pt x="70794" y="129636"/>
                    <a:pt x="70794" y="123085"/>
                  </a:cubicBezTo>
                  <a:close/>
                  <a:moveTo>
                    <a:pt x="70794" y="177627"/>
                  </a:moveTo>
                  <a:cubicBezTo>
                    <a:pt x="70844" y="171205"/>
                    <a:pt x="65674" y="165971"/>
                    <a:pt x="59252" y="165922"/>
                  </a:cubicBezTo>
                  <a:cubicBezTo>
                    <a:pt x="59196" y="165922"/>
                    <a:pt x="59146" y="165922"/>
                    <a:pt x="59090" y="165922"/>
                  </a:cubicBezTo>
                  <a:lnTo>
                    <a:pt x="11213" y="165922"/>
                  </a:lnTo>
                  <a:cubicBezTo>
                    <a:pt x="4726" y="166458"/>
                    <a:pt x="-94" y="172156"/>
                    <a:pt x="442" y="178643"/>
                  </a:cubicBezTo>
                  <a:cubicBezTo>
                    <a:pt x="922" y="184382"/>
                    <a:pt x="5474" y="188934"/>
                    <a:pt x="11213" y="189413"/>
                  </a:cubicBezTo>
                  <a:lnTo>
                    <a:pt x="58927" y="189413"/>
                  </a:lnTo>
                  <a:cubicBezTo>
                    <a:pt x="65438" y="189462"/>
                    <a:pt x="70746" y="184219"/>
                    <a:pt x="70794" y="177708"/>
                  </a:cubicBezTo>
                  <a:cubicBezTo>
                    <a:pt x="70794" y="177684"/>
                    <a:pt x="70794" y="177651"/>
                    <a:pt x="70794" y="177627"/>
                  </a:cubicBezTo>
                  <a:lnTo>
                    <a:pt x="70794" y="177627"/>
                  </a:lnTo>
                  <a:close/>
                  <a:moveTo>
                    <a:pt x="70794" y="232088"/>
                  </a:moveTo>
                  <a:cubicBezTo>
                    <a:pt x="70794" y="225666"/>
                    <a:pt x="65593" y="220464"/>
                    <a:pt x="59171" y="220464"/>
                  </a:cubicBezTo>
                  <a:cubicBezTo>
                    <a:pt x="59146" y="220464"/>
                    <a:pt x="59114" y="220464"/>
                    <a:pt x="59090" y="220464"/>
                  </a:cubicBezTo>
                  <a:lnTo>
                    <a:pt x="11213" y="220464"/>
                  </a:lnTo>
                  <a:cubicBezTo>
                    <a:pt x="4726" y="221001"/>
                    <a:pt x="-94" y="226699"/>
                    <a:pt x="442" y="233185"/>
                  </a:cubicBezTo>
                  <a:cubicBezTo>
                    <a:pt x="922" y="238924"/>
                    <a:pt x="5474" y="243476"/>
                    <a:pt x="11213" y="243955"/>
                  </a:cubicBezTo>
                  <a:lnTo>
                    <a:pt x="58927" y="243955"/>
                  </a:lnTo>
                  <a:cubicBezTo>
                    <a:pt x="65478" y="243955"/>
                    <a:pt x="70794" y="238640"/>
                    <a:pt x="70794" y="232088"/>
                  </a:cubicBezTo>
                  <a:close/>
                  <a:moveTo>
                    <a:pt x="70794" y="286630"/>
                  </a:moveTo>
                  <a:cubicBezTo>
                    <a:pt x="70794" y="280168"/>
                    <a:pt x="65552" y="274925"/>
                    <a:pt x="59090" y="274925"/>
                  </a:cubicBezTo>
                  <a:lnTo>
                    <a:pt x="11213" y="274925"/>
                  </a:lnTo>
                  <a:cubicBezTo>
                    <a:pt x="4702" y="275689"/>
                    <a:pt x="44" y="281590"/>
                    <a:pt x="817" y="288101"/>
                  </a:cubicBezTo>
                  <a:cubicBezTo>
                    <a:pt x="1459" y="293556"/>
                    <a:pt x="5758" y="297855"/>
                    <a:pt x="11213" y="298498"/>
                  </a:cubicBezTo>
                  <a:lnTo>
                    <a:pt x="58927" y="298498"/>
                  </a:lnTo>
                  <a:cubicBezTo>
                    <a:pt x="65478" y="298498"/>
                    <a:pt x="70794" y="293182"/>
                    <a:pt x="70794" y="286630"/>
                  </a:cubicBezTo>
                  <a:close/>
                  <a:moveTo>
                    <a:pt x="70794" y="341172"/>
                  </a:moveTo>
                  <a:cubicBezTo>
                    <a:pt x="70794" y="334710"/>
                    <a:pt x="65552" y="329467"/>
                    <a:pt x="59090" y="329467"/>
                  </a:cubicBezTo>
                  <a:lnTo>
                    <a:pt x="11213" y="329467"/>
                  </a:lnTo>
                  <a:cubicBezTo>
                    <a:pt x="4702" y="330231"/>
                    <a:pt x="44" y="336133"/>
                    <a:pt x="817" y="342644"/>
                  </a:cubicBezTo>
                  <a:cubicBezTo>
                    <a:pt x="1459" y="348098"/>
                    <a:pt x="5758" y="352398"/>
                    <a:pt x="11213" y="353040"/>
                  </a:cubicBezTo>
                  <a:lnTo>
                    <a:pt x="58927" y="353040"/>
                  </a:lnTo>
                  <a:cubicBezTo>
                    <a:pt x="65478" y="353040"/>
                    <a:pt x="70794" y="347724"/>
                    <a:pt x="70794" y="341172"/>
                  </a:cubicBezTo>
                  <a:close/>
                  <a:moveTo>
                    <a:pt x="70794" y="395877"/>
                  </a:moveTo>
                  <a:cubicBezTo>
                    <a:pt x="70794" y="389326"/>
                    <a:pt x="65478" y="384009"/>
                    <a:pt x="58927" y="384009"/>
                  </a:cubicBezTo>
                  <a:lnTo>
                    <a:pt x="11213" y="384009"/>
                  </a:lnTo>
                  <a:cubicBezTo>
                    <a:pt x="4702" y="384774"/>
                    <a:pt x="44" y="390675"/>
                    <a:pt x="817" y="397186"/>
                  </a:cubicBezTo>
                  <a:cubicBezTo>
                    <a:pt x="1459" y="402640"/>
                    <a:pt x="5758" y="406940"/>
                    <a:pt x="11213" y="407582"/>
                  </a:cubicBezTo>
                  <a:lnTo>
                    <a:pt x="58927" y="407582"/>
                  </a:lnTo>
                  <a:cubicBezTo>
                    <a:pt x="65373" y="407631"/>
                    <a:pt x="70664" y="402486"/>
                    <a:pt x="70794" y="396040"/>
                  </a:cubicBezTo>
                  <a:lnTo>
                    <a:pt x="70794" y="396040"/>
                  </a:lnTo>
                  <a:close/>
                  <a:moveTo>
                    <a:pt x="249621" y="13838"/>
                  </a:moveTo>
                  <a:cubicBezTo>
                    <a:pt x="249581" y="7302"/>
                    <a:pt x="244290" y="2011"/>
                    <a:pt x="237754" y="1970"/>
                  </a:cubicBezTo>
                  <a:lnTo>
                    <a:pt x="112575" y="1970"/>
                  </a:lnTo>
                  <a:cubicBezTo>
                    <a:pt x="106040" y="2011"/>
                    <a:pt x="100748" y="7302"/>
                    <a:pt x="100708" y="13838"/>
                  </a:cubicBezTo>
                  <a:lnTo>
                    <a:pt x="100708" y="13838"/>
                  </a:lnTo>
                  <a:cubicBezTo>
                    <a:pt x="100748" y="20284"/>
                    <a:pt x="105967" y="25502"/>
                    <a:pt x="112413" y="25543"/>
                  </a:cubicBezTo>
                  <a:lnTo>
                    <a:pt x="237754" y="25543"/>
                  </a:lnTo>
                  <a:cubicBezTo>
                    <a:pt x="244216" y="25632"/>
                    <a:pt x="249532" y="20462"/>
                    <a:pt x="249621" y="14000"/>
                  </a:cubicBezTo>
                  <a:cubicBezTo>
                    <a:pt x="249621" y="14000"/>
                    <a:pt x="249621" y="14000"/>
                    <a:pt x="249621" y="14000"/>
                  </a:cubicBezTo>
                  <a:lnTo>
                    <a:pt x="249621" y="14000"/>
                  </a:lnTo>
                  <a:close/>
                  <a:moveTo>
                    <a:pt x="249621" y="68380"/>
                  </a:moveTo>
                  <a:cubicBezTo>
                    <a:pt x="249581" y="61934"/>
                    <a:pt x="244362" y="56715"/>
                    <a:pt x="237917" y="56675"/>
                  </a:cubicBezTo>
                  <a:lnTo>
                    <a:pt x="112250" y="56675"/>
                  </a:lnTo>
                  <a:cubicBezTo>
                    <a:pt x="105804" y="56626"/>
                    <a:pt x="100512" y="61771"/>
                    <a:pt x="100382" y="68217"/>
                  </a:cubicBezTo>
                  <a:lnTo>
                    <a:pt x="100382" y="68217"/>
                  </a:lnTo>
                  <a:cubicBezTo>
                    <a:pt x="100423" y="74753"/>
                    <a:pt x="105715" y="80044"/>
                    <a:pt x="112250" y="80085"/>
                  </a:cubicBezTo>
                  <a:lnTo>
                    <a:pt x="237429" y="80085"/>
                  </a:lnTo>
                  <a:cubicBezTo>
                    <a:pt x="243964" y="80044"/>
                    <a:pt x="249248" y="74753"/>
                    <a:pt x="249296" y="68217"/>
                  </a:cubicBezTo>
                  <a:close/>
                  <a:moveTo>
                    <a:pt x="249621" y="122922"/>
                  </a:moveTo>
                  <a:cubicBezTo>
                    <a:pt x="249621" y="116460"/>
                    <a:pt x="244379" y="111217"/>
                    <a:pt x="237917" y="111217"/>
                  </a:cubicBezTo>
                  <a:lnTo>
                    <a:pt x="112250" y="111217"/>
                  </a:lnTo>
                  <a:cubicBezTo>
                    <a:pt x="105788" y="110412"/>
                    <a:pt x="99903" y="114989"/>
                    <a:pt x="99090" y="121451"/>
                  </a:cubicBezTo>
                  <a:cubicBezTo>
                    <a:pt x="99090" y="121483"/>
                    <a:pt x="99082" y="121508"/>
                    <a:pt x="99082" y="121540"/>
                  </a:cubicBezTo>
                  <a:cubicBezTo>
                    <a:pt x="98318" y="128035"/>
                    <a:pt x="102918" y="133944"/>
                    <a:pt x="109405" y="134790"/>
                  </a:cubicBezTo>
                  <a:lnTo>
                    <a:pt x="237429" y="134790"/>
                  </a:lnTo>
                  <a:cubicBezTo>
                    <a:pt x="243964" y="134749"/>
                    <a:pt x="249248" y="129457"/>
                    <a:pt x="249296" y="122922"/>
                  </a:cubicBezTo>
                  <a:close/>
                  <a:moveTo>
                    <a:pt x="249621" y="177464"/>
                  </a:moveTo>
                  <a:cubicBezTo>
                    <a:pt x="249621" y="171002"/>
                    <a:pt x="244379" y="165759"/>
                    <a:pt x="237917" y="165759"/>
                  </a:cubicBezTo>
                  <a:lnTo>
                    <a:pt x="112250" y="165759"/>
                  </a:lnTo>
                  <a:cubicBezTo>
                    <a:pt x="105698" y="165483"/>
                    <a:pt x="100171" y="170563"/>
                    <a:pt x="99887" y="177115"/>
                  </a:cubicBezTo>
                  <a:cubicBezTo>
                    <a:pt x="99643" y="182951"/>
                    <a:pt x="103675" y="188096"/>
                    <a:pt x="109405" y="189251"/>
                  </a:cubicBezTo>
                  <a:cubicBezTo>
                    <a:pt x="110348" y="189421"/>
                    <a:pt x="111307" y="189421"/>
                    <a:pt x="112250" y="189251"/>
                  </a:cubicBezTo>
                  <a:lnTo>
                    <a:pt x="237429" y="189251"/>
                  </a:lnTo>
                  <a:cubicBezTo>
                    <a:pt x="243940" y="189299"/>
                    <a:pt x="249248" y="184056"/>
                    <a:pt x="249296" y="177546"/>
                  </a:cubicBezTo>
                  <a:cubicBezTo>
                    <a:pt x="249296" y="177521"/>
                    <a:pt x="249296" y="177489"/>
                    <a:pt x="249296" y="177464"/>
                  </a:cubicBezTo>
                  <a:lnTo>
                    <a:pt x="249296" y="177464"/>
                  </a:lnTo>
                  <a:close/>
                  <a:moveTo>
                    <a:pt x="249621" y="231925"/>
                  </a:moveTo>
                  <a:cubicBezTo>
                    <a:pt x="249573" y="225496"/>
                    <a:pt x="244346" y="220302"/>
                    <a:pt x="237917" y="220302"/>
                  </a:cubicBezTo>
                  <a:lnTo>
                    <a:pt x="112250" y="220302"/>
                  </a:lnTo>
                  <a:cubicBezTo>
                    <a:pt x="105829" y="219009"/>
                    <a:pt x="99570" y="223171"/>
                    <a:pt x="98277" y="229592"/>
                  </a:cubicBezTo>
                  <a:cubicBezTo>
                    <a:pt x="96985" y="236022"/>
                    <a:pt x="101146" y="242281"/>
                    <a:pt x="107568" y="243573"/>
                  </a:cubicBezTo>
                  <a:cubicBezTo>
                    <a:pt x="108177" y="243695"/>
                    <a:pt x="108787" y="243768"/>
                    <a:pt x="109405" y="243793"/>
                  </a:cubicBezTo>
                  <a:cubicBezTo>
                    <a:pt x="110348" y="243964"/>
                    <a:pt x="111307" y="243964"/>
                    <a:pt x="112250" y="243793"/>
                  </a:cubicBezTo>
                  <a:lnTo>
                    <a:pt x="237429" y="243793"/>
                  </a:lnTo>
                  <a:cubicBezTo>
                    <a:pt x="243980" y="243793"/>
                    <a:pt x="249296" y="238477"/>
                    <a:pt x="249296" y="231925"/>
                  </a:cubicBezTo>
                  <a:close/>
                  <a:moveTo>
                    <a:pt x="399674" y="286467"/>
                  </a:moveTo>
                  <a:cubicBezTo>
                    <a:pt x="399633" y="280021"/>
                    <a:pt x="394415" y="274803"/>
                    <a:pt x="387969" y="274763"/>
                  </a:cubicBezTo>
                  <a:lnTo>
                    <a:pt x="262140" y="274763"/>
                  </a:lnTo>
                  <a:cubicBezTo>
                    <a:pt x="255628" y="275527"/>
                    <a:pt x="250971" y="281428"/>
                    <a:pt x="251743" y="287939"/>
                  </a:cubicBezTo>
                  <a:cubicBezTo>
                    <a:pt x="252385" y="293393"/>
                    <a:pt x="256685" y="297693"/>
                    <a:pt x="262140" y="298335"/>
                  </a:cubicBezTo>
                  <a:lnTo>
                    <a:pt x="387481" y="298335"/>
                  </a:lnTo>
                  <a:cubicBezTo>
                    <a:pt x="394033" y="298335"/>
                    <a:pt x="399349" y="293019"/>
                    <a:pt x="399349" y="286467"/>
                  </a:cubicBezTo>
                  <a:close/>
                  <a:moveTo>
                    <a:pt x="399674" y="341010"/>
                  </a:moveTo>
                  <a:cubicBezTo>
                    <a:pt x="399633" y="334564"/>
                    <a:pt x="394415" y="329345"/>
                    <a:pt x="387969" y="329305"/>
                  </a:cubicBezTo>
                  <a:lnTo>
                    <a:pt x="262140" y="329305"/>
                  </a:lnTo>
                  <a:cubicBezTo>
                    <a:pt x="255628" y="330069"/>
                    <a:pt x="250971" y="335970"/>
                    <a:pt x="251743" y="342481"/>
                  </a:cubicBezTo>
                  <a:cubicBezTo>
                    <a:pt x="252385" y="347935"/>
                    <a:pt x="256685" y="352235"/>
                    <a:pt x="262140" y="352877"/>
                  </a:cubicBezTo>
                  <a:lnTo>
                    <a:pt x="387481" y="352877"/>
                  </a:lnTo>
                  <a:cubicBezTo>
                    <a:pt x="394033" y="352877"/>
                    <a:pt x="399349" y="347561"/>
                    <a:pt x="399349" y="341010"/>
                  </a:cubicBezTo>
                  <a:close/>
                  <a:moveTo>
                    <a:pt x="399674" y="395714"/>
                  </a:moveTo>
                  <a:cubicBezTo>
                    <a:pt x="399674" y="389163"/>
                    <a:pt x="394358" y="383847"/>
                    <a:pt x="387806" y="383847"/>
                  </a:cubicBezTo>
                  <a:lnTo>
                    <a:pt x="262140" y="383847"/>
                  </a:lnTo>
                  <a:cubicBezTo>
                    <a:pt x="255628" y="384611"/>
                    <a:pt x="250971" y="390512"/>
                    <a:pt x="251743" y="397023"/>
                  </a:cubicBezTo>
                  <a:cubicBezTo>
                    <a:pt x="252385" y="402477"/>
                    <a:pt x="256685" y="406778"/>
                    <a:pt x="262140" y="407419"/>
                  </a:cubicBezTo>
                  <a:lnTo>
                    <a:pt x="387481" y="407419"/>
                  </a:lnTo>
                  <a:cubicBezTo>
                    <a:pt x="393927" y="407468"/>
                    <a:pt x="399219" y="402323"/>
                    <a:pt x="399349" y="395877"/>
                  </a:cubicBezTo>
                  <a:lnTo>
                    <a:pt x="399349" y="395877"/>
                  </a:lnTo>
                  <a:close/>
                  <a:moveTo>
                    <a:pt x="304814" y="13675"/>
                  </a:moveTo>
                  <a:cubicBezTo>
                    <a:pt x="304814" y="6091"/>
                    <a:pt x="298661" y="-62"/>
                    <a:pt x="291077" y="-62"/>
                  </a:cubicBezTo>
                  <a:cubicBezTo>
                    <a:pt x="283493" y="-62"/>
                    <a:pt x="277340" y="6091"/>
                    <a:pt x="277340" y="13675"/>
                  </a:cubicBezTo>
                  <a:cubicBezTo>
                    <a:pt x="277340" y="21259"/>
                    <a:pt x="283493" y="27412"/>
                    <a:pt x="291077" y="27412"/>
                  </a:cubicBezTo>
                  <a:cubicBezTo>
                    <a:pt x="298661" y="27412"/>
                    <a:pt x="304814" y="21259"/>
                    <a:pt x="304814" y="13675"/>
                  </a:cubicBezTo>
                  <a:close/>
                  <a:moveTo>
                    <a:pt x="345457" y="13675"/>
                  </a:moveTo>
                  <a:cubicBezTo>
                    <a:pt x="345546" y="6091"/>
                    <a:pt x="339466" y="-135"/>
                    <a:pt x="331882" y="-225"/>
                  </a:cubicBezTo>
                  <a:cubicBezTo>
                    <a:pt x="324298" y="-314"/>
                    <a:pt x="318072" y="5766"/>
                    <a:pt x="317982" y="13350"/>
                  </a:cubicBezTo>
                  <a:cubicBezTo>
                    <a:pt x="317893" y="20934"/>
                    <a:pt x="323973" y="27160"/>
                    <a:pt x="331557" y="27250"/>
                  </a:cubicBezTo>
                  <a:lnTo>
                    <a:pt x="331557" y="27250"/>
                  </a:lnTo>
                  <a:cubicBezTo>
                    <a:pt x="339051" y="27250"/>
                    <a:pt x="345131" y="21169"/>
                    <a:pt x="345131" y="13675"/>
                  </a:cubicBezTo>
                  <a:close/>
                  <a:moveTo>
                    <a:pt x="386099" y="13675"/>
                  </a:moveTo>
                  <a:cubicBezTo>
                    <a:pt x="386189" y="6091"/>
                    <a:pt x="380109" y="-135"/>
                    <a:pt x="372525" y="-225"/>
                  </a:cubicBezTo>
                  <a:cubicBezTo>
                    <a:pt x="364941" y="-314"/>
                    <a:pt x="358714" y="5766"/>
                    <a:pt x="358625" y="13350"/>
                  </a:cubicBezTo>
                  <a:cubicBezTo>
                    <a:pt x="358536" y="20934"/>
                    <a:pt x="364616" y="27160"/>
                    <a:pt x="372199" y="27250"/>
                  </a:cubicBezTo>
                  <a:lnTo>
                    <a:pt x="372199" y="27250"/>
                  </a:lnTo>
                  <a:cubicBezTo>
                    <a:pt x="379727" y="27250"/>
                    <a:pt x="385847" y="21202"/>
                    <a:pt x="385937" y="13675"/>
                  </a:cubicBezTo>
                  <a:close/>
                  <a:moveTo>
                    <a:pt x="426742" y="13675"/>
                  </a:moveTo>
                  <a:cubicBezTo>
                    <a:pt x="426831" y="6091"/>
                    <a:pt x="420751" y="-135"/>
                    <a:pt x="413167" y="-225"/>
                  </a:cubicBezTo>
                  <a:cubicBezTo>
                    <a:pt x="405583" y="-314"/>
                    <a:pt x="399357" y="5766"/>
                    <a:pt x="399267" y="13350"/>
                  </a:cubicBezTo>
                  <a:cubicBezTo>
                    <a:pt x="399178" y="20934"/>
                    <a:pt x="405258" y="27160"/>
                    <a:pt x="412842" y="27250"/>
                  </a:cubicBezTo>
                  <a:lnTo>
                    <a:pt x="412842" y="27250"/>
                  </a:lnTo>
                  <a:cubicBezTo>
                    <a:pt x="420296" y="27250"/>
                    <a:pt x="426335" y="21210"/>
                    <a:pt x="426335" y="13756"/>
                  </a:cubicBezTo>
                  <a:cubicBezTo>
                    <a:pt x="426335" y="13732"/>
                    <a:pt x="426335" y="13700"/>
                    <a:pt x="426335" y="13675"/>
                  </a:cubicBezTo>
                  <a:close/>
                  <a:moveTo>
                    <a:pt x="467384" y="13675"/>
                  </a:moveTo>
                  <a:cubicBezTo>
                    <a:pt x="467474" y="6091"/>
                    <a:pt x="461394" y="-135"/>
                    <a:pt x="453810" y="-225"/>
                  </a:cubicBezTo>
                  <a:cubicBezTo>
                    <a:pt x="446226" y="-314"/>
                    <a:pt x="439999" y="5766"/>
                    <a:pt x="439910" y="13350"/>
                  </a:cubicBezTo>
                  <a:cubicBezTo>
                    <a:pt x="439821" y="20934"/>
                    <a:pt x="445901" y="27160"/>
                    <a:pt x="453484" y="27250"/>
                  </a:cubicBezTo>
                  <a:cubicBezTo>
                    <a:pt x="453509" y="27250"/>
                    <a:pt x="453541" y="27250"/>
                    <a:pt x="453566" y="27250"/>
                  </a:cubicBezTo>
                  <a:lnTo>
                    <a:pt x="453566" y="27250"/>
                  </a:lnTo>
                  <a:cubicBezTo>
                    <a:pt x="461060" y="27209"/>
                    <a:pt x="467132" y="21169"/>
                    <a:pt x="467222" y="13675"/>
                  </a:cubicBezTo>
                  <a:close/>
                  <a:moveTo>
                    <a:pt x="508027" y="13675"/>
                  </a:moveTo>
                  <a:cubicBezTo>
                    <a:pt x="508116" y="6091"/>
                    <a:pt x="502036" y="-135"/>
                    <a:pt x="494452" y="-225"/>
                  </a:cubicBezTo>
                  <a:cubicBezTo>
                    <a:pt x="486868" y="-314"/>
                    <a:pt x="480642" y="5766"/>
                    <a:pt x="480552" y="13350"/>
                  </a:cubicBezTo>
                  <a:cubicBezTo>
                    <a:pt x="480463" y="20934"/>
                    <a:pt x="486543" y="27160"/>
                    <a:pt x="494127" y="27250"/>
                  </a:cubicBezTo>
                  <a:cubicBezTo>
                    <a:pt x="494151" y="27250"/>
                    <a:pt x="494184" y="27250"/>
                    <a:pt x="494208" y="27250"/>
                  </a:cubicBezTo>
                  <a:lnTo>
                    <a:pt x="494208" y="27250"/>
                  </a:lnTo>
                  <a:cubicBezTo>
                    <a:pt x="501662" y="27250"/>
                    <a:pt x="507701" y="21210"/>
                    <a:pt x="507701" y="13756"/>
                  </a:cubicBezTo>
                  <a:cubicBezTo>
                    <a:pt x="507701" y="13732"/>
                    <a:pt x="507701" y="13700"/>
                    <a:pt x="507701" y="13675"/>
                  </a:cubicBezTo>
                  <a:close/>
                  <a:moveTo>
                    <a:pt x="304733" y="123085"/>
                  </a:moveTo>
                  <a:cubicBezTo>
                    <a:pt x="304310" y="115956"/>
                    <a:pt x="298197" y="110526"/>
                    <a:pt x="291069" y="110941"/>
                  </a:cubicBezTo>
                  <a:cubicBezTo>
                    <a:pt x="283948" y="111363"/>
                    <a:pt x="278510" y="117476"/>
                    <a:pt x="278925" y="124605"/>
                  </a:cubicBezTo>
                  <a:cubicBezTo>
                    <a:pt x="279315" y="131115"/>
                    <a:pt x="284485" y="136318"/>
                    <a:pt x="290996" y="136741"/>
                  </a:cubicBezTo>
                  <a:cubicBezTo>
                    <a:pt x="298539" y="136789"/>
                    <a:pt x="304684" y="130709"/>
                    <a:pt x="304733" y="123166"/>
                  </a:cubicBezTo>
                  <a:cubicBezTo>
                    <a:pt x="304733" y="123142"/>
                    <a:pt x="304733" y="123109"/>
                    <a:pt x="304733" y="123085"/>
                  </a:cubicBezTo>
                  <a:close/>
                  <a:moveTo>
                    <a:pt x="345375" y="123085"/>
                  </a:moveTo>
                  <a:cubicBezTo>
                    <a:pt x="345416" y="115501"/>
                    <a:pt x="339303" y="109315"/>
                    <a:pt x="331720" y="109266"/>
                  </a:cubicBezTo>
                  <a:cubicBezTo>
                    <a:pt x="324136" y="109225"/>
                    <a:pt x="317950" y="115338"/>
                    <a:pt x="317901" y="122922"/>
                  </a:cubicBezTo>
                  <a:cubicBezTo>
                    <a:pt x="317860" y="130506"/>
                    <a:pt x="323973" y="136692"/>
                    <a:pt x="331557" y="136741"/>
                  </a:cubicBezTo>
                  <a:cubicBezTo>
                    <a:pt x="331581" y="136741"/>
                    <a:pt x="331614" y="136741"/>
                    <a:pt x="331638" y="136741"/>
                  </a:cubicBezTo>
                  <a:lnTo>
                    <a:pt x="331638" y="136741"/>
                  </a:lnTo>
                  <a:cubicBezTo>
                    <a:pt x="339092" y="136789"/>
                    <a:pt x="345164" y="130782"/>
                    <a:pt x="345213" y="123329"/>
                  </a:cubicBezTo>
                  <a:cubicBezTo>
                    <a:pt x="345213" y="123304"/>
                    <a:pt x="345213" y="123272"/>
                    <a:pt x="345213" y="123247"/>
                  </a:cubicBezTo>
                  <a:lnTo>
                    <a:pt x="345213" y="123247"/>
                  </a:lnTo>
                  <a:close/>
                  <a:moveTo>
                    <a:pt x="386018" y="123085"/>
                  </a:moveTo>
                  <a:cubicBezTo>
                    <a:pt x="386059" y="115501"/>
                    <a:pt x="379946" y="109315"/>
                    <a:pt x="372362" y="109266"/>
                  </a:cubicBezTo>
                  <a:cubicBezTo>
                    <a:pt x="364778" y="109225"/>
                    <a:pt x="358592" y="115338"/>
                    <a:pt x="358544" y="122922"/>
                  </a:cubicBezTo>
                  <a:cubicBezTo>
                    <a:pt x="358503" y="130506"/>
                    <a:pt x="364616" y="136692"/>
                    <a:pt x="372199" y="136741"/>
                  </a:cubicBezTo>
                  <a:cubicBezTo>
                    <a:pt x="372224" y="136741"/>
                    <a:pt x="372256" y="136741"/>
                    <a:pt x="372281" y="136741"/>
                  </a:cubicBezTo>
                  <a:lnTo>
                    <a:pt x="372281" y="136741"/>
                  </a:lnTo>
                  <a:cubicBezTo>
                    <a:pt x="379734" y="136879"/>
                    <a:pt x="385879" y="130945"/>
                    <a:pt x="386018" y="123491"/>
                  </a:cubicBezTo>
                  <a:cubicBezTo>
                    <a:pt x="386018" y="123467"/>
                    <a:pt x="386018" y="123434"/>
                    <a:pt x="386018" y="123410"/>
                  </a:cubicBezTo>
                  <a:lnTo>
                    <a:pt x="386018" y="123410"/>
                  </a:lnTo>
                  <a:close/>
                  <a:moveTo>
                    <a:pt x="426660" y="123085"/>
                  </a:moveTo>
                  <a:cubicBezTo>
                    <a:pt x="426701" y="115501"/>
                    <a:pt x="420588" y="109315"/>
                    <a:pt x="413005" y="109266"/>
                  </a:cubicBezTo>
                  <a:cubicBezTo>
                    <a:pt x="405421" y="109225"/>
                    <a:pt x="399235" y="115338"/>
                    <a:pt x="399186" y="122922"/>
                  </a:cubicBezTo>
                  <a:cubicBezTo>
                    <a:pt x="399145" y="130506"/>
                    <a:pt x="405258" y="136692"/>
                    <a:pt x="412842" y="136741"/>
                  </a:cubicBezTo>
                  <a:cubicBezTo>
                    <a:pt x="412866" y="136741"/>
                    <a:pt x="412899" y="136741"/>
                    <a:pt x="412923" y="136741"/>
                  </a:cubicBezTo>
                  <a:lnTo>
                    <a:pt x="412923" y="136741"/>
                  </a:lnTo>
                  <a:cubicBezTo>
                    <a:pt x="420377" y="136741"/>
                    <a:pt x="426416" y="130701"/>
                    <a:pt x="426416" y="123247"/>
                  </a:cubicBezTo>
                  <a:lnTo>
                    <a:pt x="426416" y="123247"/>
                  </a:lnTo>
                  <a:close/>
                  <a:moveTo>
                    <a:pt x="467303" y="123085"/>
                  </a:moveTo>
                  <a:cubicBezTo>
                    <a:pt x="467344" y="115501"/>
                    <a:pt x="461231" y="109315"/>
                    <a:pt x="453647" y="109266"/>
                  </a:cubicBezTo>
                  <a:cubicBezTo>
                    <a:pt x="446063" y="109225"/>
                    <a:pt x="439877" y="115338"/>
                    <a:pt x="439829" y="122922"/>
                  </a:cubicBezTo>
                  <a:cubicBezTo>
                    <a:pt x="439788" y="130506"/>
                    <a:pt x="445901" y="136692"/>
                    <a:pt x="453484" y="136741"/>
                  </a:cubicBezTo>
                  <a:cubicBezTo>
                    <a:pt x="453541" y="136741"/>
                    <a:pt x="453590" y="136741"/>
                    <a:pt x="453647" y="136741"/>
                  </a:cubicBezTo>
                  <a:lnTo>
                    <a:pt x="453647" y="136741"/>
                  </a:lnTo>
                  <a:cubicBezTo>
                    <a:pt x="461052" y="136879"/>
                    <a:pt x="467164" y="130977"/>
                    <a:pt x="467303" y="123572"/>
                  </a:cubicBezTo>
                  <a:cubicBezTo>
                    <a:pt x="467303" y="123524"/>
                    <a:pt x="467303" y="123467"/>
                    <a:pt x="467303" y="123410"/>
                  </a:cubicBezTo>
                  <a:lnTo>
                    <a:pt x="467303" y="123410"/>
                  </a:lnTo>
                  <a:close/>
                  <a:moveTo>
                    <a:pt x="507945" y="123085"/>
                  </a:moveTo>
                  <a:cubicBezTo>
                    <a:pt x="507986" y="115501"/>
                    <a:pt x="501873" y="109315"/>
                    <a:pt x="494290" y="109266"/>
                  </a:cubicBezTo>
                  <a:cubicBezTo>
                    <a:pt x="486706" y="109225"/>
                    <a:pt x="480520" y="115338"/>
                    <a:pt x="480471" y="122922"/>
                  </a:cubicBezTo>
                  <a:cubicBezTo>
                    <a:pt x="480430" y="130506"/>
                    <a:pt x="486543" y="136692"/>
                    <a:pt x="494127" y="136741"/>
                  </a:cubicBezTo>
                  <a:cubicBezTo>
                    <a:pt x="494184" y="136741"/>
                    <a:pt x="494232" y="136741"/>
                    <a:pt x="494290" y="136741"/>
                  </a:cubicBezTo>
                  <a:lnTo>
                    <a:pt x="494290" y="136741"/>
                  </a:lnTo>
                  <a:cubicBezTo>
                    <a:pt x="501743" y="136741"/>
                    <a:pt x="507783" y="130701"/>
                    <a:pt x="507783" y="123247"/>
                  </a:cubicBezTo>
                  <a:lnTo>
                    <a:pt x="507783" y="123247"/>
                  </a:lnTo>
                  <a:close/>
                  <a:moveTo>
                    <a:pt x="442917" y="279883"/>
                  </a:moveTo>
                  <a:cubicBezTo>
                    <a:pt x="442917" y="272300"/>
                    <a:pt x="436764" y="266146"/>
                    <a:pt x="429180" y="266146"/>
                  </a:cubicBezTo>
                  <a:cubicBezTo>
                    <a:pt x="421596" y="266146"/>
                    <a:pt x="415443" y="272300"/>
                    <a:pt x="415443" y="279883"/>
                  </a:cubicBezTo>
                  <a:cubicBezTo>
                    <a:pt x="415443" y="287467"/>
                    <a:pt x="421596" y="293620"/>
                    <a:pt x="429180" y="293620"/>
                  </a:cubicBezTo>
                  <a:lnTo>
                    <a:pt x="429180" y="293620"/>
                  </a:lnTo>
                  <a:cubicBezTo>
                    <a:pt x="436658" y="293669"/>
                    <a:pt x="442787" y="287687"/>
                    <a:pt x="442917" y="280209"/>
                  </a:cubicBezTo>
                  <a:lnTo>
                    <a:pt x="442917" y="280209"/>
                  </a:lnTo>
                  <a:close/>
                  <a:moveTo>
                    <a:pt x="483560" y="279883"/>
                  </a:moveTo>
                  <a:cubicBezTo>
                    <a:pt x="483560" y="272300"/>
                    <a:pt x="477406" y="266146"/>
                    <a:pt x="469823" y="266146"/>
                  </a:cubicBezTo>
                  <a:cubicBezTo>
                    <a:pt x="462239" y="266146"/>
                    <a:pt x="456086" y="272300"/>
                    <a:pt x="456086" y="279883"/>
                  </a:cubicBezTo>
                  <a:cubicBezTo>
                    <a:pt x="456086" y="287467"/>
                    <a:pt x="462239" y="293620"/>
                    <a:pt x="469823" y="293620"/>
                  </a:cubicBezTo>
                  <a:lnTo>
                    <a:pt x="469823" y="293620"/>
                  </a:lnTo>
                  <a:cubicBezTo>
                    <a:pt x="477317" y="293620"/>
                    <a:pt x="483397" y="287540"/>
                    <a:pt x="483397" y="280046"/>
                  </a:cubicBezTo>
                  <a:lnTo>
                    <a:pt x="483397" y="280046"/>
                  </a:lnTo>
                  <a:close/>
                  <a:moveTo>
                    <a:pt x="524202" y="279883"/>
                  </a:moveTo>
                  <a:cubicBezTo>
                    <a:pt x="524202" y="272300"/>
                    <a:pt x="518049" y="266146"/>
                    <a:pt x="510465" y="266146"/>
                  </a:cubicBezTo>
                  <a:cubicBezTo>
                    <a:pt x="502881" y="266146"/>
                    <a:pt x="496728" y="272300"/>
                    <a:pt x="496728" y="279883"/>
                  </a:cubicBezTo>
                  <a:cubicBezTo>
                    <a:pt x="496728" y="287467"/>
                    <a:pt x="502881" y="293620"/>
                    <a:pt x="510465" y="293620"/>
                  </a:cubicBezTo>
                  <a:lnTo>
                    <a:pt x="510465" y="293620"/>
                  </a:lnTo>
                  <a:cubicBezTo>
                    <a:pt x="517960" y="293620"/>
                    <a:pt x="524040" y="287540"/>
                    <a:pt x="524040" y="280046"/>
                  </a:cubicBezTo>
                  <a:lnTo>
                    <a:pt x="524040" y="280046"/>
                  </a:lnTo>
                  <a:close/>
                  <a:moveTo>
                    <a:pt x="564845" y="279883"/>
                  </a:moveTo>
                  <a:cubicBezTo>
                    <a:pt x="564845" y="272300"/>
                    <a:pt x="558691" y="266146"/>
                    <a:pt x="551108" y="266146"/>
                  </a:cubicBezTo>
                  <a:cubicBezTo>
                    <a:pt x="543524" y="266146"/>
                    <a:pt x="537371" y="272300"/>
                    <a:pt x="537371" y="279883"/>
                  </a:cubicBezTo>
                  <a:cubicBezTo>
                    <a:pt x="537371" y="287467"/>
                    <a:pt x="543524" y="293620"/>
                    <a:pt x="551108" y="293620"/>
                  </a:cubicBezTo>
                  <a:lnTo>
                    <a:pt x="551108" y="293620"/>
                  </a:lnTo>
                  <a:cubicBezTo>
                    <a:pt x="558602" y="293710"/>
                    <a:pt x="564756" y="287703"/>
                    <a:pt x="564845" y="280209"/>
                  </a:cubicBezTo>
                  <a:cubicBezTo>
                    <a:pt x="564845" y="280209"/>
                    <a:pt x="564845" y="280209"/>
                    <a:pt x="564845" y="280209"/>
                  </a:cubicBezTo>
                  <a:lnTo>
                    <a:pt x="564845" y="280209"/>
                  </a:lnTo>
                  <a:close/>
                  <a:moveTo>
                    <a:pt x="605487" y="279883"/>
                  </a:moveTo>
                  <a:cubicBezTo>
                    <a:pt x="605487" y="272300"/>
                    <a:pt x="599334" y="266146"/>
                    <a:pt x="591750" y="266146"/>
                  </a:cubicBezTo>
                  <a:cubicBezTo>
                    <a:pt x="584166" y="266146"/>
                    <a:pt x="578013" y="272300"/>
                    <a:pt x="578013" y="279883"/>
                  </a:cubicBezTo>
                  <a:cubicBezTo>
                    <a:pt x="578013" y="287467"/>
                    <a:pt x="584166" y="293620"/>
                    <a:pt x="591750" y="293620"/>
                  </a:cubicBezTo>
                  <a:lnTo>
                    <a:pt x="591750" y="293620"/>
                  </a:lnTo>
                  <a:cubicBezTo>
                    <a:pt x="599245" y="293620"/>
                    <a:pt x="605325" y="287540"/>
                    <a:pt x="605325" y="280046"/>
                  </a:cubicBezTo>
                  <a:lnTo>
                    <a:pt x="605325" y="280046"/>
                  </a:lnTo>
                  <a:close/>
                  <a:moveTo>
                    <a:pt x="646130" y="279883"/>
                  </a:moveTo>
                  <a:cubicBezTo>
                    <a:pt x="646130" y="272300"/>
                    <a:pt x="639976" y="266146"/>
                    <a:pt x="632393" y="266146"/>
                  </a:cubicBezTo>
                  <a:cubicBezTo>
                    <a:pt x="624809" y="266146"/>
                    <a:pt x="618656" y="272300"/>
                    <a:pt x="618656" y="279883"/>
                  </a:cubicBezTo>
                  <a:cubicBezTo>
                    <a:pt x="618656" y="287467"/>
                    <a:pt x="624809" y="293620"/>
                    <a:pt x="632393" y="293620"/>
                  </a:cubicBezTo>
                  <a:cubicBezTo>
                    <a:pt x="632417" y="293620"/>
                    <a:pt x="632450" y="293620"/>
                    <a:pt x="632474" y="293620"/>
                  </a:cubicBezTo>
                  <a:lnTo>
                    <a:pt x="632474" y="293620"/>
                  </a:lnTo>
                  <a:cubicBezTo>
                    <a:pt x="639928" y="293710"/>
                    <a:pt x="646041" y="287744"/>
                    <a:pt x="646130" y="280290"/>
                  </a:cubicBezTo>
                  <a:cubicBezTo>
                    <a:pt x="646130" y="280265"/>
                    <a:pt x="646130" y="280233"/>
                    <a:pt x="646130" y="280209"/>
                  </a:cubicBezTo>
                  <a:lnTo>
                    <a:pt x="646130" y="280209"/>
                  </a:lnTo>
                  <a:close/>
                  <a:moveTo>
                    <a:pt x="441617" y="392301"/>
                  </a:moveTo>
                  <a:cubicBezTo>
                    <a:pt x="441617" y="384717"/>
                    <a:pt x="435464" y="378563"/>
                    <a:pt x="427880" y="378563"/>
                  </a:cubicBezTo>
                  <a:cubicBezTo>
                    <a:pt x="420296" y="378563"/>
                    <a:pt x="414143" y="384717"/>
                    <a:pt x="414143" y="392301"/>
                  </a:cubicBezTo>
                  <a:cubicBezTo>
                    <a:pt x="414143" y="399884"/>
                    <a:pt x="420296" y="406038"/>
                    <a:pt x="427880" y="406038"/>
                  </a:cubicBezTo>
                  <a:lnTo>
                    <a:pt x="427880" y="406038"/>
                  </a:lnTo>
                  <a:cubicBezTo>
                    <a:pt x="435358" y="406086"/>
                    <a:pt x="441487" y="400104"/>
                    <a:pt x="441617" y="392626"/>
                  </a:cubicBezTo>
                  <a:lnTo>
                    <a:pt x="441617" y="392626"/>
                  </a:lnTo>
                  <a:close/>
                  <a:moveTo>
                    <a:pt x="482260" y="392301"/>
                  </a:moveTo>
                  <a:cubicBezTo>
                    <a:pt x="482260" y="384717"/>
                    <a:pt x="476106" y="378563"/>
                    <a:pt x="468522" y="378563"/>
                  </a:cubicBezTo>
                  <a:cubicBezTo>
                    <a:pt x="460938" y="378563"/>
                    <a:pt x="454785" y="384717"/>
                    <a:pt x="454785" y="392301"/>
                  </a:cubicBezTo>
                  <a:cubicBezTo>
                    <a:pt x="454785" y="399884"/>
                    <a:pt x="460938" y="406038"/>
                    <a:pt x="468522" y="406038"/>
                  </a:cubicBezTo>
                  <a:lnTo>
                    <a:pt x="468522" y="406038"/>
                  </a:lnTo>
                  <a:cubicBezTo>
                    <a:pt x="476017" y="406038"/>
                    <a:pt x="482097" y="399958"/>
                    <a:pt x="482097" y="392463"/>
                  </a:cubicBezTo>
                  <a:lnTo>
                    <a:pt x="482097" y="392463"/>
                  </a:lnTo>
                  <a:close/>
                  <a:moveTo>
                    <a:pt x="522902" y="392301"/>
                  </a:moveTo>
                  <a:cubicBezTo>
                    <a:pt x="522902" y="384717"/>
                    <a:pt x="516749" y="378563"/>
                    <a:pt x="509165" y="378563"/>
                  </a:cubicBezTo>
                  <a:cubicBezTo>
                    <a:pt x="501581" y="378563"/>
                    <a:pt x="495428" y="384717"/>
                    <a:pt x="495428" y="392301"/>
                  </a:cubicBezTo>
                  <a:cubicBezTo>
                    <a:pt x="495428" y="399884"/>
                    <a:pt x="501581" y="406038"/>
                    <a:pt x="509165" y="406038"/>
                  </a:cubicBezTo>
                  <a:lnTo>
                    <a:pt x="509165" y="406038"/>
                  </a:lnTo>
                  <a:cubicBezTo>
                    <a:pt x="516659" y="406038"/>
                    <a:pt x="522739" y="399958"/>
                    <a:pt x="522739" y="392463"/>
                  </a:cubicBezTo>
                  <a:lnTo>
                    <a:pt x="522739" y="392463"/>
                  </a:lnTo>
                  <a:close/>
                  <a:moveTo>
                    <a:pt x="563545" y="392301"/>
                  </a:moveTo>
                  <a:cubicBezTo>
                    <a:pt x="563545" y="384717"/>
                    <a:pt x="557391" y="378563"/>
                    <a:pt x="549807" y="378563"/>
                  </a:cubicBezTo>
                  <a:cubicBezTo>
                    <a:pt x="542223" y="378563"/>
                    <a:pt x="536070" y="384717"/>
                    <a:pt x="536070" y="392301"/>
                  </a:cubicBezTo>
                  <a:cubicBezTo>
                    <a:pt x="536070" y="399884"/>
                    <a:pt x="542223" y="406038"/>
                    <a:pt x="549807" y="406038"/>
                  </a:cubicBezTo>
                  <a:lnTo>
                    <a:pt x="549807" y="406038"/>
                  </a:lnTo>
                  <a:cubicBezTo>
                    <a:pt x="557302" y="406127"/>
                    <a:pt x="563455" y="400120"/>
                    <a:pt x="563545" y="392626"/>
                  </a:cubicBezTo>
                  <a:cubicBezTo>
                    <a:pt x="563545" y="392626"/>
                    <a:pt x="563545" y="392626"/>
                    <a:pt x="563545" y="392626"/>
                  </a:cubicBezTo>
                  <a:lnTo>
                    <a:pt x="563545" y="392626"/>
                  </a:lnTo>
                  <a:close/>
                  <a:moveTo>
                    <a:pt x="604187" y="392301"/>
                  </a:moveTo>
                  <a:cubicBezTo>
                    <a:pt x="604187" y="384717"/>
                    <a:pt x="598034" y="378563"/>
                    <a:pt x="590450" y="378563"/>
                  </a:cubicBezTo>
                  <a:cubicBezTo>
                    <a:pt x="582866" y="378563"/>
                    <a:pt x="576713" y="384717"/>
                    <a:pt x="576713" y="392301"/>
                  </a:cubicBezTo>
                  <a:cubicBezTo>
                    <a:pt x="576713" y="399884"/>
                    <a:pt x="582866" y="406038"/>
                    <a:pt x="590450" y="406038"/>
                  </a:cubicBezTo>
                  <a:lnTo>
                    <a:pt x="590450" y="406038"/>
                  </a:lnTo>
                  <a:cubicBezTo>
                    <a:pt x="597904" y="406038"/>
                    <a:pt x="603943" y="399998"/>
                    <a:pt x="603943" y="392544"/>
                  </a:cubicBezTo>
                  <a:cubicBezTo>
                    <a:pt x="603943" y="392520"/>
                    <a:pt x="603943" y="392488"/>
                    <a:pt x="603943" y="392463"/>
                  </a:cubicBezTo>
                  <a:lnTo>
                    <a:pt x="603943" y="392463"/>
                  </a:lnTo>
                  <a:close/>
                  <a:moveTo>
                    <a:pt x="644830" y="392301"/>
                  </a:moveTo>
                  <a:cubicBezTo>
                    <a:pt x="644830" y="384717"/>
                    <a:pt x="638676" y="378563"/>
                    <a:pt x="631092" y="378563"/>
                  </a:cubicBezTo>
                  <a:cubicBezTo>
                    <a:pt x="623508" y="378563"/>
                    <a:pt x="617355" y="384717"/>
                    <a:pt x="617355" y="392301"/>
                  </a:cubicBezTo>
                  <a:cubicBezTo>
                    <a:pt x="617355" y="399884"/>
                    <a:pt x="623508" y="406038"/>
                    <a:pt x="631092" y="406038"/>
                  </a:cubicBezTo>
                  <a:cubicBezTo>
                    <a:pt x="631117" y="406038"/>
                    <a:pt x="631149" y="406038"/>
                    <a:pt x="631173" y="406038"/>
                  </a:cubicBezTo>
                  <a:lnTo>
                    <a:pt x="631173" y="406038"/>
                  </a:lnTo>
                  <a:cubicBezTo>
                    <a:pt x="638627" y="406127"/>
                    <a:pt x="644740" y="400161"/>
                    <a:pt x="644830" y="392707"/>
                  </a:cubicBezTo>
                  <a:cubicBezTo>
                    <a:pt x="644830" y="392683"/>
                    <a:pt x="644830" y="392650"/>
                    <a:pt x="644830" y="392626"/>
                  </a:cubicBezTo>
                  <a:lnTo>
                    <a:pt x="644830" y="39262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720000" y="1108063"/>
            <a:ext cx="7704000" cy="4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1pPr>
            <a:lvl2pPr marL="914400" lvl="1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oogle Shape;27;p4"/>
          <p:cNvGrpSpPr/>
          <p:nvPr/>
        </p:nvGrpSpPr>
        <p:grpSpPr>
          <a:xfrm>
            <a:off x="-1194131" y="-559931"/>
            <a:ext cx="10595334" cy="5978442"/>
            <a:chOff x="-1194131" y="-559931"/>
            <a:chExt cx="10595334" cy="5978442"/>
          </a:xfrm>
        </p:grpSpPr>
        <p:grpSp>
          <p:nvGrpSpPr>
            <p:cNvPr id="28" name="Google Shape;28;p4"/>
            <p:cNvGrpSpPr/>
            <p:nvPr/>
          </p:nvGrpSpPr>
          <p:grpSpPr>
            <a:xfrm>
              <a:off x="-1194131" y="-559931"/>
              <a:ext cx="2269753" cy="2135869"/>
              <a:chOff x="-1194131" y="-559931"/>
              <a:chExt cx="2269753" cy="2135869"/>
            </a:xfrm>
          </p:grpSpPr>
          <p:sp>
            <p:nvSpPr>
              <p:cNvPr id="29" name="Google Shape;29;p4"/>
              <p:cNvSpPr/>
              <p:nvPr/>
            </p:nvSpPr>
            <p:spPr>
              <a:xfrm>
                <a:off x="-1194131" y="-297968"/>
                <a:ext cx="1687691" cy="1873906"/>
              </a:xfrm>
              <a:custGeom>
                <a:avLst/>
                <a:gdLst/>
                <a:ahLst/>
                <a:cxnLst/>
                <a:rect l="l" t="t" r="r" b="b"/>
                <a:pathLst>
                  <a:path w="1928790" h="2141607" extrusionOk="0">
                    <a:moveTo>
                      <a:pt x="1933821" y="1322611"/>
                    </a:moveTo>
                    <a:lnTo>
                      <a:pt x="1933385" y="1304949"/>
                    </a:lnTo>
                    <a:lnTo>
                      <a:pt x="1656981" y="1311645"/>
                    </a:lnTo>
                    <a:cubicBezTo>
                      <a:pt x="1650349" y="1142798"/>
                      <a:pt x="1569993" y="992663"/>
                      <a:pt x="1447187" y="892562"/>
                    </a:cubicBezTo>
                    <a:lnTo>
                      <a:pt x="1640288" y="647577"/>
                    </a:lnTo>
                    <a:lnTo>
                      <a:pt x="1626420" y="636640"/>
                    </a:lnTo>
                    <a:lnTo>
                      <a:pt x="1433308" y="881648"/>
                    </a:lnTo>
                    <a:cubicBezTo>
                      <a:pt x="1336578" y="807477"/>
                      <a:pt x="1218507" y="766472"/>
                      <a:pt x="1096623" y="764731"/>
                    </a:cubicBezTo>
                    <a:lnTo>
                      <a:pt x="1096623" y="23429"/>
                    </a:lnTo>
                    <a:lnTo>
                      <a:pt x="1864744" y="23429"/>
                    </a:lnTo>
                    <a:lnTo>
                      <a:pt x="1864744" y="5767"/>
                    </a:lnTo>
                    <a:lnTo>
                      <a:pt x="1078961" y="5767"/>
                    </a:lnTo>
                    <a:lnTo>
                      <a:pt x="1078961" y="764708"/>
                    </a:lnTo>
                    <a:cubicBezTo>
                      <a:pt x="768868" y="769466"/>
                      <a:pt x="518035" y="1023038"/>
                      <a:pt x="518035" y="1334239"/>
                    </a:cubicBezTo>
                    <a:cubicBezTo>
                      <a:pt x="518035" y="1459790"/>
                      <a:pt x="558941" y="1575917"/>
                      <a:pt x="628000" y="1670193"/>
                    </a:cubicBezTo>
                    <a:lnTo>
                      <a:pt x="5030" y="2140354"/>
                    </a:lnTo>
                    <a:lnTo>
                      <a:pt x="25036" y="2147374"/>
                    </a:lnTo>
                    <a:lnTo>
                      <a:pt x="638717" y="1684258"/>
                    </a:lnTo>
                    <a:cubicBezTo>
                      <a:pt x="743077" y="1817873"/>
                      <a:pt x="905524" y="1904026"/>
                      <a:pt x="1087815" y="1904026"/>
                    </a:cubicBezTo>
                    <a:cubicBezTo>
                      <a:pt x="1401987" y="1904026"/>
                      <a:pt x="1657602" y="1648434"/>
                      <a:pt x="1657602" y="1334239"/>
                    </a:cubicBezTo>
                    <a:cubicBezTo>
                      <a:pt x="1657602" y="1332580"/>
                      <a:pt x="1657492" y="1330944"/>
                      <a:pt x="1657474" y="1329284"/>
                    </a:cubicBezTo>
                    <a:close/>
                    <a:moveTo>
                      <a:pt x="1639330" y="1312063"/>
                    </a:moveTo>
                    <a:lnTo>
                      <a:pt x="1462360" y="1316345"/>
                    </a:lnTo>
                    <a:cubicBezTo>
                      <a:pt x="1457457" y="1210882"/>
                      <a:pt x="1408300" y="1112377"/>
                      <a:pt x="1326969" y="1045058"/>
                    </a:cubicBezTo>
                    <a:lnTo>
                      <a:pt x="1436250" y="906412"/>
                    </a:lnTo>
                    <a:cubicBezTo>
                      <a:pt x="1555069" y="1003380"/>
                      <a:pt x="1632832" y="1148693"/>
                      <a:pt x="1639330" y="1312063"/>
                    </a:cubicBezTo>
                    <a:close/>
                    <a:moveTo>
                      <a:pt x="1096623" y="976881"/>
                    </a:moveTo>
                    <a:cubicBezTo>
                      <a:pt x="1170846" y="978651"/>
                      <a:pt x="1242650" y="1003618"/>
                      <a:pt x="1301955" y="1048278"/>
                    </a:cubicBezTo>
                    <a:lnTo>
                      <a:pt x="1096623" y="1308802"/>
                    </a:lnTo>
                    <a:close/>
                    <a:moveTo>
                      <a:pt x="1078961" y="1329853"/>
                    </a:moveTo>
                    <a:lnTo>
                      <a:pt x="797323" y="1542414"/>
                    </a:lnTo>
                    <a:cubicBezTo>
                      <a:pt x="755117" y="1483689"/>
                      <a:pt x="729970" y="1411932"/>
                      <a:pt x="729970" y="1334257"/>
                    </a:cubicBezTo>
                    <a:cubicBezTo>
                      <a:pt x="729970" y="1139938"/>
                      <a:pt x="885756" y="981633"/>
                      <a:pt x="1078961" y="976887"/>
                    </a:cubicBezTo>
                    <a:close/>
                    <a:moveTo>
                      <a:pt x="1078961" y="1351983"/>
                    </a:moveTo>
                    <a:lnTo>
                      <a:pt x="1078961" y="1359717"/>
                    </a:lnTo>
                    <a:lnTo>
                      <a:pt x="1092150" y="1342983"/>
                    </a:lnTo>
                    <a:lnTo>
                      <a:pt x="1445609" y="1334425"/>
                    </a:lnTo>
                    <a:cubicBezTo>
                      <a:pt x="1445516" y="1531663"/>
                      <a:pt x="1285036" y="1692114"/>
                      <a:pt x="1087815" y="1692114"/>
                    </a:cubicBezTo>
                    <a:cubicBezTo>
                      <a:pt x="974514" y="1692114"/>
                      <a:pt x="873536" y="1639017"/>
                      <a:pt x="807924" y="1556584"/>
                    </a:cubicBezTo>
                    <a:close/>
                    <a:moveTo>
                      <a:pt x="1106348" y="1324967"/>
                    </a:moveTo>
                    <a:lnTo>
                      <a:pt x="1316038" y="1058943"/>
                    </a:lnTo>
                    <a:cubicBezTo>
                      <a:pt x="1393249" y="1122995"/>
                      <a:pt x="1439952" y="1216568"/>
                      <a:pt x="1444733" y="1316774"/>
                    </a:cubicBezTo>
                    <a:close/>
                    <a:moveTo>
                      <a:pt x="1422382" y="895498"/>
                    </a:moveTo>
                    <a:lnTo>
                      <a:pt x="1312875" y="1034428"/>
                    </a:lnTo>
                    <a:cubicBezTo>
                      <a:pt x="1250460" y="987308"/>
                      <a:pt x="1174809" y="960994"/>
                      <a:pt x="1096623" y="959219"/>
                    </a:cubicBezTo>
                    <a:lnTo>
                      <a:pt x="1096623" y="782382"/>
                    </a:lnTo>
                    <a:cubicBezTo>
                      <a:pt x="1214544" y="784128"/>
                      <a:pt x="1328762" y="823793"/>
                      <a:pt x="1422382" y="895510"/>
                    </a:cubicBezTo>
                    <a:close/>
                    <a:moveTo>
                      <a:pt x="535697" y="1334262"/>
                    </a:moveTo>
                    <a:cubicBezTo>
                      <a:pt x="535697" y="1032798"/>
                      <a:pt x="778605" y="787146"/>
                      <a:pt x="1078961" y="782393"/>
                    </a:cubicBezTo>
                    <a:lnTo>
                      <a:pt x="1078961" y="959230"/>
                    </a:lnTo>
                    <a:cubicBezTo>
                      <a:pt x="876020" y="963988"/>
                      <a:pt x="712308" y="1130207"/>
                      <a:pt x="712308" y="1334262"/>
                    </a:cubicBezTo>
                    <a:cubicBezTo>
                      <a:pt x="712308" y="1415924"/>
                      <a:pt x="738807" y="1491354"/>
                      <a:pt x="783241" y="1553009"/>
                    </a:cubicBezTo>
                    <a:lnTo>
                      <a:pt x="642094" y="1659540"/>
                    </a:lnTo>
                    <a:cubicBezTo>
                      <a:pt x="575274" y="1568264"/>
                      <a:pt x="535697" y="1455821"/>
                      <a:pt x="535697" y="1334262"/>
                    </a:cubicBezTo>
                    <a:close/>
                    <a:moveTo>
                      <a:pt x="1639876" y="1334262"/>
                    </a:moveTo>
                    <a:cubicBezTo>
                      <a:pt x="1639876" y="1638692"/>
                      <a:pt x="1392199" y="1886369"/>
                      <a:pt x="1087775" y="1886369"/>
                    </a:cubicBezTo>
                    <a:cubicBezTo>
                      <a:pt x="911234" y="1886369"/>
                      <a:pt x="753898" y="1802979"/>
                      <a:pt x="652764" y="1673622"/>
                    </a:cubicBezTo>
                    <a:lnTo>
                      <a:pt x="793807" y="1567179"/>
                    </a:lnTo>
                    <a:cubicBezTo>
                      <a:pt x="862686" y="1653883"/>
                      <a:pt x="968740" y="1709753"/>
                      <a:pt x="1087815" y="1709753"/>
                    </a:cubicBezTo>
                    <a:cubicBezTo>
                      <a:pt x="1294859" y="1709753"/>
                      <a:pt x="1463300" y="1541312"/>
                      <a:pt x="1463300" y="1334262"/>
                    </a:cubicBezTo>
                    <a:cubicBezTo>
                      <a:pt x="1463300" y="1334176"/>
                      <a:pt x="1463300" y="1334094"/>
                      <a:pt x="1463300" y="1334007"/>
                    </a:cubicBezTo>
                    <a:lnTo>
                      <a:pt x="1639812" y="1329737"/>
                    </a:lnTo>
                    <a:cubicBezTo>
                      <a:pt x="1639789" y="1331251"/>
                      <a:pt x="1639893" y="1332742"/>
                      <a:pt x="1639893" y="1334262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" name="Google Shape;30;p4"/>
              <p:cNvSpPr/>
              <p:nvPr/>
            </p:nvSpPr>
            <p:spPr>
              <a:xfrm>
                <a:off x="-397817" y="220552"/>
                <a:ext cx="951075" cy="790293"/>
              </a:xfrm>
              <a:custGeom>
                <a:avLst/>
                <a:gdLst/>
                <a:ahLst/>
                <a:cxnLst/>
                <a:rect l="l" t="t" r="r" b="b"/>
                <a:pathLst>
                  <a:path w="1086943" h="903192" extrusionOk="0">
                    <a:moveTo>
                      <a:pt x="176543" y="908959"/>
                    </a:moveTo>
                    <a:cubicBezTo>
                      <a:pt x="163116" y="908954"/>
                      <a:pt x="149742" y="907369"/>
                      <a:pt x="136687" y="904242"/>
                    </a:cubicBezTo>
                    <a:cubicBezTo>
                      <a:pt x="44715" y="882263"/>
                      <a:pt x="-12229" y="789548"/>
                      <a:pt x="9744" y="697581"/>
                    </a:cubicBezTo>
                    <a:lnTo>
                      <a:pt x="9744" y="697581"/>
                    </a:lnTo>
                    <a:cubicBezTo>
                      <a:pt x="31735" y="605603"/>
                      <a:pt x="124467" y="548671"/>
                      <a:pt x="216405" y="570644"/>
                    </a:cubicBezTo>
                    <a:cubicBezTo>
                      <a:pt x="308342" y="592618"/>
                      <a:pt x="365321" y="685338"/>
                      <a:pt x="343336" y="777305"/>
                    </a:cubicBezTo>
                    <a:cubicBezTo>
                      <a:pt x="324548" y="855926"/>
                      <a:pt x="254068" y="908959"/>
                      <a:pt x="176543" y="908959"/>
                    </a:cubicBezTo>
                    <a:close/>
                    <a:moveTo>
                      <a:pt x="26925" y="701689"/>
                    </a:moveTo>
                    <a:lnTo>
                      <a:pt x="26925" y="701689"/>
                    </a:lnTo>
                    <a:cubicBezTo>
                      <a:pt x="7197" y="784187"/>
                      <a:pt x="58298" y="867345"/>
                      <a:pt x="140789" y="887067"/>
                    </a:cubicBezTo>
                    <a:cubicBezTo>
                      <a:pt x="223281" y="906789"/>
                      <a:pt x="306445" y="855694"/>
                      <a:pt x="326161" y="773197"/>
                    </a:cubicBezTo>
                    <a:cubicBezTo>
                      <a:pt x="345878" y="690700"/>
                      <a:pt x="294829" y="607541"/>
                      <a:pt x="212303" y="587819"/>
                    </a:cubicBezTo>
                    <a:cubicBezTo>
                      <a:pt x="129776" y="568097"/>
                      <a:pt x="46653" y="619204"/>
                      <a:pt x="26925" y="701689"/>
                    </a:cubicBezTo>
                    <a:close/>
                    <a:moveTo>
                      <a:pt x="176398" y="648999"/>
                    </a:moveTo>
                    <a:cubicBezTo>
                      <a:pt x="225172" y="648999"/>
                      <a:pt x="264709" y="688536"/>
                      <a:pt x="264709" y="737310"/>
                    </a:cubicBezTo>
                    <a:cubicBezTo>
                      <a:pt x="264709" y="786078"/>
                      <a:pt x="225172" y="825615"/>
                      <a:pt x="176404" y="825615"/>
                    </a:cubicBezTo>
                    <a:cubicBezTo>
                      <a:pt x="176404" y="825615"/>
                      <a:pt x="176398" y="825615"/>
                      <a:pt x="176398" y="825615"/>
                    </a:cubicBezTo>
                    <a:cubicBezTo>
                      <a:pt x="127630" y="825615"/>
                      <a:pt x="88093" y="786078"/>
                      <a:pt x="88093" y="737310"/>
                    </a:cubicBezTo>
                    <a:cubicBezTo>
                      <a:pt x="88087" y="688541"/>
                      <a:pt x="127624" y="649004"/>
                      <a:pt x="176392" y="648999"/>
                    </a:cubicBezTo>
                    <a:cubicBezTo>
                      <a:pt x="176392" y="648999"/>
                      <a:pt x="176398" y="648999"/>
                      <a:pt x="176398" y="648999"/>
                    </a:cubicBezTo>
                    <a:close/>
                    <a:moveTo>
                      <a:pt x="1047817" y="682025"/>
                    </a:moveTo>
                    <a:cubicBezTo>
                      <a:pt x="1072205" y="682025"/>
                      <a:pt x="1091973" y="701794"/>
                      <a:pt x="1091973" y="726181"/>
                    </a:cubicBezTo>
                    <a:cubicBezTo>
                      <a:pt x="1091973" y="750568"/>
                      <a:pt x="1072205" y="770336"/>
                      <a:pt x="1047817" y="770336"/>
                    </a:cubicBezTo>
                    <a:cubicBezTo>
                      <a:pt x="1023436" y="770331"/>
                      <a:pt x="1003668" y="750568"/>
                      <a:pt x="1003668" y="726181"/>
                    </a:cubicBezTo>
                    <a:cubicBezTo>
                      <a:pt x="1003668" y="701800"/>
                      <a:pt x="1023436" y="682031"/>
                      <a:pt x="1047817" y="682025"/>
                    </a:cubicBezTo>
                    <a:close/>
                    <a:moveTo>
                      <a:pt x="723910" y="5767"/>
                    </a:moveTo>
                    <a:cubicBezTo>
                      <a:pt x="748297" y="5772"/>
                      <a:pt x="768059" y="25541"/>
                      <a:pt x="768059" y="49922"/>
                    </a:cubicBezTo>
                    <a:cubicBezTo>
                      <a:pt x="768059" y="74309"/>
                      <a:pt x="748297" y="94072"/>
                      <a:pt x="723910" y="94078"/>
                    </a:cubicBezTo>
                    <a:cubicBezTo>
                      <a:pt x="699522" y="94078"/>
                      <a:pt x="679754" y="74309"/>
                      <a:pt x="679754" y="49922"/>
                    </a:cubicBezTo>
                    <a:cubicBezTo>
                      <a:pt x="679754" y="25535"/>
                      <a:pt x="699522" y="5767"/>
                      <a:pt x="723910" y="576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" name="Google Shape;31;p4"/>
              <p:cNvSpPr/>
              <p:nvPr/>
            </p:nvSpPr>
            <p:spPr>
              <a:xfrm>
                <a:off x="481797" y="-559931"/>
                <a:ext cx="593825" cy="371934"/>
              </a:xfrm>
              <a:custGeom>
                <a:avLst/>
                <a:gdLst/>
                <a:ahLst/>
                <a:cxnLst/>
                <a:rect l="l" t="t" r="r" b="b"/>
                <a:pathLst>
                  <a:path w="678657" h="425067" extrusionOk="0">
                    <a:moveTo>
                      <a:pt x="68497" y="32523"/>
                    </a:moveTo>
                    <a:lnTo>
                      <a:pt x="18870" y="32523"/>
                    </a:lnTo>
                    <a:cubicBezTo>
                      <a:pt x="12140" y="32621"/>
                      <a:pt x="6604" y="27248"/>
                      <a:pt x="6506" y="20518"/>
                    </a:cubicBezTo>
                    <a:cubicBezTo>
                      <a:pt x="6506" y="20518"/>
                      <a:pt x="6506" y="20512"/>
                      <a:pt x="6506" y="20512"/>
                    </a:cubicBezTo>
                    <a:lnTo>
                      <a:pt x="6506" y="20332"/>
                    </a:lnTo>
                    <a:cubicBezTo>
                      <a:pt x="6511" y="13503"/>
                      <a:pt x="12047" y="7973"/>
                      <a:pt x="18870" y="7973"/>
                    </a:cubicBezTo>
                    <a:lnTo>
                      <a:pt x="68497" y="7973"/>
                    </a:lnTo>
                    <a:cubicBezTo>
                      <a:pt x="75327" y="7973"/>
                      <a:pt x="80856" y="13503"/>
                      <a:pt x="80862" y="20332"/>
                    </a:cubicBezTo>
                    <a:cubicBezTo>
                      <a:pt x="80862" y="27063"/>
                      <a:pt x="75408" y="32517"/>
                      <a:pt x="68677" y="32517"/>
                    </a:cubicBezTo>
                    <a:close/>
                    <a:moveTo>
                      <a:pt x="80862" y="77201"/>
                    </a:moveTo>
                    <a:cubicBezTo>
                      <a:pt x="80862" y="70371"/>
                      <a:pt x="75327" y="64836"/>
                      <a:pt x="68497" y="64836"/>
                    </a:cubicBezTo>
                    <a:lnTo>
                      <a:pt x="18870" y="64836"/>
                    </a:lnTo>
                    <a:cubicBezTo>
                      <a:pt x="12041" y="64836"/>
                      <a:pt x="6506" y="70371"/>
                      <a:pt x="6506" y="77201"/>
                    </a:cubicBezTo>
                    <a:cubicBezTo>
                      <a:pt x="6511" y="84030"/>
                      <a:pt x="12047" y="89559"/>
                      <a:pt x="18870" y="89559"/>
                    </a:cubicBezTo>
                    <a:lnTo>
                      <a:pt x="68497" y="89559"/>
                    </a:lnTo>
                    <a:cubicBezTo>
                      <a:pt x="75327" y="89559"/>
                      <a:pt x="80856" y="84030"/>
                      <a:pt x="80862" y="77201"/>
                    </a:cubicBezTo>
                    <a:close/>
                    <a:moveTo>
                      <a:pt x="80862" y="134063"/>
                    </a:moveTo>
                    <a:cubicBezTo>
                      <a:pt x="80862" y="127332"/>
                      <a:pt x="75408" y="121878"/>
                      <a:pt x="68677" y="121878"/>
                    </a:cubicBezTo>
                    <a:lnTo>
                      <a:pt x="18870" y="121878"/>
                    </a:lnTo>
                    <a:cubicBezTo>
                      <a:pt x="12140" y="121780"/>
                      <a:pt x="6604" y="127153"/>
                      <a:pt x="6506" y="133883"/>
                    </a:cubicBezTo>
                    <a:cubicBezTo>
                      <a:pt x="6506" y="133883"/>
                      <a:pt x="6506" y="133883"/>
                      <a:pt x="6506" y="133883"/>
                    </a:cubicBezTo>
                    <a:lnTo>
                      <a:pt x="6506" y="134063"/>
                    </a:lnTo>
                    <a:cubicBezTo>
                      <a:pt x="6506" y="140892"/>
                      <a:pt x="12041" y="146428"/>
                      <a:pt x="18870" y="146428"/>
                    </a:cubicBezTo>
                    <a:lnTo>
                      <a:pt x="68497" y="146428"/>
                    </a:lnTo>
                    <a:cubicBezTo>
                      <a:pt x="75321" y="146422"/>
                      <a:pt x="80850" y="140898"/>
                      <a:pt x="80856" y="134075"/>
                    </a:cubicBezTo>
                    <a:close/>
                    <a:moveTo>
                      <a:pt x="80862" y="190926"/>
                    </a:moveTo>
                    <a:cubicBezTo>
                      <a:pt x="80862" y="184195"/>
                      <a:pt x="75408" y="178741"/>
                      <a:pt x="68677" y="178741"/>
                    </a:cubicBezTo>
                    <a:lnTo>
                      <a:pt x="18870" y="178741"/>
                    </a:lnTo>
                    <a:cubicBezTo>
                      <a:pt x="12093" y="177929"/>
                      <a:pt x="5937" y="182762"/>
                      <a:pt x="5119" y="189539"/>
                    </a:cubicBezTo>
                    <a:cubicBezTo>
                      <a:pt x="4306" y="196316"/>
                      <a:pt x="9140" y="202472"/>
                      <a:pt x="15917" y="203291"/>
                    </a:cubicBezTo>
                    <a:cubicBezTo>
                      <a:pt x="16897" y="203406"/>
                      <a:pt x="17889" y="203406"/>
                      <a:pt x="18870" y="203291"/>
                    </a:cubicBezTo>
                    <a:lnTo>
                      <a:pt x="68497" y="203291"/>
                    </a:lnTo>
                    <a:cubicBezTo>
                      <a:pt x="75315" y="203285"/>
                      <a:pt x="80844" y="197761"/>
                      <a:pt x="80856" y="190943"/>
                    </a:cubicBezTo>
                    <a:close/>
                    <a:moveTo>
                      <a:pt x="80862" y="247788"/>
                    </a:moveTo>
                    <a:cubicBezTo>
                      <a:pt x="80862" y="241058"/>
                      <a:pt x="75408" y="235604"/>
                      <a:pt x="68677" y="235604"/>
                    </a:cubicBezTo>
                    <a:lnTo>
                      <a:pt x="18870" y="235604"/>
                    </a:lnTo>
                    <a:cubicBezTo>
                      <a:pt x="12093" y="234791"/>
                      <a:pt x="5937" y="239624"/>
                      <a:pt x="5119" y="246402"/>
                    </a:cubicBezTo>
                    <a:cubicBezTo>
                      <a:pt x="4306" y="253179"/>
                      <a:pt x="9140" y="259335"/>
                      <a:pt x="15917" y="260153"/>
                    </a:cubicBezTo>
                    <a:cubicBezTo>
                      <a:pt x="16897" y="260269"/>
                      <a:pt x="17889" y="260269"/>
                      <a:pt x="18870" y="260153"/>
                    </a:cubicBezTo>
                    <a:lnTo>
                      <a:pt x="68497" y="260153"/>
                    </a:lnTo>
                    <a:cubicBezTo>
                      <a:pt x="75327" y="260153"/>
                      <a:pt x="80862" y="254618"/>
                      <a:pt x="80862" y="247788"/>
                    </a:cubicBezTo>
                    <a:close/>
                    <a:moveTo>
                      <a:pt x="80862" y="304651"/>
                    </a:moveTo>
                    <a:cubicBezTo>
                      <a:pt x="80862" y="297920"/>
                      <a:pt x="75408" y="292466"/>
                      <a:pt x="68677" y="292466"/>
                    </a:cubicBezTo>
                    <a:lnTo>
                      <a:pt x="18870" y="292466"/>
                    </a:lnTo>
                    <a:cubicBezTo>
                      <a:pt x="12093" y="291654"/>
                      <a:pt x="5931" y="296487"/>
                      <a:pt x="5119" y="303270"/>
                    </a:cubicBezTo>
                    <a:cubicBezTo>
                      <a:pt x="5119" y="303270"/>
                      <a:pt x="5119" y="303270"/>
                      <a:pt x="5119" y="303270"/>
                    </a:cubicBezTo>
                    <a:cubicBezTo>
                      <a:pt x="4306" y="310047"/>
                      <a:pt x="9140" y="316203"/>
                      <a:pt x="15917" y="317016"/>
                    </a:cubicBezTo>
                    <a:cubicBezTo>
                      <a:pt x="15917" y="317016"/>
                      <a:pt x="15917" y="317016"/>
                      <a:pt x="15917" y="317016"/>
                    </a:cubicBezTo>
                    <a:cubicBezTo>
                      <a:pt x="16897" y="317138"/>
                      <a:pt x="17889" y="317138"/>
                      <a:pt x="18870" y="317016"/>
                    </a:cubicBezTo>
                    <a:lnTo>
                      <a:pt x="68497" y="317016"/>
                    </a:lnTo>
                    <a:cubicBezTo>
                      <a:pt x="75321" y="317021"/>
                      <a:pt x="80856" y="311486"/>
                      <a:pt x="80862" y="304663"/>
                    </a:cubicBezTo>
                    <a:cubicBezTo>
                      <a:pt x="80862" y="304663"/>
                      <a:pt x="80862" y="304657"/>
                      <a:pt x="80862" y="304657"/>
                    </a:cubicBezTo>
                    <a:close/>
                    <a:moveTo>
                      <a:pt x="80862" y="361514"/>
                    </a:moveTo>
                    <a:cubicBezTo>
                      <a:pt x="80862" y="354783"/>
                      <a:pt x="75408" y="349329"/>
                      <a:pt x="68677" y="349329"/>
                    </a:cubicBezTo>
                    <a:lnTo>
                      <a:pt x="18870" y="349329"/>
                    </a:lnTo>
                    <a:cubicBezTo>
                      <a:pt x="12093" y="348516"/>
                      <a:pt x="5937" y="353350"/>
                      <a:pt x="5119" y="360127"/>
                    </a:cubicBezTo>
                    <a:cubicBezTo>
                      <a:pt x="4306" y="366904"/>
                      <a:pt x="9140" y="373060"/>
                      <a:pt x="15917" y="373878"/>
                    </a:cubicBezTo>
                    <a:cubicBezTo>
                      <a:pt x="16897" y="373994"/>
                      <a:pt x="17889" y="373994"/>
                      <a:pt x="18870" y="373878"/>
                    </a:cubicBezTo>
                    <a:lnTo>
                      <a:pt x="68497" y="373878"/>
                    </a:lnTo>
                    <a:cubicBezTo>
                      <a:pt x="75327" y="373878"/>
                      <a:pt x="80862" y="368343"/>
                      <a:pt x="80862" y="361514"/>
                    </a:cubicBezTo>
                    <a:close/>
                    <a:moveTo>
                      <a:pt x="80862" y="418562"/>
                    </a:moveTo>
                    <a:cubicBezTo>
                      <a:pt x="80862" y="411732"/>
                      <a:pt x="75327" y="406197"/>
                      <a:pt x="68497" y="406197"/>
                    </a:cubicBezTo>
                    <a:lnTo>
                      <a:pt x="18870" y="406197"/>
                    </a:lnTo>
                    <a:cubicBezTo>
                      <a:pt x="12093" y="405385"/>
                      <a:pt x="5937" y="410218"/>
                      <a:pt x="5119" y="416995"/>
                    </a:cubicBezTo>
                    <a:cubicBezTo>
                      <a:pt x="4306" y="423772"/>
                      <a:pt x="9140" y="429928"/>
                      <a:pt x="15917" y="430747"/>
                    </a:cubicBezTo>
                    <a:cubicBezTo>
                      <a:pt x="16897" y="430863"/>
                      <a:pt x="17889" y="430863"/>
                      <a:pt x="18870" y="430747"/>
                    </a:cubicBezTo>
                    <a:lnTo>
                      <a:pt x="68497" y="430747"/>
                    </a:lnTo>
                    <a:cubicBezTo>
                      <a:pt x="75228" y="430845"/>
                      <a:pt x="80763" y="425472"/>
                      <a:pt x="80862" y="418742"/>
                    </a:cubicBezTo>
                    <a:cubicBezTo>
                      <a:pt x="80862" y="418742"/>
                      <a:pt x="80862" y="418736"/>
                      <a:pt x="80862" y="418736"/>
                    </a:cubicBezTo>
                    <a:close/>
                    <a:moveTo>
                      <a:pt x="267012" y="20292"/>
                    </a:moveTo>
                    <a:cubicBezTo>
                      <a:pt x="267017" y="13532"/>
                      <a:pt x="261586" y="8025"/>
                      <a:pt x="254827" y="7933"/>
                    </a:cubicBezTo>
                    <a:lnTo>
                      <a:pt x="124124" y="7933"/>
                    </a:lnTo>
                    <a:cubicBezTo>
                      <a:pt x="117335" y="8025"/>
                      <a:pt x="111858" y="13503"/>
                      <a:pt x="111765" y="20292"/>
                    </a:cubicBezTo>
                    <a:cubicBezTo>
                      <a:pt x="111858" y="27051"/>
                      <a:pt x="117364" y="32476"/>
                      <a:pt x="124124" y="32476"/>
                    </a:cubicBezTo>
                    <a:lnTo>
                      <a:pt x="254821" y="32476"/>
                    </a:lnTo>
                    <a:cubicBezTo>
                      <a:pt x="261552" y="32476"/>
                      <a:pt x="267006" y="27022"/>
                      <a:pt x="267006" y="20292"/>
                    </a:cubicBezTo>
                    <a:close/>
                    <a:moveTo>
                      <a:pt x="267012" y="77154"/>
                    </a:moveTo>
                    <a:cubicBezTo>
                      <a:pt x="267012" y="70394"/>
                      <a:pt x="261586" y="64888"/>
                      <a:pt x="254827" y="64789"/>
                    </a:cubicBezTo>
                    <a:lnTo>
                      <a:pt x="124124" y="64789"/>
                    </a:lnTo>
                    <a:cubicBezTo>
                      <a:pt x="117295" y="64795"/>
                      <a:pt x="111765" y="70325"/>
                      <a:pt x="111765" y="77154"/>
                    </a:cubicBezTo>
                    <a:cubicBezTo>
                      <a:pt x="111765" y="83977"/>
                      <a:pt x="117300" y="89513"/>
                      <a:pt x="124124" y="89513"/>
                    </a:cubicBezTo>
                    <a:lnTo>
                      <a:pt x="254821" y="89513"/>
                    </a:lnTo>
                    <a:cubicBezTo>
                      <a:pt x="261581" y="89420"/>
                      <a:pt x="267012" y="83914"/>
                      <a:pt x="267006" y="77154"/>
                    </a:cubicBezTo>
                    <a:close/>
                    <a:moveTo>
                      <a:pt x="267012" y="134017"/>
                    </a:moveTo>
                    <a:cubicBezTo>
                      <a:pt x="267012" y="127286"/>
                      <a:pt x="261557" y="121832"/>
                      <a:pt x="254827" y="121832"/>
                    </a:cubicBezTo>
                    <a:lnTo>
                      <a:pt x="124124" y="121832"/>
                    </a:lnTo>
                    <a:cubicBezTo>
                      <a:pt x="117364" y="121826"/>
                      <a:pt x="111858" y="127257"/>
                      <a:pt x="111765" y="134017"/>
                    </a:cubicBezTo>
                    <a:cubicBezTo>
                      <a:pt x="111858" y="140806"/>
                      <a:pt x="117335" y="146283"/>
                      <a:pt x="124124" y="146381"/>
                    </a:cubicBezTo>
                    <a:lnTo>
                      <a:pt x="254821" y="146381"/>
                    </a:lnTo>
                    <a:cubicBezTo>
                      <a:pt x="261581" y="146283"/>
                      <a:pt x="267006" y="140776"/>
                      <a:pt x="267006" y="134017"/>
                    </a:cubicBezTo>
                    <a:close/>
                    <a:moveTo>
                      <a:pt x="267012" y="190879"/>
                    </a:moveTo>
                    <a:cubicBezTo>
                      <a:pt x="267012" y="184149"/>
                      <a:pt x="261557" y="178694"/>
                      <a:pt x="254827" y="178694"/>
                    </a:cubicBezTo>
                    <a:lnTo>
                      <a:pt x="124124" y="178694"/>
                    </a:lnTo>
                    <a:cubicBezTo>
                      <a:pt x="117347" y="177882"/>
                      <a:pt x="111191" y="182716"/>
                      <a:pt x="110378" y="189492"/>
                    </a:cubicBezTo>
                    <a:cubicBezTo>
                      <a:pt x="110378" y="189492"/>
                      <a:pt x="110378" y="189492"/>
                      <a:pt x="110378" y="189492"/>
                    </a:cubicBezTo>
                    <a:cubicBezTo>
                      <a:pt x="109560" y="196270"/>
                      <a:pt x="114394" y="202426"/>
                      <a:pt x="121170" y="203244"/>
                    </a:cubicBezTo>
                    <a:cubicBezTo>
                      <a:pt x="121170" y="203244"/>
                      <a:pt x="121176" y="203244"/>
                      <a:pt x="121176" y="203244"/>
                    </a:cubicBezTo>
                    <a:cubicBezTo>
                      <a:pt x="122157" y="203360"/>
                      <a:pt x="123143" y="203360"/>
                      <a:pt x="124124" y="203244"/>
                    </a:cubicBezTo>
                    <a:lnTo>
                      <a:pt x="254821" y="203244"/>
                    </a:lnTo>
                    <a:cubicBezTo>
                      <a:pt x="261552" y="203244"/>
                      <a:pt x="267006" y="197790"/>
                      <a:pt x="267006" y="191059"/>
                    </a:cubicBezTo>
                    <a:cubicBezTo>
                      <a:pt x="267006" y="191001"/>
                      <a:pt x="267006" y="190937"/>
                      <a:pt x="267006" y="190879"/>
                    </a:cubicBezTo>
                    <a:close/>
                    <a:moveTo>
                      <a:pt x="267012" y="247742"/>
                    </a:moveTo>
                    <a:cubicBezTo>
                      <a:pt x="267012" y="241011"/>
                      <a:pt x="261557" y="235557"/>
                      <a:pt x="254827" y="235557"/>
                    </a:cubicBezTo>
                    <a:lnTo>
                      <a:pt x="124124" y="235557"/>
                    </a:lnTo>
                    <a:cubicBezTo>
                      <a:pt x="117347" y="234745"/>
                      <a:pt x="111191" y="239578"/>
                      <a:pt x="110378" y="246355"/>
                    </a:cubicBezTo>
                    <a:cubicBezTo>
                      <a:pt x="110378" y="246355"/>
                      <a:pt x="110378" y="246355"/>
                      <a:pt x="110378" y="246355"/>
                    </a:cubicBezTo>
                    <a:cubicBezTo>
                      <a:pt x="109560" y="253132"/>
                      <a:pt x="114394" y="259288"/>
                      <a:pt x="121170" y="260107"/>
                    </a:cubicBezTo>
                    <a:cubicBezTo>
                      <a:pt x="121170" y="260107"/>
                      <a:pt x="121176" y="260107"/>
                      <a:pt x="121176" y="260107"/>
                    </a:cubicBezTo>
                    <a:cubicBezTo>
                      <a:pt x="122157" y="260228"/>
                      <a:pt x="123143" y="260228"/>
                      <a:pt x="124124" y="260107"/>
                    </a:cubicBezTo>
                    <a:lnTo>
                      <a:pt x="254821" y="260107"/>
                    </a:lnTo>
                    <a:cubicBezTo>
                      <a:pt x="261552" y="260107"/>
                      <a:pt x="267006" y="254653"/>
                      <a:pt x="267006" y="247922"/>
                    </a:cubicBezTo>
                    <a:cubicBezTo>
                      <a:pt x="267006" y="247864"/>
                      <a:pt x="267006" y="247806"/>
                      <a:pt x="267006" y="247742"/>
                    </a:cubicBezTo>
                    <a:close/>
                    <a:moveTo>
                      <a:pt x="423494" y="304605"/>
                    </a:moveTo>
                    <a:cubicBezTo>
                      <a:pt x="423494" y="297874"/>
                      <a:pt x="418040" y="292420"/>
                      <a:pt x="411309" y="292420"/>
                    </a:cubicBezTo>
                    <a:lnTo>
                      <a:pt x="280606" y="292420"/>
                    </a:lnTo>
                    <a:cubicBezTo>
                      <a:pt x="273829" y="291601"/>
                      <a:pt x="267673" y="296435"/>
                      <a:pt x="266855" y="303212"/>
                    </a:cubicBezTo>
                    <a:cubicBezTo>
                      <a:pt x="266855" y="303212"/>
                      <a:pt x="266855" y="303218"/>
                      <a:pt x="266855" y="303218"/>
                    </a:cubicBezTo>
                    <a:cubicBezTo>
                      <a:pt x="266043" y="310001"/>
                      <a:pt x="270882" y="316151"/>
                      <a:pt x="277659" y="316969"/>
                    </a:cubicBezTo>
                    <a:cubicBezTo>
                      <a:pt x="278639" y="317085"/>
                      <a:pt x="279626" y="317085"/>
                      <a:pt x="280606" y="316969"/>
                    </a:cubicBezTo>
                    <a:lnTo>
                      <a:pt x="411123" y="316969"/>
                    </a:lnTo>
                    <a:cubicBezTo>
                      <a:pt x="417953" y="316969"/>
                      <a:pt x="423488" y="311434"/>
                      <a:pt x="423488" y="304605"/>
                    </a:cubicBezTo>
                    <a:close/>
                    <a:moveTo>
                      <a:pt x="423494" y="361467"/>
                    </a:moveTo>
                    <a:cubicBezTo>
                      <a:pt x="423494" y="354736"/>
                      <a:pt x="418040" y="349282"/>
                      <a:pt x="411309" y="349282"/>
                    </a:cubicBezTo>
                    <a:lnTo>
                      <a:pt x="280606" y="349282"/>
                    </a:lnTo>
                    <a:cubicBezTo>
                      <a:pt x="273829" y="348470"/>
                      <a:pt x="267673" y="353303"/>
                      <a:pt x="266855" y="360080"/>
                    </a:cubicBezTo>
                    <a:cubicBezTo>
                      <a:pt x="266043" y="366857"/>
                      <a:pt x="270882" y="373014"/>
                      <a:pt x="277659" y="373832"/>
                    </a:cubicBezTo>
                    <a:cubicBezTo>
                      <a:pt x="278639" y="373948"/>
                      <a:pt x="279626" y="373948"/>
                      <a:pt x="280606" y="373832"/>
                    </a:cubicBezTo>
                    <a:lnTo>
                      <a:pt x="411123" y="373832"/>
                    </a:lnTo>
                    <a:cubicBezTo>
                      <a:pt x="417953" y="373832"/>
                      <a:pt x="423488" y="368296"/>
                      <a:pt x="423488" y="361467"/>
                    </a:cubicBezTo>
                    <a:close/>
                    <a:moveTo>
                      <a:pt x="423494" y="418515"/>
                    </a:moveTo>
                    <a:cubicBezTo>
                      <a:pt x="423494" y="411686"/>
                      <a:pt x="417958" y="406151"/>
                      <a:pt x="411129" y="406151"/>
                    </a:cubicBezTo>
                    <a:lnTo>
                      <a:pt x="280606" y="406151"/>
                    </a:lnTo>
                    <a:cubicBezTo>
                      <a:pt x="273829" y="405338"/>
                      <a:pt x="267673" y="410172"/>
                      <a:pt x="266855" y="416949"/>
                    </a:cubicBezTo>
                    <a:cubicBezTo>
                      <a:pt x="266043" y="423726"/>
                      <a:pt x="270876" y="429888"/>
                      <a:pt x="277659" y="430700"/>
                    </a:cubicBezTo>
                    <a:cubicBezTo>
                      <a:pt x="277659" y="430700"/>
                      <a:pt x="277659" y="430700"/>
                      <a:pt x="277659" y="430700"/>
                    </a:cubicBezTo>
                    <a:cubicBezTo>
                      <a:pt x="278639" y="430816"/>
                      <a:pt x="279626" y="430816"/>
                      <a:pt x="280606" y="430700"/>
                    </a:cubicBezTo>
                    <a:lnTo>
                      <a:pt x="411123" y="430700"/>
                    </a:lnTo>
                    <a:cubicBezTo>
                      <a:pt x="417854" y="430799"/>
                      <a:pt x="423390" y="425426"/>
                      <a:pt x="423488" y="418695"/>
                    </a:cubicBezTo>
                    <a:cubicBezTo>
                      <a:pt x="423488" y="418695"/>
                      <a:pt x="423488" y="418690"/>
                      <a:pt x="423488" y="418690"/>
                    </a:cubicBezTo>
                    <a:lnTo>
                      <a:pt x="423488" y="418515"/>
                    </a:lnTo>
                    <a:close/>
                    <a:moveTo>
                      <a:pt x="324588" y="20245"/>
                    </a:moveTo>
                    <a:cubicBezTo>
                      <a:pt x="324686" y="12348"/>
                      <a:pt x="318368" y="5867"/>
                      <a:pt x="310471" y="5768"/>
                    </a:cubicBezTo>
                    <a:cubicBezTo>
                      <a:pt x="310471" y="5768"/>
                      <a:pt x="310465" y="5768"/>
                      <a:pt x="310459" y="5768"/>
                    </a:cubicBezTo>
                    <a:cubicBezTo>
                      <a:pt x="302562" y="5670"/>
                      <a:pt x="296081" y="11988"/>
                      <a:pt x="295983" y="19885"/>
                    </a:cubicBezTo>
                    <a:cubicBezTo>
                      <a:pt x="295983" y="19885"/>
                      <a:pt x="295983" y="19891"/>
                      <a:pt x="295983" y="19897"/>
                    </a:cubicBezTo>
                    <a:cubicBezTo>
                      <a:pt x="295884" y="27794"/>
                      <a:pt x="302208" y="34275"/>
                      <a:pt x="310111" y="34374"/>
                    </a:cubicBezTo>
                    <a:cubicBezTo>
                      <a:pt x="310111" y="34374"/>
                      <a:pt x="310111" y="34374"/>
                      <a:pt x="310111" y="34374"/>
                    </a:cubicBezTo>
                    <a:lnTo>
                      <a:pt x="310285" y="34374"/>
                    </a:lnTo>
                    <a:cubicBezTo>
                      <a:pt x="318118" y="34379"/>
                      <a:pt x="324495" y="28078"/>
                      <a:pt x="324588" y="20245"/>
                    </a:cubicBezTo>
                    <a:close/>
                    <a:moveTo>
                      <a:pt x="367154" y="20245"/>
                    </a:moveTo>
                    <a:cubicBezTo>
                      <a:pt x="367252" y="12348"/>
                      <a:pt x="360934" y="5867"/>
                      <a:pt x="353037" y="5768"/>
                    </a:cubicBezTo>
                    <a:cubicBezTo>
                      <a:pt x="353037" y="5768"/>
                      <a:pt x="353031" y="5768"/>
                      <a:pt x="353025" y="5768"/>
                    </a:cubicBezTo>
                    <a:cubicBezTo>
                      <a:pt x="345128" y="5658"/>
                      <a:pt x="338635" y="11965"/>
                      <a:pt x="338519" y="19868"/>
                    </a:cubicBezTo>
                    <a:cubicBezTo>
                      <a:pt x="338519" y="19874"/>
                      <a:pt x="338519" y="19885"/>
                      <a:pt x="338519" y="19897"/>
                    </a:cubicBezTo>
                    <a:cubicBezTo>
                      <a:pt x="338426" y="27794"/>
                      <a:pt x="344751" y="34275"/>
                      <a:pt x="352648" y="34374"/>
                    </a:cubicBezTo>
                    <a:cubicBezTo>
                      <a:pt x="352770" y="34374"/>
                      <a:pt x="352886" y="34374"/>
                      <a:pt x="353002" y="34374"/>
                    </a:cubicBezTo>
                    <a:cubicBezTo>
                      <a:pt x="360800" y="34588"/>
                      <a:pt x="367293" y="28438"/>
                      <a:pt x="367508" y="20645"/>
                    </a:cubicBezTo>
                    <a:cubicBezTo>
                      <a:pt x="367508" y="20628"/>
                      <a:pt x="367508" y="20616"/>
                      <a:pt x="367508" y="20605"/>
                    </a:cubicBezTo>
                    <a:cubicBezTo>
                      <a:pt x="367508" y="20483"/>
                      <a:pt x="367508" y="20367"/>
                      <a:pt x="367508" y="20245"/>
                    </a:cubicBezTo>
                    <a:close/>
                    <a:moveTo>
                      <a:pt x="409893" y="20245"/>
                    </a:moveTo>
                    <a:cubicBezTo>
                      <a:pt x="409992" y="12348"/>
                      <a:pt x="403673" y="5867"/>
                      <a:pt x="395776" y="5768"/>
                    </a:cubicBezTo>
                    <a:cubicBezTo>
                      <a:pt x="395776" y="5768"/>
                      <a:pt x="395771" y="5768"/>
                      <a:pt x="395765" y="5768"/>
                    </a:cubicBezTo>
                    <a:cubicBezTo>
                      <a:pt x="387868" y="5652"/>
                      <a:pt x="381375" y="11959"/>
                      <a:pt x="381259" y="19856"/>
                    </a:cubicBezTo>
                    <a:cubicBezTo>
                      <a:pt x="381259" y="19868"/>
                      <a:pt x="381259" y="19880"/>
                      <a:pt x="381259" y="19897"/>
                    </a:cubicBezTo>
                    <a:cubicBezTo>
                      <a:pt x="381160" y="27794"/>
                      <a:pt x="387485" y="34275"/>
                      <a:pt x="395382" y="34374"/>
                    </a:cubicBezTo>
                    <a:lnTo>
                      <a:pt x="395562" y="34374"/>
                    </a:lnTo>
                    <a:cubicBezTo>
                      <a:pt x="403395" y="34379"/>
                      <a:pt x="409771" y="28078"/>
                      <a:pt x="409864" y="20245"/>
                    </a:cubicBezTo>
                    <a:close/>
                    <a:moveTo>
                      <a:pt x="452459" y="20245"/>
                    </a:moveTo>
                    <a:cubicBezTo>
                      <a:pt x="452558" y="12348"/>
                      <a:pt x="446233" y="5867"/>
                      <a:pt x="438331" y="5768"/>
                    </a:cubicBezTo>
                    <a:cubicBezTo>
                      <a:pt x="438331" y="5768"/>
                      <a:pt x="438331" y="5768"/>
                      <a:pt x="438331" y="5768"/>
                    </a:cubicBezTo>
                    <a:cubicBezTo>
                      <a:pt x="430433" y="5658"/>
                      <a:pt x="423941" y="11965"/>
                      <a:pt x="423825" y="19868"/>
                    </a:cubicBezTo>
                    <a:cubicBezTo>
                      <a:pt x="423825" y="19874"/>
                      <a:pt x="423825" y="19885"/>
                      <a:pt x="423825" y="19897"/>
                    </a:cubicBezTo>
                    <a:cubicBezTo>
                      <a:pt x="423732" y="27794"/>
                      <a:pt x="430056" y="34275"/>
                      <a:pt x="437953" y="34374"/>
                    </a:cubicBezTo>
                    <a:cubicBezTo>
                      <a:pt x="438075" y="34374"/>
                      <a:pt x="438191" y="34374"/>
                      <a:pt x="438307" y="34374"/>
                    </a:cubicBezTo>
                    <a:cubicBezTo>
                      <a:pt x="446111" y="34374"/>
                      <a:pt x="452436" y="28049"/>
                      <a:pt x="452436" y="20245"/>
                    </a:cubicBezTo>
                    <a:close/>
                    <a:moveTo>
                      <a:pt x="495199" y="20245"/>
                    </a:moveTo>
                    <a:cubicBezTo>
                      <a:pt x="495297" y="12348"/>
                      <a:pt x="488979" y="5867"/>
                      <a:pt x="481082" y="5768"/>
                    </a:cubicBezTo>
                    <a:cubicBezTo>
                      <a:pt x="481082" y="5768"/>
                      <a:pt x="481076" y="5768"/>
                      <a:pt x="481070" y="5768"/>
                    </a:cubicBezTo>
                    <a:cubicBezTo>
                      <a:pt x="473168" y="5658"/>
                      <a:pt x="466675" y="11977"/>
                      <a:pt x="466564" y="19880"/>
                    </a:cubicBezTo>
                    <a:cubicBezTo>
                      <a:pt x="466564" y="19885"/>
                      <a:pt x="466564" y="19891"/>
                      <a:pt x="466564" y="19897"/>
                    </a:cubicBezTo>
                    <a:cubicBezTo>
                      <a:pt x="466472" y="27800"/>
                      <a:pt x="472796" y="34281"/>
                      <a:pt x="480699" y="34374"/>
                    </a:cubicBezTo>
                    <a:cubicBezTo>
                      <a:pt x="480815" y="34374"/>
                      <a:pt x="480931" y="34374"/>
                      <a:pt x="481047" y="34374"/>
                    </a:cubicBezTo>
                    <a:cubicBezTo>
                      <a:pt x="488851" y="34374"/>
                      <a:pt x="495176" y="28049"/>
                      <a:pt x="495176" y="20245"/>
                    </a:cubicBezTo>
                    <a:close/>
                    <a:moveTo>
                      <a:pt x="537939" y="20245"/>
                    </a:moveTo>
                    <a:cubicBezTo>
                      <a:pt x="538037" y="12348"/>
                      <a:pt x="531719" y="5867"/>
                      <a:pt x="523822" y="5768"/>
                    </a:cubicBezTo>
                    <a:cubicBezTo>
                      <a:pt x="523822" y="5768"/>
                      <a:pt x="523816" y="5768"/>
                      <a:pt x="523810" y="5768"/>
                    </a:cubicBezTo>
                    <a:cubicBezTo>
                      <a:pt x="515913" y="5670"/>
                      <a:pt x="509432" y="11988"/>
                      <a:pt x="509333" y="19885"/>
                    </a:cubicBezTo>
                    <a:cubicBezTo>
                      <a:pt x="509333" y="19885"/>
                      <a:pt x="509333" y="19891"/>
                      <a:pt x="509333" y="19897"/>
                    </a:cubicBezTo>
                    <a:cubicBezTo>
                      <a:pt x="509235" y="27794"/>
                      <a:pt x="515559" y="34275"/>
                      <a:pt x="523462" y="34374"/>
                    </a:cubicBezTo>
                    <a:cubicBezTo>
                      <a:pt x="523462" y="34374"/>
                      <a:pt x="523462" y="34374"/>
                      <a:pt x="523462" y="34374"/>
                    </a:cubicBezTo>
                    <a:lnTo>
                      <a:pt x="523636" y="34374"/>
                    </a:lnTo>
                    <a:cubicBezTo>
                      <a:pt x="531469" y="34379"/>
                      <a:pt x="537846" y="28078"/>
                      <a:pt x="537939" y="20245"/>
                    </a:cubicBezTo>
                    <a:close/>
                    <a:moveTo>
                      <a:pt x="324588" y="133970"/>
                    </a:moveTo>
                    <a:cubicBezTo>
                      <a:pt x="324588" y="126067"/>
                      <a:pt x="318188" y="119668"/>
                      <a:pt x="310285" y="119662"/>
                    </a:cubicBezTo>
                    <a:cubicBezTo>
                      <a:pt x="302382" y="119662"/>
                      <a:pt x="295977" y="126067"/>
                      <a:pt x="295977" y="133970"/>
                    </a:cubicBezTo>
                    <a:cubicBezTo>
                      <a:pt x="295930" y="141867"/>
                      <a:pt x="302301" y="148308"/>
                      <a:pt x="310198" y="148354"/>
                    </a:cubicBezTo>
                    <a:cubicBezTo>
                      <a:pt x="310227" y="148354"/>
                      <a:pt x="310250" y="148354"/>
                      <a:pt x="310279" y="148354"/>
                    </a:cubicBezTo>
                    <a:lnTo>
                      <a:pt x="310279" y="148354"/>
                    </a:lnTo>
                    <a:cubicBezTo>
                      <a:pt x="318072" y="148453"/>
                      <a:pt x="324472" y="142221"/>
                      <a:pt x="324582" y="134429"/>
                    </a:cubicBezTo>
                    <a:cubicBezTo>
                      <a:pt x="324582" y="134312"/>
                      <a:pt x="324582" y="134191"/>
                      <a:pt x="324582" y="134075"/>
                    </a:cubicBezTo>
                    <a:close/>
                    <a:moveTo>
                      <a:pt x="367154" y="133970"/>
                    </a:moveTo>
                    <a:cubicBezTo>
                      <a:pt x="367159" y="126073"/>
                      <a:pt x="360760" y="119673"/>
                      <a:pt x="352862" y="119668"/>
                    </a:cubicBezTo>
                    <a:cubicBezTo>
                      <a:pt x="352857" y="119668"/>
                      <a:pt x="352851" y="119668"/>
                      <a:pt x="352845" y="119668"/>
                    </a:cubicBezTo>
                    <a:cubicBezTo>
                      <a:pt x="344948" y="119668"/>
                      <a:pt x="338542" y="126073"/>
                      <a:pt x="338542" y="133970"/>
                    </a:cubicBezTo>
                    <a:cubicBezTo>
                      <a:pt x="338542" y="141873"/>
                      <a:pt x="344948" y="148279"/>
                      <a:pt x="352851" y="148279"/>
                    </a:cubicBezTo>
                    <a:lnTo>
                      <a:pt x="353025" y="148279"/>
                    </a:lnTo>
                    <a:cubicBezTo>
                      <a:pt x="360823" y="148494"/>
                      <a:pt x="367316" y="142343"/>
                      <a:pt x="367531" y="134550"/>
                    </a:cubicBezTo>
                    <a:cubicBezTo>
                      <a:pt x="367531" y="134533"/>
                      <a:pt x="367531" y="134522"/>
                      <a:pt x="367531" y="134510"/>
                    </a:cubicBezTo>
                    <a:cubicBezTo>
                      <a:pt x="367531" y="134330"/>
                      <a:pt x="367531" y="134156"/>
                      <a:pt x="367531" y="133976"/>
                    </a:cubicBezTo>
                    <a:close/>
                    <a:moveTo>
                      <a:pt x="409893" y="133970"/>
                    </a:moveTo>
                    <a:cubicBezTo>
                      <a:pt x="409893" y="126067"/>
                      <a:pt x="403493" y="119668"/>
                      <a:pt x="395591" y="119662"/>
                    </a:cubicBezTo>
                    <a:cubicBezTo>
                      <a:pt x="387688" y="119662"/>
                      <a:pt x="381282" y="126067"/>
                      <a:pt x="381282" y="133970"/>
                    </a:cubicBezTo>
                    <a:cubicBezTo>
                      <a:pt x="381282" y="141867"/>
                      <a:pt x="387688" y="148273"/>
                      <a:pt x="395585" y="148273"/>
                    </a:cubicBezTo>
                    <a:cubicBezTo>
                      <a:pt x="395585" y="148273"/>
                      <a:pt x="395591" y="148273"/>
                      <a:pt x="395591" y="148273"/>
                    </a:cubicBezTo>
                    <a:lnTo>
                      <a:pt x="395591" y="148273"/>
                    </a:lnTo>
                    <a:cubicBezTo>
                      <a:pt x="403383" y="148371"/>
                      <a:pt x="409783" y="142140"/>
                      <a:pt x="409893" y="134347"/>
                    </a:cubicBezTo>
                    <a:cubicBezTo>
                      <a:pt x="409893" y="134231"/>
                      <a:pt x="409893" y="134110"/>
                      <a:pt x="409893" y="133993"/>
                    </a:cubicBezTo>
                    <a:close/>
                    <a:moveTo>
                      <a:pt x="452459" y="133970"/>
                    </a:moveTo>
                    <a:cubicBezTo>
                      <a:pt x="452465" y="126073"/>
                      <a:pt x="446065" y="119673"/>
                      <a:pt x="438168" y="119668"/>
                    </a:cubicBezTo>
                    <a:cubicBezTo>
                      <a:pt x="438162" y="119668"/>
                      <a:pt x="438156" y="119668"/>
                      <a:pt x="438151" y="119668"/>
                    </a:cubicBezTo>
                    <a:cubicBezTo>
                      <a:pt x="430254" y="119668"/>
                      <a:pt x="423848" y="126073"/>
                      <a:pt x="423848" y="133970"/>
                    </a:cubicBezTo>
                    <a:cubicBezTo>
                      <a:pt x="423848" y="141873"/>
                      <a:pt x="430254" y="148279"/>
                      <a:pt x="438156" y="148279"/>
                    </a:cubicBezTo>
                    <a:lnTo>
                      <a:pt x="438331" y="148279"/>
                    </a:lnTo>
                    <a:cubicBezTo>
                      <a:pt x="446129" y="148284"/>
                      <a:pt x="452453" y="141960"/>
                      <a:pt x="452459" y="134162"/>
                    </a:cubicBezTo>
                    <a:cubicBezTo>
                      <a:pt x="452459" y="134162"/>
                      <a:pt x="452459" y="134156"/>
                      <a:pt x="452459" y="134156"/>
                    </a:cubicBezTo>
                    <a:lnTo>
                      <a:pt x="452459" y="133976"/>
                    </a:lnTo>
                    <a:close/>
                    <a:moveTo>
                      <a:pt x="495199" y="133970"/>
                    </a:moveTo>
                    <a:cubicBezTo>
                      <a:pt x="495205" y="126073"/>
                      <a:pt x="488805" y="119673"/>
                      <a:pt x="480908" y="119668"/>
                    </a:cubicBezTo>
                    <a:cubicBezTo>
                      <a:pt x="480902" y="119668"/>
                      <a:pt x="480896" y="119668"/>
                      <a:pt x="480891" y="119668"/>
                    </a:cubicBezTo>
                    <a:cubicBezTo>
                      <a:pt x="472993" y="119668"/>
                      <a:pt x="466588" y="126073"/>
                      <a:pt x="466588" y="133970"/>
                    </a:cubicBezTo>
                    <a:cubicBezTo>
                      <a:pt x="466588" y="141873"/>
                      <a:pt x="472993" y="148279"/>
                      <a:pt x="480896" y="148279"/>
                    </a:cubicBezTo>
                    <a:lnTo>
                      <a:pt x="481070" y="148279"/>
                    </a:lnTo>
                    <a:cubicBezTo>
                      <a:pt x="488869" y="148284"/>
                      <a:pt x="495193" y="141960"/>
                      <a:pt x="495199" y="134162"/>
                    </a:cubicBezTo>
                    <a:cubicBezTo>
                      <a:pt x="495199" y="134162"/>
                      <a:pt x="495199" y="134156"/>
                      <a:pt x="495199" y="134156"/>
                    </a:cubicBezTo>
                    <a:lnTo>
                      <a:pt x="495199" y="133976"/>
                    </a:lnTo>
                    <a:close/>
                    <a:moveTo>
                      <a:pt x="537939" y="133970"/>
                    </a:moveTo>
                    <a:cubicBezTo>
                      <a:pt x="537944" y="126073"/>
                      <a:pt x="531539" y="119668"/>
                      <a:pt x="523642" y="119662"/>
                    </a:cubicBezTo>
                    <a:cubicBezTo>
                      <a:pt x="523642" y="119662"/>
                      <a:pt x="523636" y="119662"/>
                      <a:pt x="523636" y="119662"/>
                    </a:cubicBezTo>
                    <a:cubicBezTo>
                      <a:pt x="515733" y="119662"/>
                      <a:pt x="509327" y="126067"/>
                      <a:pt x="509327" y="133970"/>
                    </a:cubicBezTo>
                    <a:cubicBezTo>
                      <a:pt x="509281" y="141867"/>
                      <a:pt x="515652" y="148308"/>
                      <a:pt x="523549" y="148354"/>
                    </a:cubicBezTo>
                    <a:cubicBezTo>
                      <a:pt x="523578" y="148354"/>
                      <a:pt x="523601" y="148354"/>
                      <a:pt x="523630" y="148354"/>
                    </a:cubicBezTo>
                    <a:lnTo>
                      <a:pt x="523630" y="148354"/>
                    </a:lnTo>
                    <a:cubicBezTo>
                      <a:pt x="531423" y="148453"/>
                      <a:pt x="537823" y="142221"/>
                      <a:pt x="537933" y="134429"/>
                    </a:cubicBezTo>
                    <a:cubicBezTo>
                      <a:pt x="537933" y="134312"/>
                      <a:pt x="537933" y="134191"/>
                      <a:pt x="537933" y="134075"/>
                    </a:cubicBezTo>
                    <a:close/>
                    <a:moveTo>
                      <a:pt x="470295" y="298396"/>
                    </a:moveTo>
                    <a:cubicBezTo>
                      <a:pt x="470295" y="290499"/>
                      <a:pt x="463890" y="284093"/>
                      <a:pt x="455993" y="284093"/>
                    </a:cubicBezTo>
                    <a:cubicBezTo>
                      <a:pt x="448090" y="284093"/>
                      <a:pt x="441684" y="290499"/>
                      <a:pt x="441684" y="298402"/>
                    </a:cubicBezTo>
                    <a:cubicBezTo>
                      <a:pt x="441690" y="306305"/>
                      <a:pt x="448090" y="312704"/>
                      <a:pt x="455993" y="312704"/>
                    </a:cubicBezTo>
                    <a:lnTo>
                      <a:pt x="456167" y="312704"/>
                    </a:lnTo>
                    <a:cubicBezTo>
                      <a:pt x="463971" y="312704"/>
                      <a:pt x="470295" y="306380"/>
                      <a:pt x="470301" y="298576"/>
                    </a:cubicBezTo>
                    <a:cubicBezTo>
                      <a:pt x="470295" y="298634"/>
                      <a:pt x="470290" y="298564"/>
                      <a:pt x="470290" y="298500"/>
                    </a:cubicBezTo>
                    <a:close/>
                    <a:moveTo>
                      <a:pt x="513041" y="298396"/>
                    </a:moveTo>
                    <a:cubicBezTo>
                      <a:pt x="513035" y="290493"/>
                      <a:pt x="506635" y="284093"/>
                      <a:pt x="498733" y="284093"/>
                    </a:cubicBezTo>
                    <a:cubicBezTo>
                      <a:pt x="490830" y="284093"/>
                      <a:pt x="484430" y="290493"/>
                      <a:pt x="484424" y="298396"/>
                    </a:cubicBezTo>
                    <a:cubicBezTo>
                      <a:pt x="484424" y="306299"/>
                      <a:pt x="490830" y="312704"/>
                      <a:pt x="498733" y="312704"/>
                    </a:cubicBezTo>
                    <a:lnTo>
                      <a:pt x="498733" y="312704"/>
                    </a:lnTo>
                    <a:cubicBezTo>
                      <a:pt x="506525" y="312803"/>
                      <a:pt x="512925" y="306572"/>
                      <a:pt x="513041" y="298779"/>
                    </a:cubicBezTo>
                    <a:close/>
                    <a:moveTo>
                      <a:pt x="555601" y="298396"/>
                    </a:moveTo>
                    <a:cubicBezTo>
                      <a:pt x="555601" y="290499"/>
                      <a:pt x="549195" y="284093"/>
                      <a:pt x="541298" y="284093"/>
                    </a:cubicBezTo>
                    <a:cubicBezTo>
                      <a:pt x="533395" y="284093"/>
                      <a:pt x="526990" y="290499"/>
                      <a:pt x="526990" y="298402"/>
                    </a:cubicBezTo>
                    <a:cubicBezTo>
                      <a:pt x="526996" y="306305"/>
                      <a:pt x="533395" y="312704"/>
                      <a:pt x="541298" y="312704"/>
                    </a:cubicBezTo>
                    <a:lnTo>
                      <a:pt x="541472" y="312704"/>
                    </a:lnTo>
                    <a:cubicBezTo>
                      <a:pt x="549276" y="312704"/>
                      <a:pt x="555601" y="306380"/>
                      <a:pt x="555601" y="298576"/>
                    </a:cubicBezTo>
                    <a:lnTo>
                      <a:pt x="555601" y="298396"/>
                    </a:lnTo>
                    <a:close/>
                    <a:moveTo>
                      <a:pt x="598341" y="298396"/>
                    </a:moveTo>
                    <a:cubicBezTo>
                      <a:pt x="598341" y="290499"/>
                      <a:pt x="591935" y="284093"/>
                      <a:pt x="584038" y="284093"/>
                    </a:cubicBezTo>
                    <a:cubicBezTo>
                      <a:pt x="576141" y="284093"/>
                      <a:pt x="569735" y="290493"/>
                      <a:pt x="569730" y="298396"/>
                    </a:cubicBezTo>
                    <a:cubicBezTo>
                      <a:pt x="569730" y="306299"/>
                      <a:pt x="576135" y="312704"/>
                      <a:pt x="584038" y="312704"/>
                    </a:cubicBezTo>
                    <a:lnTo>
                      <a:pt x="584038" y="312704"/>
                    </a:lnTo>
                    <a:cubicBezTo>
                      <a:pt x="591830" y="312803"/>
                      <a:pt x="598231" y="306572"/>
                      <a:pt x="598341" y="298779"/>
                    </a:cubicBezTo>
                    <a:cubicBezTo>
                      <a:pt x="598341" y="298738"/>
                      <a:pt x="598341" y="298634"/>
                      <a:pt x="598335" y="298500"/>
                    </a:cubicBezTo>
                    <a:close/>
                    <a:moveTo>
                      <a:pt x="640906" y="298396"/>
                    </a:moveTo>
                    <a:cubicBezTo>
                      <a:pt x="640906" y="290499"/>
                      <a:pt x="634501" y="284093"/>
                      <a:pt x="626604" y="284093"/>
                    </a:cubicBezTo>
                    <a:cubicBezTo>
                      <a:pt x="618701" y="284093"/>
                      <a:pt x="612295" y="290499"/>
                      <a:pt x="612295" y="298402"/>
                    </a:cubicBezTo>
                    <a:cubicBezTo>
                      <a:pt x="612301" y="306305"/>
                      <a:pt x="618701" y="312704"/>
                      <a:pt x="626604" y="312704"/>
                    </a:cubicBezTo>
                    <a:lnTo>
                      <a:pt x="626778" y="312704"/>
                    </a:lnTo>
                    <a:cubicBezTo>
                      <a:pt x="634582" y="312704"/>
                      <a:pt x="640906" y="306380"/>
                      <a:pt x="640906" y="298576"/>
                    </a:cubicBezTo>
                    <a:lnTo>
                      <a:pt x="640906" y="298396"/>
                    </a:lnTo>
                    <a:close/>
                    <a:moveTo>
                      <a:pt x="683646" y="298396"/>
                    </a:moveTo>
                    <a:cubicBezTo>
                      <a:pt x="683646" y="290499"/>
                      <a:pt x="677241" y="284093"/>
                      <a:pt x="669343" y="284093"/>
                    </a:cubicBezTo>
                    <a:cubicBezTo>
                      <a:pt x="661447" y="284093"/>
                      <a:pt x="655041" y="290493"/>
                      <a:pt x="655035" y="298396"/>
                    </a:cubicBezTo>
                    <a:cubicBezTo>
                      <a:pt x="655035" y="306299"/>
                      <a:pt x="661441" y="312704"/>
                      <a:pt x="669343" y="312704"/>
                    </a:cubicBezTo>
                    <a:lnTo>
                      <a:pt x="669343" y="312704"/>
                    </a:lnTo>
                    <a:cubicBezTo>
                      <a:pt x="677136" y="312803"/>
                      <a:pt x="683536" y="306572"/>
                      <a:pt x="683646" y="298779"/>
                    </a:cubicBezTo>
                    <a:cubicBezTo>
                      <a:pt x="683646" y="298657"/>
                      <a:pt x="683646" y="298541"/>
                      <a:pt x="683646" y="298419"/>
                    </a:cubicBezTo>
                    <a:close/>
                    <a:moveTo>
                      <a:pt x="470295" y="415672"/>
                    </a:moveTo>
                    <a:cubicBezTo>
                      <a:pt x="470295" y="407769"/>
                      <a:pt x="463896" y="401370"/>
                      <a:pt x="455993" y="401364"/>
                    </a:cubicBezTo>
                    <a:cubicBezTo>
                      <a:pt x="448090" y="401364"/>
                      <a:pt x="441684" y="407769"/>
                      <a:pt x="441684" y="415672"/>
                    </a:cubicBezTo>
                    <a:cubicBezTo>
                      <a:pt x="441678" y="423569"/>
                      <a:pt x="448078" y="429969"/>
                      <a:pt x="455975" y="429975"/>
                    </a:cubicBezTo>
                    <a:cubicBezTo>
                      <a:pt x="455981" y="429975"/>
                      <a:pt x="455987" y="429975"/>
                      <a:pt x="455993" y="429975"/>
                    </a:cubicBezTo>
                    <a:lnTo>
                      <a:pt x="456167" y="429975"/>
                    </a:lnTo>
                    <a:cubicBezTo>
                      <a:pt x="463971" y="429998"/>
                      <a:pt x="470313" y="423691"/>
                      <a:pt x="470336" y="415887"/>
                    </a:cubicBezTo>
                    <a:cubicBezTo>
                      <a:pt x="470336" y="415521"/>
                      <a:pt x="470336" y="415156"/>
                      <a:pt x="470295" y="414790"/>
                    </a:cubicBezTo>
                    <a:close/>
                    <a:moveTo>
                      <a:pt x="513041" y="415672"/>
                    </a:moveTo>
                    <a:cubicBezTo>
                      <a:pt x="513041" y="407769"/>
                      <a:pt x="506635" y="401364"/>
                      <a:pt x="498733" y="401364"/>
                    </a:cubicBezTo>
                    <a:cubicBezTo>
                      <a:pt x="490830" y="401364"/>
                      <a:pt x="484424" y="407769"/>
                      <a:pt x="484424" y="415672"/>
                    </a:cubicBezTo>
                    <a:cubicBezTo>
                      <a:pt x="484424" y="423575"/>
                      <a:pt x="490830" y="429975"/>
                      <a:pt x="498733" y="429975"/>
                    </a:cubicBezTo>
                    <a:lnTo>
                      <a:pt x="498733" y="429975"/>
                    </a:lnTo>
                    <a:cubicBezTo>
                      <a:pt x="506531" y="430097"/>
                      <a:pt x="512954" y="423877"/>
                      <a:pt x="513076" y="416078"/>
                    </a:cubicBezTo>
                    <a:cubicBezTo>
                      <a:pt x="513076" y="416067"/>
                      <a:pt x="513076" y="416061"/>
                      <a:pt x="513076" y="416049"/>
                    </a:cubicBezTo>
                    <a:cubicBezTo>
                      <a:pt x="513076" y="415620"/>
                      <a:pt x="513076" y="415197"/>
                      <a:pt x="513041" y="414773"/>
                    </a:cubicBezTo>
                    <a:close/>
                    <a:moveTo>
                      <a:pt x="555601" y="415672"/>
                    </a:moveTo>
                    <a:cubicBezTo>
                      <a:pt x="555601" y="407769"/>
                      <a:pt x="549201" y="401370"/>
                      <a:pt x="541298" y="401364"/>
                    </a:cubicBezTo>
                    <a:cubicBezTo>
                      <a:pt x="533395" y="401364"/>
                      <a:pt x="526990" y="407769"/>
                      <a:pt x="526990" y="415672"/>
                    </a:cubicBezTo>
                    <a:cubicBezTo>
                      <a:pt x="526984" y="423569"/>
                      <a:pt x="533384" y="429969"/>
                      <a:pt x="541281" y="429975"/>
                    </a:cubicBezTo>
                    <a:cubicBezTo>
                      <a:pt x="541287" y="429975"/>
                      <a:pt x="541292" y="429975"/>
                      <a:pt x="541298" y="429975"/>
                    </a:cubicBezTo>
                    <a:lnTo>
                      <a:pt x="541472" y="429975"/>
                    </a:lnTo>
                    <a:cubicBezTo>
                      <a:pt x="549276" y="429998"/>
                      <a:pt x="555618" y="423691"/>
                      <a:pt x="555641" y="415887"/>
                    </a:cubicBezTo>
                    <a:cubicBezTo>
                      <a:pt x="555641" y="415521"/>
                      <a:pt x="555641" y="415156"/>
                      <a:pt x="555601" y="414790"/>
                    </a:cubicBezTo>
                    <a:close/>
                    <a:moveTo>
                      <a:pt x="598341" y="415672"/>
                    </a:moveTo>
                    <a:cubicBezTo>
                      <a:pt x="598346" y="407775"/>
                      <a:pt x="591941" y="401370"/>
                      <a:pt x="584044" y="401364"/>
                    </a:cubicBezTo>
                    <a:cubicBezTo>
                      <a:pt x="584044" y="401364"/>
                      <a:pt x="584038" y="401364"/>
                      <a:pt x="584038" y="401364"/>
                    </a:cubicBezTo>
                    <a:cubicBezTo>
                      <a:pt x="576135" y="401364"/>
                      <a:pt x="569730" y="407769"/>
                      <a:pt x="569730" y="415672"/>
                    </a:cubicBezTo>
                    <a:cubicBezTo>
                      <a:pt x="569735" y="423575"/>
                      <a:pt x="576135" y="429975"/>
                      <a:pt x="584038" y="429975"/>
                    </a:cubicBezTo>
                    <a:lnTo>
                      <a:pt x="584038" y="429975"/>
                    </a:lnTo>
                    <a:cubicBezTo>
                      <a:pt x="591842" y="430097"/>
                      <a:pt x="598259" y="423865"/>
                      <a:pt x="598381" y="416067"/>
                    </a:cubicBezTo>
                    <a:cubicBezTo>
                      <a:pt x="598381" y="416061"/>
                      <a:pt x="598381" y="416055"/>
                      <a:pt x="598381" y="416049"/>
                    </a:cubicBezTo>
                    <a:cubicBezTo>
                      <a:pt x="598381" y="415620"/>
                      <a:pt x="598381" y="415197"/>
                      <a:pt x="598341" y="414773"/>
                    </a:cubicBezTo>
                    <a:close/>
                    <a:moveTo>
                      <a:pt x="640906" y="415672"/>
                    </a:moveTo>
                    <a:cubicBezTo>
                      <a:pt x="640906" y="407769"/>
                      <a:pt x="634507" y="401370"/>
                      <a:pt x="626604" y="401364"/>
                    </a:cubicBezTo>
                    <a:cubicBezTo>
                      <a:pt x="618701" y="401364"/>
                      <a:pt x="612295" y="407769"/>
                      <a:pt x="612295" y="415672"/>
                    </a:cubicBezTo>
                    <a:cubicBezTo>
                      <a:pt x="612290" y="423569"/>
                      <a:pt x="618689" y="429969"/>
                      <a:pt x="626586" y="429975"/>
                    </a:cubicBezTo>
                    <a:cubicBezTo>
                      <a:pt x="626592" y="429975"/>
                      <a:pt x="626598" y="429975"/>
                      <a:pt x="626604" y="429975"/>
                    </a:cubicBezTo>
                    <a:lnTo>
                      <a:pt x="626778" y="429975"/>
                    </a:lnTo>
                    <a:cubicBezTo>
                      <a:pt x="634582" y="429998"/>
                      <a:pt x="640924" y="423691"/>
                      <a:pt x="640947" y="415887"/>
                    </a:cubicBezTo>
                    <a:cubicBezTo>
                      <a:pt x="640947" y="415521"/>
                      <a:pt x="640947" y="415156"/>
                      <a:pt x="640906" y="414790"/>
                    </a:cubicBezTo>
                    <a:close/>
                    <a:moveTo>
                      <a:pt x="683646" y="415672"/>
                    </a:moveTo>
                    <a:cubicBezTo>
                      <a:pt x="683652" y="407775"/>
                      <a:pt x="677246" y="401370"/>
                      <a:pt x="669349" y="401364"/>
                    </a:cubicBezTo>
                    <a:cubicBezTo>
                      <a:pt x="669349" y="401364"/>
                      <a:pt x="669343" y="401364"/>
                      <a:pt x="669343" y="401364"/>
                    </a:cubicBezTo>
                    <a:cubicBezTo>
                      <a:pt x="661441" y="401364"/>
                      <a:pt x="655035" y="407769"/>
                      <a:pt x="655035" y="415672"/>
                    </a:cubicBezTo>
                    <a:cubicBezTo>
                      <a:pt x="655041" y="423575"/>
                      <a:pt x="661441" y="429975"/>
                      <a:pt x="669343" y="429975"/>
                    </a:cubicBezTo>
                    <a:lnTo>
                      <a:pt x="669343" y="429975"/>
                    </a:lnTo>
                    <a:cubicBezTo>
                      <a:pt x="677148" y="430097"/>
                      <a:pt x="683565" y="423865"/>
                      <a:pt x="683687" y="416067"/>
                    </a:cubicBezTo>
                    <a:cubicBezTo>
                      <a:pt x="683687" y="416061"/>
                      <a:pt x="683687" y="416055"/>
                      <a:pt x="683687" y="416049"/>
                    </a:cubicBezTo>
                    <a:cubicBezTo>
                      <a:pt x="683687" y="415620"/>
                      <a:pt x="683687" y="415197"/>
                      <a:pt x="683646" y="41477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" name="Google Shape;32;p4"/>
              <p:cNvSpPr/>
              <p:nvPr/>
            </p:nvSpPr>
            <p:spPr>
              <a:xfrm>
                <a:off x="481797" y="-151591"/>
                <a:ext cx="593786" cy="371876"/>
              </a:xfrm>
              <a:custGeom>
                <a:avLst/>
                <a:gdLst/>
                <a:ahLst/>
                <a:cxnLst/>
                <a:rect l="l" t="t" r="r" b="b"/>
                <a:pathLst>
                  <a:path w="678612" h="425001" extrusionOk="0">
                    <a:moveTo>
                      <a:pt x="68497" y="32459"/>
                    </a:moveTo>
                    <a:lnTo>
                      <a:pt x="18870" y="32459"/>
                    </a:lnTo>
                    <a:cubicBezTo>
                      <a:pt x="12093" y="33271"/>
                      <a:pt x="5937" y="28438"/>
                      <a:pt x="5119" y="21661"/>
                    </a:cubicBezTo>
                    <a:cubicBezTo>
                      <a:pt x="4306" y="14884"/>
                      <a:pt x="9140" y="8727"/>
                      <a:pt x="15917" y="7909"/>
                    </a:cubicBezTo>
                    <a:cubicBezTo>
                      <a:pt x="16897" y="7793"/>
                      <a:pt x="17889" y="7793"/>
                      <a:pt x="18870" y="7909"/>
                    </a:cubicBezTo>
                    <a:lnTo>
                      <a:pt x="68497" y="7909"/>
                    </a:lnTo>
                    <a:cubicBezTo>
                      <a:pt x="75274" y="7097"/>
                      <a:pt x="81431" y="11930"/>
                      <a:pt x="82249" y="18707"/>
                    </a:cubicBezTo>
                    <a:cubicBezTo>
                      <a:pt x="83061" y="25484"/>
                      <a:pt x="78228" y="31641"/>
                      <a:pt x="71451" y="32459"/>
                    </a:cubicBezTo>
                    <a:cubicBezTo>
                      <a:pt x="70470" y="32575"/>
                      <a:pt x="69478" y="32575"/>
                      <a:pt x="68497" y="32459"/>
                    </a:cubicBezTo>
                    <a:close/>
                    <a:moveTo>
                      <a:pt x="80862" y="77137"/>
                    </a:moveTo>
                    <a:cubicBezTo>
                      <a:pt x="80862" y="70307"/>
                      <a:pt x="75327" y="64772"/>
                      <a:pt x="68497" y="64772"/>
                    </a:cubicBezTo>
                    <a:lnTo>
                      <a:pt x="18870" y="64772"/>
                    </a:lnTo>
                    <a:cubicBezTo>
                      <a:pt x="12093" y="63960"/>
                      <a:pt x="5931" y="68793"/>
                      <a:pt x="5119" y="75576"/>
                    </a:cubicBezTo>
                    <a:cubicBezTo>
                      <a:pt x="5119" y="75576"/>
                      <a:pt x="5119" y="75576"/>
                      <a:pt x="5119" y="75576"/>
                    </a:cubicBezTo>
                    <a:cubicBezTo>
                      <a:pt x="4306" y="82353"/>
                      <a:pt x="9140" y="88509"/>
                      <a:pt x="15917" y="89321"/>
                    </a:cubicBezTo>
                    <a:cubicBezTo>
                      <a:pt x="15917" y="89321"/>
                      <a:pt x="15917" y="89321"/>
                      <a:pt x="15917" y="89321"/>
                    </a:cubicBezTo>
                    <a:cubicBezTo>
                      <a:pt x="16897" y="89443"/>
                      <a:pt x="17889" y="89443"/>
                      <a:pt x="18870" y="89321"/>
                    </a:cubicBezTo>
                    <a:lnTo>
                      <a:pt x="68497" y="89321"/>
                    </a:lnTo>
                    <a:cubicBezTo>
                      <a:pt x="75228" y="89420"/>
                      <a:pt x="80763" y="84047"/>
                      <a:pt x="80862" y="77316"/>
                    </a:cubicBezTo>
                    <a:cubicBezTo>
                      <a:pt x="80862" y="77316"/>
                      <a:pt x="80862" y="77316"/>
                      <a:pt x="80862" y="77316"/>
                    </a:cubicBezTo>
                    <a:close/>
                    <a:moveTo>
                      <a:pt x="80862" y="133999"/>
                    </a:moveTo>
                    <a:cubicBezTo>
                      <a:pt x="80862" y="127176"/>
                      <a:pt x="75327" y="121640"/>
                      <a:pt x="68503" y="121640"/>
                    </a:cubicBezTo>
                    <a:cubicBezTo>
                      <a:pt x="68503" y="121640"/>
                      <a:pt x="68497" y="121640"/>
                      <a:pt x="68497" y="121640"/>
                    </a:cubicBezTo>
                    <a:lnTo>
                      <a:pt x="18870" y="121640"/>
                    </a:lnTo>
                    <a:cubicBezTo>
                      <a:pt x="12093" y="120822"/>
                      <a:pt x="5937" y="125655"/>
                      <a:pt x="5119" y="132427"/>
                    </a:cubicBezTo>
                    <a:cubicBezTo>
                      <a:pt x="5119" y="132433"/>
                      <a:pt x="5119" y="132433"/>
                      <a:pt x="5119" y="132438"/>
                    </a:cubicBezTo>
                    <a:cubicBezTo>
                      <a:pt x="4306" y="139215"/>
                      <a:pt x="9140" y="145372"/>
                      <a:pt x="15917" y="146190"/>
                    </a:cubicBezTo>
                    <a:cubicBezTo>
                      <a:pt x="16897" y="146306"/>
                      <a:pt x="17889" y="146306"/>
                      <a:pt x="18870" y="146190"/>
                    </a:cubicBezTo>
                    <a:lnTo>
                      <a:pt x="68497" y="146190"/>
                    </a:lnTo>
                    <a:cubicBezTo>
                      <a:pt x="75228" y="146288"/>
                      <a:pt x="80763" y="140915"/>
                      <a:pt x="80862" y="134185"/>
                    </a:cubicBezTo>
                    <a:cubicBezTo>
                      <a:pt x="80862" y="134185"/>
                      <a:pt x="80862" y="134179"/>
                      <a:pt x="80862" y="134179"/>
                    </a:cubicBezTo>
                    <a:close/>
                    <a:moveTo>
                      <a:pt x="80862" y="190862"/>
                    </a:moveTo>
                    <a:cubicBezTo>
                      <a:pt x="80862" y="184032"/>
                      <a:pt x="75327" y="178497"/>
                      <a:pt x="68497" y="178497"/>
                    </a:cubicBezTo>
                    <a:lnTo>
                      <a:pt x="18870" y="178497"/>
                    </a:lnTo>
                    <a:cubicBezTo>
                      <a:pt x="12093" y="177685"/>
                      <a:pt x="5937" y="182518"/>
                      <a:pt x="5119" y="189295"/>
                    </a:cubicBezTo>
                    <a:cubicBezTo>
                      <a:pt x="4306" y="196072"/>
                      <a:pt x="9140" y="202229"/>
                      <a:pt x="15917" y="203047"/>
                    </a:cubicBezTo>
                    <a:cubicBezTo>
                      <a:pt x="16897" y="203163"/>
                      <a:pt x="17889" y="203163"/>
                      <a:pt x="18870" y="203047"/>
                    </a:cubicBezTo>
                    <a:lnTo>
                      <a:pt x="68497" y="203047"/>
                    </a:lnTo>
                    <a:cubicBezTo>
                      <a:pt x="75228" y="203145"/>
                      <a:pt x="80763" y="197772"/>
                      <a:pt x="80862" y="191042"/>
                    </a:cubicBezTo>
                    <a:cubicBezTo>
                      <a:pt x="80862" y="191042"/>
                      <a:pt x="80862" y="191036"/>
                      <a:pt x="80862" y="191036"/>
                    </a:cubicBezTo>
                    <a:close/>
                    <a:moveTo>
                      <a:pt x="80862" y="247724"/>
                    </a:moveTo>
                    <a:cubicBezTo>
                      <a:pt x="80862" y="240895"/>
                      <a:pt x="75327" y="235360"/>
                      <a:pt x="68497" y="235360"/>
                    </a:cubicBezTo>
                    <a:lnTo>
                      <a:pt x="18870" y="235360"/>
                    </a:lnTo>
                    <a:cubicBezTo>
                      <a:pt x="12093" y="234547"/>
                      <a:pt x="5937" y="239381"/>
                      <a:pt x="5119" y="246158"/>
                    </a:cubicBezTo>
                    <a:cubicBezTo>
                      <a:pt x="4306" y="252935"/>
                      <a:pt x="9140" y="259091"/>
                      <a:pt x="15917" y="259909"/>
                    </a:cubicBezTo>
                    <a:cubicBezTo>
                      <a:pt x="16897" y="260025"/>
                      <a:pt x="17889" y="260025"/>
                      <a:pt x="18870" y="259909"/>
                    </a:cubicBezTo>
                    <a:lnTo>
                      <a:pt x="68497" y="259909"/>
                    </a:lnTo>
                    <a:cubicBezTo>
                      <a:pt x="75228" y="260008"/>
                      <a:pt x="80763" y="254635"/>
                      <a:pt x="80862" y="247904"/>
                    </a:cubicBezTo>
                    <a:cubicBezTo>
                      <a:pt x="80862" y="247904"/>
                      <a:pt x="80862" y="247898"/>
                      <a:pt x="80862" y="247898"/>
                    </a:cubicBezTo>
                    <a:close/>
                    <a:moveTo>
                      <a:pt x="80862" y="304587"/>
                    </a:moveTo>
                    <a:cubicBezTo>
                      <a:pt x="80856" y="297758"/>
                      <a:pt x="75327" y="292228"/>
                      <a:pt x="68497" y="292228"/>
                    </a:cubicBezTo>
                    <a:lnTo>
                      <a:pt x="18870" y="292228"/>
                    </a:lnTo>
                    <a:cubicBezTo>
                      <a:pt x="12041" y="292228"/>
                      <a:pt x="6506" y="297763"/>
                      <a:pt x="6506" y="304593"/>
                    </a:cubicBezTo>
                    <a:cubicBezTo>
                      <a:pt x="6506" y="311323"/>
                      <a:pt x="11960" y="316778"/>
                      <a:pt x="18690" y="316778"/>
                    </a:cubicBezTo>
                    <a:lnTo>
                      <a:pt x="68497" y="316778"/>
                    </a:lnTo>
                    <a:cubicBezTo>
                      <a:pt x="75228" y="316876"/>
                      <a:pt x="80763" y="311503"/>
                      <a:pt x="80862" y="304773"/>
                    </a:cubicBezTo>
                    <a:cubicBezTo>
                      <a:pt x="80862" y="304773"/>
                      <a:pt x="80862" y="304773"/>
                      <a:pt x="80862" y="304773"/>
                    </a:cubicBezTo>
                    <a:close/>
                    <a:moveTo>
                      <a:pt x="80862" y="361450"/>
                    </a:moveTo>
                    <a:cubicBezTo>
                      <a:pt x="80862" y="354719"/>
                      <a:pt x="75408" y="349265"/>
                      <a:pt x="68677" y="349265"/>
                    </a:cubicBezTo>
                    <a:lnTo>
                      <a:pt x="18870" y="349265"/>
                    </a:lnTo>
                    <a:cubicBezTo>
                      <a:pt x="12140" y="349166"/>
                      <a:pt x="6604" y="354539"/>
                      <a:pt x="6506" y="361270"/>
                    </a:cubicBezTo>
                    <a:cubicBezTo>
                      <a:pt x="6506" y="361270"/>
                      <a:pt x="6506" y="361275"/>
                      <a:pt x="6506" y="361275"/>
                    </a:cubicBezTo>
                    <a:lnTo>
                      <a:pt x="6506" y="361450"/>
                    </a:lnTo>
                    <a:cubicBezTo>
                      <a:pt x="6506" y="368279"/>
                      <a:pt x="12041" y="373814"/>
                      <a:pt x="18870" y="373814"/>
                    </a:cubicBezTo>
                    <a:lnTo>
                      <a:pt x="68497" y="373814"/>
                    </a:lnTo>
                    <a:cubicBezTo>
                      <a:pt x="75123" y="373820"/>
                      <a:pt x="80578" y="368604"/>
                      <a:pt x="80862" y="361983"/>
                    </a:cubicBezTo>
                    <a:close/>
                    <a:moveTo>
                      <a:pt x="80862" y="418312"/>
                    </a:moveTo>
                    <a:cubicBezTo>
                      <a:pt x="80862" y="411581"/>
                      <a:pt x="75408" y="406127"/>
                      <a:pt x="68677" y="406127"/>
                    </a:cubicBezTo>
                    <a:lnTo>
                      <a:pt x="18870" y="406127"/>
                    </a:lnTo>
                    <a:cubicBezTo>
                      <a:pt x="12093" y="405315"/>
                      <a:pt x="5931" y="410148"/>
                      <a:pt x="5119" y="416931"/>
                    </a:cubicBezTo>
                    <a:cubicBezTo>
                      <a:pt x="5119" y="416931"/>
                      <a:pt x="5119" y="416931"/>
                      <a:pt x="5119" y="416931"/>
                    </a:cubicBezTo>
                    <a:cubicBezTo>
                      <a:pt x="4306" y="423708"/>
                      <a:pt x="9140" y="429864"/>
                      <a:pt x="15917" y="430677"/>
                    </a:cubicBezTo>
                    <a:cubicBezTo>
                      <a:pt x="15917" y="430677"/>
                      <a:pt x="15917" y="430677"/>
                      <a:pt x="15917" y="430677"/>
                    </a:cubicBezTo>
                    <a:cubicBezTo>
                      <a:pt x="16897" y="430799"/>
                      <a:pt x="17889" y="430799"/>
                      <a:pt x="18870" y="430677"/>
                    </a:cubicBezTo>
                    <a:lnTo>
                      <a:pt x="68497" y="430677"/>
                    </a:lnTo>
                    <a:cubicBezTo>
                      <a:pt x="75327" y="430671"/>
                      <a:pt x="80856" y="425141"/>
                      <a:pt x="80856" y="418312"/>
                    </a:cubicBezTo>
                    <a:close/>
                    <a:moveTo>
                      <a:pt x="267006" y="20274"/>
                    </a:moveTo>
                    <a:cubicBezTo>
                      <a:pt x="267104" y="13543"/>
                      <a:pt x="261731" y="8008"/>
                      <a:pt x="255001" y="7909"/>
                    </a:cubicBezTo>
                    <a:cubicBezTo>
                      <a:pt x="255001" y="7909"/>
                      <a:pt x="255001" y="7909"/>
                      <a:pt x="255001" y="7909"/>
                    </a:cubicBezTo>
                    <a:lnTo>
                      <a:pt x="124124" y="7909"/>
                    </a:lnTo>
                    <a:cubicBezTo>
                      <a:pt x="117347" y="7097"/>
                      <a:pt x="111191" y="11930"/>
                      <a:pt x="110378" y="18707"/>
                    </a:cubicBezTo>
                    <a:cubicBezTo>
                      <a:pt x="110378" y="18707"/>
                      <a:pt x="110378" y="18707"/>
                      <a:pt x="110378" y="18707"/>
                    </a:cubicBezTo>
                    <a:cubicBezTo>
                      <a:pt x="109560" y="25484"/>
                      <a:pt x="114394" y="31641"/>
                      <a:pt x="121170" y="32459"/>
                    </a:cubicBezTo>
                    <a:cubicBezTo>
                      <a:pt x="121170" y="32459"/>
                      <a:pt x="121176" y="32459"/>
                      <a:pt x="121176" y="32459"/>
                    </a:cubicBezTo>
                    <a:cubicBezTo>
                      <a:pt x="122157" y="32575"/>
                      <a:pt x="123143" y="32575"/>
                      <a:pt x="124124" y="32459"/>
                    </a:cubicBezTo>
                    <a:lnTo>
                      <a:pt x="254821" y="32459"/>
                    </a:lnTo>
                    <a:cubicBezTo>
                      <a:pt x="261552" y="32459"/>
                      <a:pt x="267006" y="27005"/>
                      <a:pt x="267006" y="20274"/>
                    </a:cubicBezTo>
                    <a:close/>
                    <a:moveTo>
                      <a:pt x="267006" y="77137"/>
                    </a:moveTo>
                    <a:cubicBezTo>
                      <a:pt x="267104" y="70406"/>
                      <a:pt x="261731" y="64871"/>
                      <a:pt x="255001" y="64772"/>
                    </a:cubicBezTo>
                    <a:cubicBezTo>
                      <a:pt x="255001" y="64772"/>
                      <a:pt x="255001" y="64772"/>
                      <a:pt x="255001" y="64772"/>
                    </a:cubicBezTo>
                    <a:lnTo>
                      <a:pt x="124124" y="64772"/>
                    </a:lnTo>
                    <a:cubicBezTo>
                      <a:pt x="117347" y="63960"/>
                      <a:pt x="111191" y="68793"/>
                      <a:pt x="110378" y="75570"/>
                    </a:cubicBezTo>
                    <a:cubicBezTo>
                      <a:pt x="110378" y="75570"/>
                      <a:pt x="110378" y="75576"/>
                      <a:pt x="110378" y="75576"/>
                    </a:cubicBezTo>
                    <a:cubicBezTo>
                      <a:pt x="109566" y="82353"/>
                      <a:pt x="114399" y="88509"/>
                      <a:pt x="121176" y="89321"/>
                    </a:cubicBezTo>
                    <a:cubicBezTo>
                      <a:pt x="121176" y="89321"/>
                      <a:pt x="121176" y="89321"/>
                      <a:pt x="121176" y="89321"/>
                    </a:cubicBezTo>
                    <a:cubicBezTo>
                      <a:pt x="122157" y="89443"/>
                      <a:pt x="123143" y="89443"/>
                      <a:pt x="124124" y="89321"/>
                    </a:cubicBezTo>
                    <a:lnTo>
                      <a:pt x="254821" y="89321"/>
                    </a:lnTo>
                    <a:cubicBezTo>
                      <a:pt x="261552" y="89321"/>
                      <a:pt x="267006" y="83867"/>
                      <a:pt x="267006" y="77137"/>
                    </a:cubicBezTo>
                    <a:close/>
                    <a:moveTo>
                      <a:pt x="267006" y="133999"/>
                    </a:moveTo>
                    <a:cubicBezTo>
                      <a:pt x="267104" y="127274"/>
                      <a:pt x="261726" y="121739"/>
                      <a:pt x="255001" y="121640"/>
                    </a:cubicBezTo>
                    <a:lnTo>
                      <a:pt x="124124" y="121640"/>
                    </a:lnTo>
                    <a:cubicBezTo>
                      <a:pt x="117353" y="120822"/>
                      <a:pt x="111196" y="125650"/>
                      <a:pt x="110378" y="132427"/>
                    </a:cubicBezTo>
                    <a:cubicBezTo>
                      <a:pt x="110378" y="132427"/>
                      <a:pt x="110378" y="132433"/>
                      <a:pt x="110378" y="132438"/>
                    </a:cubicBezTo>
                    <a:cubicBezTo>
                      <a:pt x="109566" y="139215"/>
                      <a:pt x="114399" y="145372"/>
                      <a:pt x="121176" y="146190"/>
                    </a:cubicBezTo>
                    <a:cubicBezTo>
                      <a:pt x="122157" y="146306"/>
                      <a:pt x="123143" y="146306"/>
                      <a:pt x="124124" y="146190"/>
                    </a:cubicBezTo>
                    <a:lnTo>
                      <a:pt x="254821" y="146190"/>
                    </a:lnTo>
                    <a:cubicBezTo>
                      <a:pt x="261552" y="146190"/>
                      <a:pt x="267006" y="140736"/>
                      <a:pt x="267006" y="134005"/>
                    </a:cubicBezTo>
                    <a:close/>
                    <a:moveTo>
                      <a:pt x="267006" y="190862"/>
                    </a:moveTo>
                    <a:cubicBezTo>
                      <a:pt x="267104" y="184131"/>
                      <a:pt x="261731" y="178596"/>
                      <a:pt x="255001" y="178497"/>
                    </a:cubicBezTo>
                    <a:cubicBezTo>
                      <a:pt x="255001" y="178497"/>
                      <a:pt x="255001" y="178497"/>
                      <a:pt x="255001" y="178497"/>
                    </a:cubicBezTo>
                    <a:lnTo>
                      <a:pt x="124124" y="178497"/>
                    </a:lnTo>
                    <a:cubicBezTo>
                      <a:pt x="117347" y="177685"/>
                      <a:pt x="111191" y="182518"/>
                      <a:pt x="110378" y="189295"/>
                    </a:cubicBezTo>
                    <a:cubicBezTo>
                      <a:pt x="110378" y="189295"/>
                      <a:pt x="110378" y="189295"/>
                      <a:pt x="110378" y="189295"/>
                    </a:cubicBezTo>
                    <a:cubicBezTo>
                      <a:pt x="109566" y="196072"/>
                      <a:pt x="114399" y="202229"/>
                      <a:pt x="121176" y="203047"/>
                    </a:cubicBezTo>
                    <a:cubicBezTo>
                      <a:pt x="122157" y="203163"/>
                      <a:pt x="123143" y="203163"/>
                      <a:pt x="124124" y="203047"/>
                    </a:cubicBezTo>
                    <a:lnTo>
                      <a:pt x="254821" y="203047"/>
                    </a:lnTo>
                    <a:cubicBezTo>
                      <a:pt x="261552" y="203047"/>
                      <a:pt x="267006" y="197592"/>
                      <a:pt x="267006" y="190862"/>
                    </a:cubicBezTo>
                    <a:close/>
                    <a:moveTo>
                      <a:pt x="267006" y="247724"/>
                    </a:moveTo>
                    <a:cubicBezTo>
                      <a:pt x="267104" y="240994"/>
                      <a:pt x="261731" y="235458"/>
                      <a:pt x="255001" y="235360"/>
                    </a:cubicBezTo>
                    <a:cubicBezTo>
                      <a:pt x="255001" y="235360"/>
                      <a:pt x="255001" y="235360"/>
                      <a:pt x="255001" y="235360"/>
                    </a:cubicBezTo>
                    <a:lnTo>
                      <a:pt x="124124" y="235360"/>
                    </a:lnTo>
                    <a:cubicBezTo>
                      <a:pt x="117347" y="234547"/>
                      <a:pt x="111191" y="239381"/>
                      <a:pt x="110378" y="246158"/>
                    </a:cubicBezTo>
                    <a:cubicBezTo>
                      <a:pt x="110378" y="246158"/>
                      <a:pt x="110378" y="246158"/>
                      <a:pt x="110378" y="246158"/>
                    </a:cubicBezTo>
                    <a:cubicBezTo>
                      <a:pt x="109560" y="252935"/>
                      <a:pt x="114394" y="259091"/>
                      <a:pt x="121170" y="259909"/>
                    </a:cubicBezTo>
                    <a:cubicBezTo>
                      <a:pt x="121170" y="259909"/>
                      <a:pt x="121176" y="259909"/>
                      <a:pt x="121176" y="259909"/>
                    </a:cubicBezTo>
                    <a:cubicBezTo>
                      <a:pt x="122157" y="260025"/>
                      <a:pt x="123143" y="260025"/>
                      <a:pt x="124124" y="259909"/>
                    </a:cubicBezTo>
                    <a:lnTo>
                      <a:pt x="254821" y="259909"/>
                    </a:lnTo>
                    <a:cubicBezTo>
                      <a:pt x="261552" y="259909"/>
                      <a:pt x="267006" y="254455"/>
                      <a:pt x="267006" y="247724"/>
                    </a:cubicBezTo>
                    <a:close/>
                    <a:moveTo>
                      <a:pt x="423488" y="304587"/>
                    </a:moveTo>
                    <a:cubicBezTo>
                      <a:pt x="423488" y="297758"/>
                      <a:pt x="417953" y="292222"/>
                      <a:pt x="411123" y="292222"/>
                    </a:cubicBezTo>
                    <a:lnTo>
                      <a:pt x="280606" y="292222"/>
                    </a:lnTo>
                    <a:cubicBezTo>
                      <a:pt x="273777" y="292222"/>
                      <a:pt x="268242" y="297758"/>
                      <a:pt x="268242" y="304587"/>
                    </a:cubicBezTo>
                    <a:cubicBezTo>
                      <a:pt x="268242" y="311318"/>
                      <a:pt x="273696" y="316772"/>
                      <a:pt x="280427" y="316772"/>
                    </a:cubicBezTo>
                    <a:lnTo>
                      <a:pt x="411123" y="316772"/>
                    </a:lnTo>
                    <a:cubicBezTo>
                      <a:pt x="417854" y="316870"/>
                      <a:pt x="423390" y="311497"/>
                      <a:pt x="423488" y="304767"/>
                    </a:cubicBezTo>
                    <a:cubicBezTo>
                      <a:pt x="423488" y="304767"/>
                      <a:pt x="423488" y="304767"/>
                      <a:pt x="423488" y="304767"/>
                    </a:cubicBezTo>
                    <a:close/>
                    <a:moveTo>
                      <a:pt x="423488" y="361450"/>
                    </a:moveTo>
                    <a:cubicBezTo>
                      <a:pt x="423488" y="354719"/>
                      <a:pt x="418034" y="349265"/>
                      <a:pt x="411303" y="349265"/>
                    </a:cubicBezTo>
                    <a:lnTo>
                      <a:pt x="280606" y="349265"/>
                    </a:lnTo>
                    <a:cubicBezTo>
                      <a:pt x="273876" y="349166"/>
                      <a:pt x="268346" y="354545"/>
                      <a:pt x="268247" y="361275"/>
                    </a:cubicBezTo>
                    <a:cubicBezTo>
                      <a:pt x="268247" y="361275"/>
                      <a:pt x="268247" y="361275"/>
                      <a:pt x="268247" y="361275"/>
                    </a:cubicBezTo>
                    <a:cubicBezTo>
                      <a:pt x="268247" y="361334"/>
                      <a:pt x="268247" y="361391"/>
                      <a:pt x="268247" y="361450"/>
                    </a:cubicBezTo>
                    <a:cubicBezTo>
                      <a:pt x="268247" y="368279"/>
                      <a:pt x="273783" y="373814"/>
                      <a:pt x="280612" y="373814"/>
                    </a:cubicBezTo>
                    <a:lnTo>
                      <a:pt x="411123" y="373814"/>
                    </a:lnTo>
                    <a:cubicBezTo>
                      <a:pt x="417750" y="373820"/>
                      <a:pt x="423204" y="368604"/>
                      <a:pt x="423488" y="361983"/>
                    </a:cubicBezTo>
                    <a:close/>
                    <a:moveTo>
                      <a:pt x="423488" y="418312"/>
                    </a:moveTo>
                    <a:cubicBezTo>
                      <a:pt x="423488" y="411581"/>
                      <a:pt x="418034" y="406127"/>
                      <a:pt x="411303" y="406127"/>
                    </a:cubicBezTo>
                    <a:lnTo>
                      <a:pt x="280606" y="406127"/>
                    </a:lnTo>
                    <a:cubicBezTo>
                      <a:pt x="273829" y="405315"/>
                      <a:pt x="267673" y="410154"/>
                      <a:pt x="266855" y="416931"/>
                    </a:cubicBezTo>
                    <a:cubicBezTo>
                      <a:pt x="266043" y="423708"/>
                      <a:pt x="270876" y="429864"/>
                      <a:pt x="277653" y="430677"/>
                    </a:cubicBezTo>
                    <a:cubicBezTo>
                      <a:pt x="277653" y="430677"/>
                      <a:pt x="277659" y="430677"/>
                      <a:pt x="277659" y="430677"/>
                    </a:cubicBezTo>
                    <a:cubicBezTo>
                      <a:pt x="278639" y="430799"/>
                      <a:pt x="279626" y="430799"/>
                      <a:pt x="280606" y="430677"/>
                    </a:cubicBezTo>
                    <a:lnTo>
                      <a:pt x="411123" y="430677"/>
                    </a:lnTo>
                    <a:cubicBezTo>
                      <a:pt x="417953" y="430677"/>
                      <a:pt x="423482" y="425147"/>
                      <a:pt x="423488" y="418318"/>
                    </a:cubicBezTo>
                    <a:close/>
                    <a:moveTo>
                      <a:pt x="324582" y="20274"/>
                    </a:moveTo>
                    <a:cubicBezTo>
                      <a:pt x="324692" y="12377"/>
                      <a:pt x="318385" y="5878"/>
                      <a:pt x="310482" y="5768"/>
                    </a:cubicBezTo>
                    <a:cubicBezTo>
                      <a:pt x="310477" y="5768"/>
                      <a:pt x="310465" y="5768"/>
                      <a:pt x="310453" y="5768"/>
                    </a:cubicBezTo>
                    <a:cubicBezTo>
                      <a:pt x="302557" y="5670"/>
                      <a:pt x="296075" y="11988"/>
                      <a:pt x="295977" y="19885"/>
                    </a:cubicBezTo>
                    <a:cubicBezTo>
                      <a:pt x="295977" y="19885"/>
                      <a:pt x="295977" y="19891"/>
                      <a:pt x="295977" y="19897"/>
                    </a:cubicBezTo>
                    <a:cubicBezTo>
                      <a:pt x="295866" y="27800"/>
                      <a:pt x="302185" y="34292"/>
                      <a:pt x="310088" y="34403"/>
                    </a:cubicBezTo>
                    <a:cubicBezTo>
                      <a:pt x="310094" y="34403"/>
                      <a:pt x="310100" y="34403"/>
                      <a:pt x="310105" y="34403"/>
                    </a:cubicBezTo>
                    <a:lnTo>
                      <a:pt x="310279" y="34403"/>
                    </a:lnTo>
                    <a:cubicBezTo>
                      <a:pt x="318113" y="34403"/>
                      <a:pt x="324489" y="28107"/>
                      <a:pt x="324582" y="20274"/>
                    </a:cubicBezTo>
                    <a:close/>
                    <a:moveTo>
                      <a:pt x="367148" y="20274"/>
                    </a:moveTo>
                    <a:cubicBezTo>
                      <a:pt x="367258" y="12377"/>
                      <a:pt x="360951" y="5878"/>
                      <a:pt x="353048" y="5768"/>
                    </a:cubicBezTo>
                    <a:cubicBezTo>
                      <a:pt x="353042" y="5768"/>
                      <a:pt x="353031" y="5768"/>
                      <a:pt x="353019" y="5768"/>
                    </a:cubicBezTo>
                    <a:cubicBezTo>
                      <a:pt x="345117" y="5658"/>
                      <a:pt x="338624" y="11977"/>
                      <a:pt x="338513" y="19879"/>
                    </a:cubicBezTo>
                    <a:cubicBezTo>
                      <a:pt x="338513" y="19885"/>
                      <a:pt x="338513" y="19891"/>
                      <a:pt x="338513" y="19897"/>
                    </a:cubicBezTo>
                    <a:cubicBezTo>
                      <a:pt x="338409" y="27800"/>
                      <a:pt x="344728" y="34298"/>
                      <a:pt x="352636" y="34403"/>
                    </a:cubicBezTo>
                    <a:cubicBezTo>
                      <a:pt x="352636" y="34403"/>
                      <a:pt x="352642" y="34403"/>
                      <a:pt x="352642" y="34403"/>
                    </a:cubicBezTo>
                    <a:lnTo>
                      <a:pt x="352996" y="34403"/>
                    </a:lnTo>
                    <a:cubicBezTo>
                      <a:pt x="360794" y="34611"/>
                      <a:pt x="367293" y="28461"/>
                      <a:pt x="367502" y="20663"/>
                    </a:cubicBezTo>
                    <a:cubicBezTo>
                      <a:pt x="367502" y="20651"/>
                      <a:pt x="367502" y="20639"/>
                      <a:pt x="367502" y="20628"/>
                    </a:cubicBezTo>
                    <a:cubicBezTo>
                      <a:pt x="367502" y="20512"/>
                      <a:pt x="367502" y="20390"/>
                      <a:pt x="367502" y="20274"/>
                    </a:cubicBezTo>
                    <a:close/>
                    <a:moveTo>
                      <a:pt x="409888" y="20274"/>
                    </a:moveTo>
                    <a:cubicBezTo>
                      <a:pt x="409998" y="12377"/>
                      <a:pt x="403691" y="5878"/>
                      <a:pt x="395788" y="5768"/>
                    </a:cubicBezTo>
                    <a:cubicBezTo>
                      <a:pt x="395782" y="5768"/>
                      <a:pt x="395771" y="5768"/>
                      <a:pt x="395759" y="5768"/>
                    </a:cubicBezTo>
                    <a:cubicBezTo>
                      <a:pt x="387862" y="5652"/>
                      <a:pt x="381369" y="11959"/>
                      <a:pt x="381253" y="19856"/>
                    </a:cubicBezTo>
                    <a:cubicBezTo>
                      <a:pt x="381253" y="19868"/>
                      <a:pt x="381253" y="19885"/>
                      <a:pt x="381253" y="19897"/>
                    </a:cubicBezTo>
                    <a:cubicBezTo>
                      <a:pt x="381143" y="27800"/>
                      <a:pt x="387462" y="34292"/>
                      <a:pt x="395364" y="34403"/>
                    </a:cubicBezTo>
                    <a:cubicBezTo>
                      <a:pt x="395364" y="34403"/>
                      <a:pt x="395370" y="34403"/>
                      <a:pt x="395376" y="34403"/>
                    </a:cubicBezTo>
                    <a:lnTo>
                      <a:pt x="395556" y="34403"/>
                    </a:lnTo>
                    <a:cubicBezTo>
                      <a:pt x="403401" y="34420"/>
                      <a:pt x="409795" y="28119"/>
                      <a:pt x="409888" y="20274"/>
                    </a:cubicBezTo>
                    <a:close/>
                    <a:moveTo>
                      <a:pt x="452453" y="20274"/>
                    </a:moveTo>
                    <a:cubicBezTo>
                      <a:pt x="452563" y="12371"/>
                      <a:pt x="446245" y="5878"/>
                      <a:pt x="438342" y="5768"/>
                    </a:cubicBezTo>
                    <a:cubicBezTo>
                      <a:pt x="438336" y="5768"/>
                      <a:pt x="438331" y="5768"/>
                      <a:pt x="438325" y="5768"/>
                    </a:cubicBezTo>
                    <a:cubicBezTo>
                      <a:pt x="430422" y="5658"/>
                      <a:pt x="423929" y="11977"/>
                      <a:pt x="423819" y="19879"/>
                    </a:cubicBezTo>
                    <a:cubicBezTo>
                      <a:pt x="423819" y="19885"/>
                      <a:pt x="423819" y="19891"/>
                      <a:pt x="423819" y="19897"/>
                    </a:cubicBezTo>
                    <a:cubicBezTo>
                      <a:pt x="423715" y="27800"/>
                      <a:pt x="430033" y="34298"/>
                      <a:pt x="437942" y="34403"/>
                    </a:cubicBezTo>
                    <a:cubicBezTo>
                      <a:pt x="437942" y="34403"/>
                      <a:pt x="437948" y="34403"/>
                      <a:pt x="437948" y="34403"/>
                    </a:cubicBezTo>
                    <a:lnTo>
                      <a:pt x="438301" y="34403"/>
                    </a:lnTo>
                    <a:cubicBezTo>
                      <a:pt x="446106" y="34403"/>
                      <a:pt x="452430" y="28078"/>
                      <a:pt x="452430" y="20274"/>
                    </a:cubicBezTo>
                    <a:close/>
                    <a:moveTo>
                      <a:pt x="495193" y="20274"/>
                    </a:moveTo>
                    <a:cubicBezTo>
                      <a:pt x="495303" y="12377"/>
                      <a:pt x="488996" y="5878"/>
                      <a:pt x="481093" y="5768"/>
                    </a:cubicBezTo>
                    <a:cubicBezTo>
                      <a:pt x="481088" y="5768"/>
                      <a:pt x="481076" y="5768"/>
                      <a:pt x="481064" y="5768"/>
                    </a:cubicBezTo>
                    <a:cubicBezTo>
                      <a:pt x="473162" y="5664"/>
                      <a:pt x="466663" y="11982"/>
                      <a:pt x="466559" y="19891"/>
                    </a:cubicBezTo>
                    <a:cubicBezTo>
                      <a:pt x="466559" y="19891"/>
                      <a:pt x="466559" y="19897"/>
                      <a:pt x="466559" y="19897"/>
                    </a:cubicBezTo>
                    <a:cubicBezTo>
                      <a:pt x="466454" y="27800"/>
                      <a:pt x="472773" y="34298"/>
                      <a:pt x="480681" y="34403"/>
                    </a:cubicBezTo>
                    <a:cubicBezTo>
                      <a:pt x="480681" y="34403"/>
                      <a:pt x="480687" y="34403"/>
                      <a:pt x="480693" y="34403"/>
                    </a:cubicBezTo>
                    <a:lnTo>
                      <a:pt x="481041" y="34403"/>
                    </a:lnTo>
                    <a:cubicBezTo>
                      <a:pt x="488845" y="34403"/>
                      <a:pt x="495170" y="28078"/>
                      <a:pt x="495170" y="20274"/>
                    </a:cubicBezTo>
                    <a:close/>
                    <a:moveTo>
                      <a:pt x="537933" y="20274"/>
                    </a:moveTo>
                    <a:cubicBezTo>
                      <a:pt x="538043" y="12377"/>
                      <a:pt x="531736" y="5878"/>
                      <a:pt x="523833" y="5768"/>
                    </a:cubicBezTo>
                    <a:cubicBezTo>
                      <a:pt x="523828" y="5768"/>
                      <a:pt x="523816" y="5768"/>
                      <a:pt x="523804" y="5768"/>
                    </a:cubicBezTo>
                    <a:cubicBezTo>
                      <a:pt x="515907" y="5670"/>
                      <a:pt x="509426" y="11988"/>
                      <a:pt x="509327" y="19885"/>
                    </a:cubicBezTo>
                    <a:cubicBezTo>
                      <a:pt x="509327" y="19885"/>
                      <a:pt x="509327" y="19891"/>
                      <a:pt x="509327" y="19897"/>
                    </a:cubicBezTo>
                    <a:cubicBezTo>
                      <a:pt x="509217" y="27800"/>
                      <a:pt x="515536" y="34292"/>
                      <a:pt x="523439" y="34403"/>
                    </a:cubicBezTo>
                    <a:cubicBezTo>
                      <a:pt x="523445" y="34403"/>
                      <a:pt x="523450" y="34403"/>
                      <a:pt x="523456" y="34403"/>
                    </a:cubicBezTo>
                    <a:lnTo>
                      <a:pt x="523630" y="34403"/>
                    </a:lnTo>
                    <a:cubicBezTo>
                      <a:pt x="531463" y="34403"/>
                      <a:pt x="537840" y="28107"/>
                      <a:pt x="537933" y="20274"/>
                    </a:cubicBezTo>
                    <a:close/>
                    <a:moveTo>
                      <a:pt x="324582" y="133999"/>
                    </a:moveTo>
                    <a:cubicBezTo>
                      <a:pt x="324698" y="126102"/>
                      <a:pt x="318391" y="119609"/>
                      <a:pt x="310494" y="119493"/>
                    </a:cubicBezTo>
                    <a:cubicBezTo>
                      <a:pt x="310482" y="119493"/>
                      <a:pt x="310465" y="119493"/>
                      <a:pt x="310453" y="119493"/>
                    </a:cubicBezTo>
                    <a:cubicBezTo>
                      <a:pt x="302557" y="119395"/>
                      <a:pt x="296075" y="125713"/>
                      <a:pt x="295977" y="133610"/>
                    </a:cubicBezTo>
                    <a:cubicBezTo>
                      <a:pt x="295977" y="133610"/>
                      <a:pt x="295977" y="133616"/>
                      <a:pt x="295977" y="133616"/>
                    </a:cubicBezTo>
                    <a:cubicBezTo>
                      <a:pt x="295866" y="141513"/>
                      <a:pt x="302174" y="148006"/>
                      <a:pt x="310076" y="148122"/>
                    </a:cubicBezTo>
                    <a:cubicBezTo>
                      <a:pt x="310082" y="148122"/>
                      <a:pt x="310094" y="148122"/>
                      <a:pt x="310105" y="148122"/>
                    </a:cubicBezTo>
                    <a:lnTo>
                      <a:pt x="310279" y="148122"/>
                    </a:lnTo>
                    <a:cubicBezTo>
                      <a:pt x="318113" y="148128"/>
                      <a:pt x="324489" y="141826"/>
                      <a:pt x="324582" y="133993"/>
                    </a:cubicBezTo>
                    <a:close/>
                    <a:moveTo>
                      <a:pt x="367148" y="133999"/>
                    </a:moveTo>
                    <a:cubicBezTo>
                      <a:pt x="367246" y="126102"/>
                      <a:pt x="360928" y="119621"/>
                      <a:pt x="353031" y="119522"/>
                    </a:cubicBezTo>
                    <a:cubicBezTo>
                      <a:pt x="353031" y="119522"/>
                      <a:pt x="353025" y="119522"/>
                      <a:pt x="353019" y="119522"/>
                    </a:cubicBezTo>
                    <a:cubicBezTo>
                      <a:pt x="345122" y="119412"/>
                      <a:pt x="338629" y="125719"/>
                      <a:pt x="338513" y="133622"/>
                    </a:cubicBezTo>
                    <a:cubicBezTo>
                      <a:pt x="338513" y="133628"/>
                      <a:pt x="338513" y="133639"/>
                      <a:pt x="338513" y="133651"/>
                    </a:cubicBezTo>
                    <a:cubicBezTo>
                      <a:pt x="338403" y="141554"/>
                      <a:pt x="344722" y="148047"/>
                      <a:pt x="352625" y="148157"/>
                    </a:cubicBezTo>
                    <a:cubicBezTo>
                      <a:pt x="352630" y="148157"/>
                      <a:pt x="352636" y="148157"/>
                      <a:pt x="352642" y="148157"/>
                    </a:cubicBezTo>
                    <a:lnTo>
                      <a:pt x="352996" y="148157"/>
                    </a:lnTo>
                    <a:cubicBezTo>
                      <a:pt x="360794" y="148371"/>
                      <a:pt x="367287" y="142221"/>
                      <a:pt x="367502" y="134429"/>
                    </a:cubicBezTo>
                    <a:cubicBezTo>
                      <a:pt x="367502" y="134411"/>
                      <a:pt x="367502" y="134399"/>
                      <a:pt x="367502" y="134388"/>
                    </a:cubicBezTo>
                    <a:cubicBezTo>
                      <a:pt x="367502" y="134266"/>
                      <a:pt x="367502" y="134150"/>
                      <a:pt x="367502" y="134028"/>
                    </a:cubicBezTo>
                    <a:close/>
                    <a:moveTo>
                      <a:pt x="409888" y="133999"/>
                    </a:moveTo>
                    <a:cubicBezTo>
                      <a:pt x="410004" y="126102"/>
                      <a:pt x="403697" y="119609"/>
                      <a:pt x="395799" y="119493"/>
                    </a:cubicBezTo>
                    <a:cubicBezTo>
                      <a:pt x="395782" y="119493"/>
                      <a:pt x="395765" y="119493"/>
                      <a:pt x="395747" y="119493"/>
                    </a:cubicBezTo>
                    <a:cubicBezTo>
                      <a:pt x="387850" y="119377"/>
                      <a:pt x="381358" y="125684"/>
                      <a:pt x="381242" y="133581"/>
                    </a:cubicBezTo>
                    <a:cubicBezTo>
                      <a:pt x="381242" y="133593"/>
                      <a:pt x="381242" y="133605"/>
                      <a:pt x="381242" y="133616"/>
                    </a:cubicBezTo>
                    <a:cubicBezTo>
                      <a:pt x="381131" y="141513"/>
                      <a:pt x="387439" y="148012"/>
                      <a:pt x="395341" y="148122"/>
                    </a:cubicBezTo>
                    <a:cubicBezTo>
                      <a:pt x="395347" y="148122"/>
                      <a:pt x="395359" y="148122"/>
                      <a:pt x="395364" y="148122"/>
                    </a:cubicBezTo>
                    <a:lnTo>
                      <a:pt x="395544" y="148122"/>
                    </a:lnTo>
                    <a:cubicBezTo>
                      <a:pt x="403377" y="148128"/>
                      <a:pt x="409754" y="141826"/>
                      <a:pt x="409847" y="133993"/>
                    </a:cubicBezTo>
                    <a:close/>
                    <a:moveTo>
                      <a:pt x="452453" y="133999"/>
                    </a:moveTo>
                    <a:cubicBezTo>
                      <a:pt x="452552" y="126102"/>
                      <a:pt x="446227" y="119621"/>
                      <a:pt x="438325" y="119522"/>
                    </a:cubicBezTo>
                    <a:cubicBezTo>
                      <a:pt x="438325" y="119522"/>
                      <a:pt x="438325" y="119522"/>
                      <a:pt x="438325" y="119522"/>
                    </a:cubicBezTo>
                    <a:cubicBezTo>
                      <a:pt x="430428" y="119412"/>
                      <a:pt x="423935" y="125719"/>
                      <a:pt x="423819" y="133622"/>
                    </a:cubicBezTo>
                    <a:cubicBezTo>
                      <a:pt x="423819" y="133628"/>
                      <a:pt x="423819" y="133639"/>
                      <a:pt x="423819" y="133651"/>
                    </a:cubicBezTo>
                    <a:cubicBezTo>
                      <a:pt x="423709" y="141554"/>
                      <a:pt x="430027" y="148047"/>
                      <a:pt x="437930" y="148157"/>
                    </a:cubicBezTo>
                    <a:cubicBezTo>
                      <a:pt x="437936" y="148157"/>
                      <a:pt x="437942" y="148157"/>
                      <a:pt x="437948" y="148157"/>
                    </a:cubicBezTo>
                    <a:lnTo>
                      <a:pt x="438301" y="148157"/>
                    </a:lnTo>
                    <a:cubicBezTo>
                      <a:pt x="446106" y="148157"/>
                      <a:pt x="452430" y="141832"/>
                      <a:pt x="452430" y="134028"/>
                    </a:cubicBezTo>
                    <a:close/>
                    <a:moveTo>
                      <a:pt x="495193" y="133999"/>
                    </a:moveTo>
                    <a:cubicBezTo>
                      <a:pt x="495309" y="126102"/>
                      <a:pt x="489002" y="119609"/>
                      <a:pt x="481105" y="119493"/>
                    </a:cubicBezTo>
                    <a:cubicBezTo>
                      <a:pt x="481088" y="119493"/>
                      <a:pt x="481064" y="119493"/>
                      <a:pt x="481041" y="119493"/>
                    </a:cubicBezTo>
                    <a:cubicBezTo>
                      <a:pt x="473138" y="119383"/>
                      <a:pt x="466646" y="125702"/>
                      <a:pt x="466535" y="133605"/>
                    </a:cubicBezTo>
                    <a:cubicBezTo>
                      <a:pt x="466535" y="133610"/>
                      <a:pt x="466535" y="133616"/>
                      <a:pt x="466535" y="133622"/>
                    </a:cubicBezTo>
                    <a:cubicBezTo>
                      <a:pt x="466425" y="141525"/>
                      <a:pt x="472744" y="148017"/>
                      <a:pt x="480647" y="148128"/>
                    </a:cubicBezTo>
                    <a:cubicBezTo>
                      <a:pt x="480653" y="148128"/>
                      <a:pt x="480664" y="148128"/>
                      <a:pt x="480670" y="148128"/>
                    </a:cubicBezTo>
                    <a:lnTo>
                      <a:pt x="481018" y="148128"/>
                    </a:lnTo>
                    <a:cubicBezTo>
                      <a:pt x="488822" y="148128"/>
                      <a:pt x="495147" y="141803"/>
                      <a:pt x="495147" y="133999"/>
                    </a:cubicBezTo>
                    <a:close/>
                    <a:moveTo>
                      <a:pt x="537933" y="133999"/>
                    </a:moveTo>
                    <a:cubicBezTo>
                      <a:pt x="538049" y="126102"/>
                      <a:pt x="531742" y="119609"/>
                      <a:pt x="523845" y="119493"/>
                    </a:cubicBezTo>
                    <a:cubicBezTo>
                      <a:pt x="523833" y="119493"/>
                      <a:pt x="523816" y="119493"/>
                      <a:pt x="523804" y="119493"/>
                    </a:cubicBezTo>
                    <a:cubicBezTo>
                      <a:pt x="515907" y="119395"/>
                      <a:pt x="509426" y="125713"/>
                      <a:pt x="509327" y="133610"/>
                    </a:cubicBezTo>
                    <a:cubicBezTo>
                      <a:pt x="509327" y="133610"/>
                      <a:pt x="509327" y="133616"/>
                      <a:pt x="509327" y="133616"/>
                    </a:cubicBezTo>
                    <a:cubicBezTo>
                      <a:pt x="509217" y="141513"/>
                      <a:pt x="515524" y="148006"/>
                      <a:pt x="523427" y="148122"/>
                    </a:cubicBezTo>
                    <a:cubicBezTo>
                      <a:pt x="523433" y="148122"/>
                      <a:pt x="523445" y="148122"/>
                      <a:pt x="523456" y="148122"/>
                    </a:cubicBezTo>
                    <a:lnTo>
                      <a:pt x="523630" y="148122"/>
                    </a:lnTo>
                    <a:cubicBezTo>
                      <a:pt x="531463" y="148128"/>
                      <a:pt x="537840" y="141826"/>
                      <a:pt x="537933" y="133993"/>
                    </a:cubicBezTo>
                    <a:close/>
                    <a:moveTo>
                      <a:pt x="470290" y="297549"/>
                    </a:moveTo>
                    <a:cubicBezTo>
                      <a:pt x="470400" y="289652"/>
                      <a:pt x="464093" y="283159"/>
                      <a:pt x="456190" y="283043"/>
                    </a:cubicBezTo>
                    <a:cubicBezTo>
                      <a:pt x="456184" y="283043"/>
                      <a:pt x="456173" y="283043"/>
                      <a:pt x="456161" y="283043"/>
                    </a:cubicBezTo>
                    <a:cubicBezTo>
                      <a:pt x="448264" y="282944"/>
                      <a:pt x="441783" y="289269"/>
                      <a:pt x="441684" y="297172"/>
                    </a:cubicBezTo>
                    <a:cubicBezTo>
                      <a:pt x="441684" y="297172"/>
                      <a:pt x="441684" y="297172"/>
                      <a:pt x="441684" y="297172"/>
                    </a:cubicBezTo>
                    <a:cubicBezTo>
                      <a:pt x="441574" y="305069"/>
                      <a:pt x="447881" y="311567"/>
                      <a:pt x="455784" y="311677"/>
                    </a:cubicBezTo>
                    <a:cubicBezTo>
                      <a:pt x="455790" y="311677"/>
                      <a:pt x="455801" y="311677"/>
                      <a:pt x="455813" y="311677"/>
                    </a:cubicBezTo>
                    <a:lnTo>
                      <a:pt x="456161" y="311677"/>
                    </a:lnTo>
                    <a:cubicBezTo>
                      <a:pt x="463965" y="311677"/>
                      <a:pt x="470290" y="305353"/>
                      <a:pt x="470290" y="297549"/>
                    </a:cubicBezTo>
                    <a:close/>
                    <a:moveTo>
                      <a:pt x="513029" y="297549"/>
                    </a:moveTo>
                    <a:cubicBezTo>
                      <a:pt x="513139" y="289652"/>
                      <a:pt x="506833" y="283159"/>
                      <a:pt x="498930" y="283043"/>
                    </a:cubicBezTo>
                    <a:cubicBezTo>
                      <a:pt x="498924" y="283043"/>
                      <a:pt x="498912" y="283043"/>
                      <a:pt x="498907" y="283043"/>
                    </a:cubicBezTo>
                    <a:cubicBezTo>
                      <a:pt x="491010" y="282933"/>
                      <a:pt x="484511" y="289240"/>
                      <a:pt x="484401" y="297143"/>
                    </a:cubicBezTo>
                    <a:cubicBezTo>
                      <a:pt x="484401" y="297148"/>
                      <a:pt x="484401" y="297160"/>
                      <a:pt x="484401" y="297172"/>
                    </a:cubicBezTo>
                    <a:cubicBezTo>
                      <a:pt x="484291" y="305074"/>
                      <a:pt x="490609" y="311567"/>
                      <a:pt x="498512" y="311677"/>
                    </a:cubicBezTo>
                    <a:cubicBezTo>
                      <a:pt x="498518" y="311677"/>
                      <a:pt x="498524" y="311677"/>
                      <a:pt x="498529" y="311677"/>
                    </a:cubicBezTo>
                    <a:lnTo>
                      <a:pt x="498703" y="311677"/>
                    </a:lnTo>
                    <a:cubicBezTo>
                      <a:pt x="506537" y="311677"/>
                      <a:pt x="512907" y="305382"/>
                      <a:pt x="513012" y="297549"/>
                    </a:cubicBezTo>
                    <a:close/>
                    <a:moveTo>
                      <a:pt x="555595" y="297549"/>
                    </a:moveTo>
                    <a:cubicBezTo>
                      <a:pt x="555705" y="289652"/>
                      <a:pt x="549398" y="283159"/>
                      <a:pt x="541495" y="283043"/>
                    </a:cubicBezTo>
                    <a:cubicBezTo>
                      <a:pt x="541490" y="283043"/>
                      <a:pt x="541478" y="283043"/>
                      <a:pt x="541467" y="283043"/>
                    </a:cubicBezTo>
                    <a:cubicBezTo>
                      <a:pt x="533569" y="282933"/>
                      <a:pt x="527071" y="289240"/>
                      <a:pt x="526961" y="297143"/>
                    </a:cubicBezTo>
                    <a:cubicBezTo>
                      <a:pt x="526961" y="297148"/>
                      <a:pt x="526961" y="297160"/>
                      <a:pt x="526961" y="297172"/>
                    </a:cubicBezTo>
                    <a:cubicBezTo>
                      <a:pt x="526851" y="305069"/>
                      <a:pt x="533157" y="311561"/>
                      <a:pt x="541060" y="311677"/>
                    </a:cubicBezTo>
                    <a:cubicBezTo>
                      <a:pt x="541066" y="311677"/>
                      <a:pt x="541078" y="311677"/>
                      <a:pt x="541089" y="311677"/>
                    </a:cubicBezTo>
                    <a:lnTo>
                      <a:pt x="541437" y="311677"/>
                    </a:lnTo>
                    <a:cubicBezTo>
                      <a:pt x="549242" y="311677"/>
                      <a:pt x="555566" y="305353"/>
                      <a:pt x="555566" y="297549"/>
                    </a:cubicBezTo>
                    <a:close/>
                    <a:moveTo>
                      <a:pt x="598335" y="297549"/>
                    </a:moveTo>
                    <a:cubicBezTo>
                      <a:pt x="598445" y="289652"/>
                      <a:pt x="592138" y="283159"/>
                      <a:pt x="584235" y="283043"/>
                    </a:cubicBezTo>
                    <a:cubicBezTo>
                      <a:pt x="584229" y="283043"/>
                      <a:pt x="584218" y="283043"/>
                      <a:pt x="584212" y="283043"/>
                    </a:cubicBezTo>
                    <a:cubicBezTo>
                      <a:pt x="576315" y="282933"/>
                      <a:pt x="569817" y="289240"/>
                      <a:pt x="569706" y="297143"/>
                    </a:cubicBezTo>
                    <a:cubicBezTo>
                      <a:pt x="569706" y="297148"/>
                      <a:pt x="569706" y="297160"/>
                      <a:pt x="569706" y="297172"/>
                    </a:cubicBezTo>
                    <a:cubicBezTo>
                      <a:pt x="569596" y="305074"/>
                      <a:pt x="575915" y="311567"/>
                      <a:pt x="583817" y="311677"/>
                    </a:cubicBezTo>
                    <a:cubicBezTo>
                      <a:pt x="583823" y="311677"/>
                      <a:pt x="583829" y="311677"/>
                      <a:pt x="583835" y="311677"/>
                    </a:cubicBezTo>
                    <a:lnTo>
                      <a:pt x="584009" y="311677"/>
                    </a:lnTo>
                    <a:cubicBezTo>
                      <a:pt x="591842" y="311677"/>
                      <a:pt x="598219" y="305382"/>
                      <a:pt x="598312" y="297549"/>
                    </a:cubicBezTo>
                    <a:close/>
                    <a:moveTo>
                      <a:pt x="640900" y="297549"/>
                    </a:moveTo>
                    <a:cubicBezTo>
                      <a:pt x="641011" y="289652"/>
                      <a:pt x="634704" y="283159"/>
                      <a:pt x="626801" y="283043"/>
                    </a:cubicBezTo>
                    <a:cubicBezTo>
                      <a:pt x="626795" y="283043"/>
                      <a:pt x="626784" y="283043"/>
                      <a:pt x="626772" y="283043"/>
                    </a:cubicBezTo>
                    <a:cubicBezTo>
                      <a:pt x="618869" y="282939"/>
                      <a:pt x="612371" y="289257"/>
                      <a:pt x="612266" y="297166"/>
                    </a:cubicBezTo>
                    <a:cubicBezTo>
                      <a:pt x="612266" y="297166"/>
                      <a:pt x="612266" y="297172"/>
                      <a:pt x="612266" y="297172"/>
                    </a:cubicBezTo>
                    <a:cubicBezTo>
                      <a:pt x="612162" y="305074"/>
                      <a:pt x="618481" y="311573"/>
                      <a:pt x="626389" y="311677"/>
                    </a:cubicBezTo>
                    <a:cubicBezTo>
                      <a:pt x="626389" y="311677"/>
                      <a:pt x="626395" y="311677"/>
                      <a:pt x="626401" y="311677"/>
                    </a:cubicBezTo>
                    <a:lnTo>
                      <a:pt x="626749" y="311677"/>
                    </a:lnTo>
                    <a:cubicBezTo>
                      <a:pt x="634553" y="311677"/>
                      <a:pt x="640878" y="305353"/>
                      <a:pt x="640878" y="297549"/>
                    </a:cubicBezTo>
                    <a:close/>
                    <a:moveTo>
                      <a:pt x="683640" y="297549"/>
                    </a:moveTo>
                    <a:cubicBezTo>
                      <a:pt x="683751" y="289652"/>
                      <a:pt x="677444" y="283159"/>
                      <a:pt x="669541" y="283043"/>
                    </a:cubicBezTo>
                    <a:cubicBezTo>
                      <a:pt x="669535" y="283043"/>
                      <a:pt x="669523" y="283043"/>
                      <a:pt x="669512" y="283043"/>
                    </a:cubicBezTo>
                    <a:cubicBezTo>
                      <a:pt x="661615" y="282944"/>
                      <a:pt x="655134" y="289263"/>
                      <a:pt x="655035" y="297160"/>
                    </a:cubicBezTo>
                    <a:cubicBezTo>
                      <a:pt x="655035" y="297160"/>
                      <a:pt x="655035" y="297166"/>
                      <a:pt x="655035" y="297172"/>
                    </a:cubicBezTo>
                    <a:cubicBezTo>
                      <a:pt x="654925" y="305074"/>
                      <a:pt x="661243" y="311567"/>
                      <a:pt x="669146" y="311677"/>
                    </a:cubicBezTo>
                    <a:cubicBezTo>
                      <a:pt x="669152" y="311677"/>
                      <a:pt x="669158" y="311677"/>
                      <a:pt x="669164" y="311677"/>
                    </a:cubicBezTo>
                    <a:lnTo>
                      <a:pt x="669338" y="311677"/>
                    </a:lnTo>
                    <a:cubicBezTo>
                      <a:pt x="677171" y="311677"/>
                      <a:pt x="683547" y="305382"/>
                      <a:pt x="683640" y="297549"/>
                    </a:cubicBezTo>
                    <a:close/>
                    <a:moveTo>
                      <a:pt x="470290" y="414993"/>
                    </a:moveTo>
                    <a:cubicBezTo>
                      <a:pt x="470290" y="407096"/>
                      <a:pt x="463884" y="400690"/>
                      <a:pt x="455987" y="400690"/>
                    </a:cubicBezTo>
                    <a:cubicBezTo>
                      <a:pt x="448084" y="400690"/>
                      <a:pt x="441678" y="407096"/>
                      <a:pt x="441678" y="414999"/>
                    </a:cubicBezTo>
                    <a:cubicBezTo>
                      <a:pt x="441684" y="422902"/>
                      <a:pt x="448084" y="429302"/>
                      <a:pt x="455987" y="429302"/>
                    </a:cubicBezTo>
                    <a:lnTo>
                      <a:pt x="456161" y="429302"/>
                    </a:lnTo>
                    <a:cubicBezTo>
                      <a:pt x="464000" y="429203"/>
                      <a:pt x="470301" y="422815"/>
                      <a:pt x="470290" y="414976"/>
                    </a:cubicBezTo>
                    <a:close/>
                    <a:moveTo>
                      <a:pt x="513035" y="414993"/>
                    </a:moveTo>
                    <a:cubicBezTo>
                      <a:pt x="513029" y="407090"/>
                      <a:pt x="506629" y="400690"/>
                      <a:pt x="498727" y="400690"/>
                    </a:cubicBezTo>
                    <a:cubicBezTo>
                      <a:pt x="490824" y="400690"/>
                      <a:pt x="484424" y="407090"/>
                      <a:pt x="484418" y="414993"/>
                    </a:cubicBezTo>
                    <a:cubicBezTo>
                      <a:pt x="484418" y="422896"/>
                      <a:pt x="490824" y="429302"/>
                      <a:pt x="498727" y="429302"/>
                    </a:cubicBezTo>
                    <a:lnTo>
                      <a:pt x="498727" y="429302"/>
                    </a:lnTo>
                    <a:cubicBezTo>
                      <a:pt x="506629" y="429302"/>
                      <a:pt x="513035" y="422896"/>
                      <a:pt x="513035" y="414993"/>
                    </a:cubicBezTo>
                    <a:cubicBezTo>
                      <a:pt x="513035" y="414987"/>
                      <a:pt x="513035" y="414982"/>
                      <a:pt x="513035" y="414976"/>
                    </a:cubicBezTo>
                    <a:close/>
                    <a:moveTo>
                      <a:pt x="555595" y="414993"/>
                    </a:moveTo>
                    <a:cubicBezTo>
                      <a:pt x="555595" y="407096"/>
                      <a:pt x="549189" y="400690"/>
                      <a:pt x="541292" y="400690"/>
                    </a:cubicBezTo>
                    <a:cubicBezTo>
                      <a:pt x="533390" y="400690"/>
                      <a:pt x="526984" y="407096"/>
                      <a:pt x="526984" y="414999"/>
                    </a:cubicBezTo>
                    <a:cubicBezTo>
                      <a:pt x="526990" y="422902"/>
                      <a:pt x="533390" y="429302"/>
                      <a:pt x="541292" y="429302"/>
                    </a:cubicBezTo>
                    <a:lnTo>
                      <a:pt x="541467" y="429302"/>
                    </a:lnTo>
                    <a:cubicBezTo>
                      <a:pt x="549300" y="429203"/>
                      <a:pt x="555595" y="422826"/>
                      <a:pt x="555595" y="414993"/>
                    </a:cubicBezTo>
                    <a:close/>
                    <a:moveTo>
                      <a:pt x="598335" y="414993"/>
                    </a:moveTo>
                    <a:cubicBezTo>
                      <a:pt x="598335" y="407096"/>
                      <a:pt x="591929" y="400690"/>
                      <a:pt x="584032" y="400690"/>
                    </a:cubicBezTo>
                    <a:cubicBezTo>
                      <a:pt x="576129" y="400690"/>
                      <a:pt x="569730" y="407090"/>
                      <a:pt x="569724" y="414993"/>
                    </a:cubicBezTo>
                    <a:cubicBezTo>
                      <a:pt x="569724" y="422896"/>
                      <a:pt x="576129" y="429302"/>
                      <a:pt x="584032" y="429302"/>
                    </a:cubicBezTo>
                    <a:lnTo>
                      <a:pt x="584032" y="429302"/>
                    </a:lnTo>
                    <a:cubicBezTo>
                      <a:pt x="591929" y="429302"/>
                      <a:pt x="598335" y="422896"/>
                      <a:pt x="598335" y="414999"/>
                    </a:cubicBezTo>
                    <a:cubicBezTo>
                      <a:pt x="598335" y="414993"/>
                      <a:pt x="598335" y="414982"/>
                      <a:pt x="598335" y="414976"/>
                    </a:cubicBezTo>
                    <a:close/>
                    <a:moveTo>
                      <a:pt x="640900" y="414993"/>
                    </a:moveTo>
                    <a:cubicBezTo>
                      <a:pt x="640900" y="407096"/>
                      <a:pt x="634495" y="400690"/>
                      <a:pt x="626598" y="400690"/>
                    </a:cubicBezTo>
                    <a:cubicBezTo>
                      <a:pt x="618695" y="400690"/>
                      <a:pt x="612290" y="407096"/>
                      <a:pt x="612290" y="414999"/>
                    </a:cubicBezTo>
                    <a:cubicBezTo>
                      <a:pt x="612295" y="422902"/>
                      <a:pt x="618695" y="429302"/>
                      <a:pt x="626598" y="429302"/>
                    </a:cubicBezTo>
                    <a:lnTo>
                      <a:pt x="626772" y="429302"/>
                    </a:lnTo>
                    <a:cubicBezTo>
                      <a:pt x="634605" y="429203"/>
                      <a:pt x="640900" y="422826"/>
                      <a:pt x="640900" y="414993"/>
                    </a:cubicBezTo>
                    <a:close/>
                    <a:moveTo>
                      <a:pt x="683640" y="414993"/>
                    </a:moveTo>
                    <a:cubicBezTo>
                      <a:pt x="683640" y="407096"/>
                      <a:pt x="677235" y="400690"/>
                      <a:pt x="669338" y="400690"/>
                    </a:cubicBezTo>
                    <a:cubicBezTo>
                      <a:pt x="661435" y="400690"/>
                      <a:pt x="655035" y="407090"/>
                      <a:pt x="655029" y="414993"/>
                    </a:cubicBezTo>
                    <a:cubicBezTo>
                      <a:pt x="655029" y="422896"/>
                      <a:pt x="661435" y="429302"/>
                      <a:pt x="669338" y="429302"/>
                    </a:cubicBezTo>
                    <a:lnTo>
                      <a:pt x="669338" y="429302"/>
                    </a:lnTo>
                    <a:cubicBezTo>
                      <a:pt x="677235" y="429302"/>
                      <a:pt x="683640" y="422896"/>
                      <a:pt x="683640" y="414999"/>
                    </a:cubicBezTo>
                    <a:cubicBezTo>
                      <a:pt x="683640" y="414999"/>
                      <a:pt x="683640" y="414993"/>
                      <a:pt x="683640" y="4149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" name="Google Shape;33;p4"/>
            <p:cNvGrpSpPr/>
            <p:nvPr/>
          </p:nvGrpSpPr>
          <p:grpSpPr>
            <a:xfrm>
              <a:off x="7474336" y="3174083"/>
              <a:ext cx="1926867" cy="2244428"/>
              <a:chOff x="7474336" y="3174083"/>
              <a:chExt cx="1926867" cy="2244428"/>
            </a:xfrm>
          </p:grpSpPr>
          <p:sp>
            <p:nvSpPr>
              <p:cNvPr id="34" name="Google Shape;34;p4"/>
              <p:cNvSpPr/>
              <p:nvPr/>
            </p:nvSpPr>
            <p:spPr>
              <a:xfrm>
                <a:off x="8503837" y="3925685"/>
                <a:ext cx="292080" cy="402729"/>
              </a:xfrm>
              <a:custGeom>
                <a:avLst/>
                <a:gdLst/>
                <a:ahLst/>
                <a:cxnLst/>
                <a:rect l="l" t="t" r="r" b="b"/>
                <a:pathLst>
                  <a:path w="333806" h="460262" extrusionOk="0">
                    <a:moveTo>
                      <a:pt x="330005" y="5767"/>
                    </a:moveTo>
                    <a:lnTo>
                      <a:pt x="97043" y="5767"/>
                    </a:lnTo>
                    <a:cubicBezTo>
                      <a:pt x="94762" y="5765"/>
                      <a:pt x="92563" y="6649"/>
                      <a:pt x="90921" y="8233"/>
                    </a:cubicBezTo>
                    <a:lnTo>
                      <a:pt x="7733" y="88246"/>
                    </a:lnTo>
                    <a:cubicBezTo>
                      <a:pt x="6666" y="89337"/>
                      <a:pt x="5900" y="90690"/>
                      <a:pt x="5523" y="92169"/>
                    </a:cubicBezTo>
                    <a:cubicBezTo>
                      <a:pt x="5424" y="92538"/>
                      <a:pt x="5349" y="92914"/>
                      <a:pt x="5296" y="93294"/>
                    </a:cubicBezTo>
                    <a:cubicBezTo>
                      <a:pt x="5175" y="93726"/>
                      <a:pt x="5082" y="94166"/>
                      <a:pt x="5030" y="94612"/>
                    </a:cubicBezTo>
                    <a:lnTo>
                      <a:pt x="5030" y="457198"/>
                    </a:lnTo>
                    <a:cubicBezTo>
                      <a:pt x="5024" y="462072"/>
                      <a:pt x="8975" y="466025"/>
                      <a:pt x="13849" y="466029"/>
                    </a:cubicBezTo>
                    <a:cubicBezTo>
                      <a:pt x="13855" y="466029"/>
                      <a:pt x="13855" y="466029"/>
                      <a:pt x="13861" y="466029"/>
                    </a:cubicBezTo>
                    <a:lnTo>
                      <a:pt x="330005" y="466029"/>
                    </a:lnTo>
                    <a:cubicBezTo>
                      <a:pt x="334879" y="466032"/>
                      <a:pt x="338831" y="462083"/>
                      <a:pt x="338836" y="457209"/>
                    </a:cubicBezTo>
                    <a:cubicBezTo>
                      <a:pt x="338836" y="457205"/>
                      <a:pt x="338836" y="457202"/>
                      <a:pt x="338836" y="457198"/>
                    </a:cubicBezTo>
                    <a:lnTo>
                      <a:pt x="338836" y="14598"/>
                    </a:lnTo>
                    <a:cubicBezTo>
                      <a:pt x="338842" y="9724"/>
                      <a:pt x="334891" y="5770"/>
                      <a:pt x="330017" y="5767"/>
                    </a:cubicBezTo>
                    <a:cubicBezTo>
                      <a:pt x="330011" y="5767"/>
                      <a:pt x="330011" y="5767"/>
                      <a:pt x="330005" y="5767"/>
                    </a:cubicBezTo>
                    <a:close/>
                    <a:moveTo>
                      <a:pt x="91043" y="34871"/>
                    </a:moveTo>
                    <a:lnTo>
                      <a:pt x="91043" y="85780"/>
                    </a:lnTo>
                    <a:lnTo>
                      <a:pt x="36316" y="85780"/>
                    </a:lnTo>
                    <a:close/>
                    <a:moveTo>
                      <a:pt x="321174" y="448366"/>
                    </a:moveTo>
                    <a:lnTo>
                      <a:pt x="22692" y="448366"/>
                    </a:lnTo>
                    <a:lnTo>
                      <a:pt x="22692" y="103460"/>
                    </a:lnTo>
                    <a:lnTo>
                      <a:pt x="99862" y="103460"/>
                    </a:lnTo>
                    <a:cubicBezTo>
                      <a:pt x="104736" y="103464"/>
                      <a:pt x="108688" y="99514"/>
                      <a:pt x="108694" y="94641"/>
                    </a:cubicBezTo>
                    <a:cubicBezTo>
                      <a:pt x="108694" y="94636"/>
                      <a:pt x="108694" y="94633"/>
                      <a:pt x="108694" y="94629"/>
                    </a:cubicBezTo>
                    <a:lnTo>
                      <a:pt x="108694" y="23446"/>
                    </a:lnTo>
                    <a:lnTo>
                      <a:pt x="321163" y="2344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" name="Google Shape;35;p4"/>
              <p:cNvSpPr/>
              <p:nvPr/>
            </p:nvSpPr>
            <p:spPr>
              <a:xfrm>
                <a:off x="8806477" y="3925685"/>
                <a:ext cx="292075" cy="402729"/>
              </a:xfrm>
              <a:custGeom>
                <a:avLst/>
                <a:gdLst/>
                <a:ahLst/>
                <a:cxnLst/>
                <a:rect l="l" t="t" r="r" b="b"/>
                <a:pathLst>
                  <a:path w="333800" h="460262" extrusionOk="0">
                    <a:moveTo>
                      <a:pt x="330005" y="5767"/>
                    </a:moveTo>
                    <a:lnTo>
                      <a:pt x="97048" y="5767"/>
                    </a:lnTo>
                    <a:cubicBezTo>
                      <a:pt x="94768" y="5765"/>
                      <a:pt x="92569" y="6649"/>
                      <a:pt x="90927" y="8233"/>
                    </a:cubicBezTo>
                    <a:lnTo>
                      <a:pt x="7739" y="88246"/>
                    </a:lnTo>
                    <a:cubicBezTo>
                      <a:pt x="6672" y="89337"/>
                      <a:pt x="5906" y="90690"/>
                      <a:pt x="5529" y="92169"/>
                    </a:cubicBezTo>
                    <a:cubicBezTo>
                      <a:pt x="5424" y="92538"/>
                      <a:pt x="5349" y="92914"/>
                      <a:pt x="5302" y="93294"/>
                    </a:cubicBezTo>
                    <a:cubicBezTo>
                      <a:pt x="5175" y="93726"/>
                      <a:pt x="5088" y="94166"/>
                      <a:pt x="5030" y="94612"/>
                    </a:cubicBezTo>
                    <a:lnTo>
                      <a:pt x="5030" y="457198"/>
                    </a:lnTo>
                    <a:cubicBezTo>
                      <a:pt x="5024" y="462072"/>
                      <a:pt x="8975" y="466025"/>
                      <a:pt x="13849" y="466029"/>
                    </a:cubicBezTo>
                    <a:cubicBezTo>
                      <a:pt x="13855" y="466029"/>
                      <a:pt x="13855" y="466029"/>
                      <a:pt x="13861" y="466029"/>
                    </a:cubicBezTo>
                    <a:lnTo>
                      <a:pt x="330005" y="466029"/>
                    </a:lnTo>
                    <a:cubicBezTo>
                      <a:pt x="334873" y="466029"/>
                      <a:pt x="338825" y="462084"/>
                      <a:pt x="338831" y="457215"/>
                    </a:cubicBezTo>
                    <a:lnTo>
                      <a:pt x="338831" y="14615"/>
                    </a:lnTo>
                    <a:cubicBezTo>
                      <a:pt x="338842" y="9741"/>
                      <a:pt x="334902" y="5779"/>
                      <a:pt x="330028" y="5767"/>
                    </a:cubicBezTo>
                    <a:cubicBezTo>
                      <a:pt x="330023" y="5767"/>
                      <a:pt x="330011" y="5767"/>
                      <a:pt x="330005" y="5767"/>
                    </a:cubicBezTo>
                    <a:close/>
                    <a:moveTo>
                      <a:pt x="91072" y="34888"/>
                    </a:moveTo>
                    <a:lnTo>
                      <a:pt x="91072" y="85798"/>
                    </a:lnTo>
                    <a:lnTo>
                      <a:pt x="36350" y="85798"/>
                    </a:lnTo>
                    <a:close/>
                    <a:moveTo>
                      <a:pt x="321203" y="448384"/>
                    </a:moveTo>
                    <a:lnTo>
                      <a:pt x="22692" y="448384"/>
                    </a:lnTo>
                    <a:lnTo>
                      <a:pt x="22692" y="103460"/>
                    </a:lnTo>
                    <a:lnTo>
                      <a:pt x="99862" y="103460"/>
                    </a:lnTo>
                    <a:cubicBezTo>
                      <a:pt x="104736" y="103464"/>
                      <a:pt x="108688" y="99514"/>
                      <a:pt x="108694" y="94641"/>
                    </a:cubicBezTo>
                    <a:cubicBezTo>
                      <a:pt x="108694" y="94636"/>
                      <a:pt x="108694" y="94633"/>
                      <a:pt x="108694" y="94629"/>
                    </a:cubicBezTo>
                    <a:lnTo>
                      <a:pt x="108694" y="23446"/>
                    </a:lnTo>
                    <a:lnTo>
                      <a:pt x="321163" y="2344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" name="Google Shape;36;p4"/>
              <p:cNvSpPr/>
              <p:nvPr/>
            </p:nvSpPr>
            <p:spPr>
              <a:xfrm>
                <a:off x="9109128" y="3925685"/>
                <a:ext cx="292075" cy="402729"/>
              </a:xfrm>
              <a:custGeom>
                <a:avLst/>
                <a:gdLst/>
                <a:ahLst/>
                <a:cxnLst/>
                <a:rect l="l" t="t" r="r" b="b"/>
                <a:pathLst>
                  <a:path w="333800" h="460262" extrusionOk="0">
                    <a:moveTo>
                      <a:pt x="329988" y="5767"/>
                    </a:moveTo>
                    <a:lnTo>
                      <a:pt x="97043" y="5767"/>
                    </a:lnTo>
                    <a:cubicBezTo>
                      <a:pt x="94762" y="5765"/>
                      <a:pt x="92563" y="6649"/>
                      <a:pt x="90921" y="8233"/>
                    </a:cubicBezTo>
                    <a:lnTo>
                      <a:pt x="7734" y="88246"/>
                    </a:lnTo>
                    <a:cubicBezTo>
                      <a:pt x="6666" y="89337"/>
                      <a:pt x="5906" y="90690"/>
                      <a:pt x="5523" y="92169"/>
                    </a:cubicBezTo>
                    <a:cubicBezTo>
                      <a:pt x="5424" y="92538"/>
                      <a:pt x="5349" y="92914"/>
                      <a:pt x="5296" y="93294"/>
                    </a:cubicBezTo>
                    <a:cubicBezTo>
                      <a:pt x="5175" y="93726"/>
                      <a:pt x="5082" y="94166"/>
                      <a:pt x="5030" y="94612"/>
                    </a:cubicBezTo>
                    <a:lnTo>
                      <a:pt x="5030" y="457198"/>
                    </a:lnTo>
                    <a:cubicBezTo>
                      <a:pt x="5024" y="462072"/>
                      <a:pt x="8975" y="466025"/>
                      <a:pt x="13849" y="466029"/>
                    </a:cubicBezTo>
                    <a:cubicBezTo>
                      <a:pt x="13855" y="466029"/>
                      <a:pt x="13855" y="466029"/>
                      <a:pt x="13861" y="466029"/>
                    </a:cubicBezTo>
                    <a:lnTo>
                      <a:pt x="330000" y="466029"/>
                    </a:lnTo>
                    <a:cubicBezTo>
                      <a:pt x="334873" y="466032"/>
                      <a:pt x="338825" y="462083"/>
                      <a:pt x="338831" y="457209"/>
                    </a:cubicBezTo>
                    <a:cubicBezTo>
                      <a:pt x="338831" y="457205"/>
                      <a:pt x="338831" y="457202"/>
                      <a:pt x="338831" y="457198"/>
                    </a:cubicBezTo>
                    <a:lnTo>
                      <a:pt x="338831" y="14598"/>
                    </a:lnTo>
                    <a:cubicBezTo>
                      <a:pt x="338836" y="9724"/>
                      <a:pt x="334885" y="5770"/>
                      <a:pt x="330011" y="5767"/>
                    </a:cubicBezTo>
                    <a:cubicBezTo>
                      <a:pt x="330005" y="5767"/>
                      <a:pt x="329994" y="5767"/>
                      <a:pt x="329988" y="5767"/>
                    </a:cubicBezTo>
                    <a:close/>
                    <a:moveTo>
                      <a:pt x="91031" y="34871"/>
                    </a:moveTo>
                    <a:lnTo>
                      <a:pt x="91031" y="85780"/>
                    </a:lnTo>
                    <a:lnTo>
                      <a:pt x="36304" y="85780"/>
                    </a:lnTo>
                    <a:close/>
                    <a:moveTo>
                      <a:pt x="321157" y="448366"/>
                    </a:moveTo>
                    <a:lnTo>
                      <a:pt x="22675" y="448366"/>
                    </a:lnTo>
                    <a:lnTo>
                      <a:pt x="22675" y="103460"/>
                    </a:lnTo>
                    <a:lnTo>
                      <a:pt x="99845" y="103460"/>
                    </a:lnTo>
                    <a:cubicBezTo>
                      <a:pt x="104719" y="103464"/>
                      <a:pt x="108670" y="99514"/>
                      <a:pt x="108676" y="94641"/>
                    </a:cubicBezTo>
                    <a:cubicBezTo>
                      <a:pt x="108676" y="94636"/>
                      <a:pt x="108676" y="94633"/>
                      <a:pt x="108676" y="94629"/>
                    </a:cubicBezTo>
                    <a:lnTo>
                      <a:pt x="108676" y="23446"/>
                    </a:lnTo>
                    <a:lnTo>
                      <a:pt x="321139" y="2344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" name="Google Shape;37;p4"/>
              <p:cNvSpPr/>
              <p:nvPr/>
            </p:nvSpPr>
            <p:spPr>
              <a:xfrm rot="5400000">
                <a:off x="7890349" y="4383229"/>
                <a:ext cx="710265" cy="1287404"/>
              </a:xfrm>
              <a:custGeom>
                <a:avLst/>
                <a:gdLst/>
                <a:ahLst/>
                <a:cxnLst/>
                <a:rect l="l" t="t" r="r" b="b"/>
                <a:pathLst>
                  <a:path w="811731" h="1471319" extrusionOk="0">
                    <a:moveTo>
                      <a:pt x="350859" y="504469"/>
                    </a:moveTo>
                    <a:lnTo>
                      <a:pt x="350859" y="1444396"/>
                    </a:lnTo>
                    <a:lnTo>
                      <a:pt x="346890" y="1447013"/>
                    </a:lnTo>
                    <a:lnTo>
                      <a:pt x="313991" y="1477086"/>
                    </a:lnTo>
                    <a:lnTo>
                      <a:pt x="303048" y="1463161"/>
                    </a:lnTo>
                    <a:lnTo>
                      <a:pt x="333220" y="1434904"/>
                    </a:lnTo>
                    <a:lnTo>
                      <a:pt x="333220" y="504469"/>
                    </a:lnTo>
                    <a:close/>
                    <a:moveTo>
                      <a:pt x="339614" y="473496"/>
                    </a:moveTo>
                    <a:lnTo>
                      <a:pt x="267392" y="5767"/>
                    </a:lnTo>
                    <a:lnTo>
                      <a:pt x="249933" y="8459"/>
                    </a:lnTo>
                    <a:lnTo>
                      <a:pt x="320779" y="467253"/>
                    </a:lnTo>
                    <a:lnTo>
                      <a:pt x="5030" y="778471"/>
                    </a:lnTo>
                    <a:lnTo>
                      <a:pt x="17429" y="791045"/>
                    </a:lnTo>
                    <a:close/>
                    <a:moveTo>
                      <a:pt x="816761" y="215154"/>
                    </a:moveTo>
                    <a:lnTo>
                      <a:pt x="808307" y="199651"/>
                    </a:lnTo>
                    <a:lnTo>
                      <a:pt x="325973" y="462623"/>
                    </a:lnTo>
                    <a:lnTo>
                      <a:pt x="334421" y="478127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" name="Google Shape;38;p4"/>
              <p:cNvSpPr/>
              <p:nvPr/>
            </p:nvSpPr>
            <p:spPr>
              <a:xfrm rot="5400000">
                <a:off x="7813542" y="4305066"/>
                <a:ext cx="774239" cy="1452651"/>
              </a:xfrm>
              <a:custGeom>
                <a:avLst/>
                <a:gdLst/>
                <a:ahLst/>
                <a:cxnLst/>
                <a:rect l="l" t="t" r="r" b="b"/>
                <a:pathLst>
                  <a:path w="884845" h="1660173" extrusionOk="0">
                    <a:moveTo>
                      <a:pt x="361634" y="425273"/>
                    </a:moveTo>
                    <a:cubicBezTo>
                      <a:pt x="410408" y="425273"/>
                      <a:pt x="449945" y="464810"/>
                      <a:pt x="449945" y="513584"/>
                    </a:cubicBezTo>
                    <a:cubicBezTo>
                      <a:pt x="449945" y="562359"/>
                      <a:pt x="410408" y="601896"/>
                      <a:pt x="361634" y="601896"/>
                    </a:cubicBezTo>
                    <a:cubicBezTo>
                      <a:pt x="312859" y="601896"/>
                      <a:pt x="273322" y="562359"/>
                      <a:pt x="273322" y="513584"/>
                    </a:cubicBezTo>
                    <a:cubicBezTo>
                      <a:pt x="273317" y="464816"/>
                      <a:pt x="312854" y="425279"/>
                      <a:pt x="361622" y="425273"/>
                    </a:cubicBezTo>
                    <a:cubicBezTo>
                      <a:pt x="361628" y="425273"/>
                      <a:pt x="361628" y="425273"/>
                      <a:pt x="361634" y="425273"/>
                    </a:cubicBezTo>
                    <a:close/>
                    <a:moveTo>
                      <a:pt x="361866" y="1665940"/>
                    </a:moveTo>
                    <a:cubicBezTo>
                      <a:pt x="348927" y="1665934"/>
                      <a:pt x="336034" y="1664472"/>
                      <a:pt x="323419" y="1661588"/>
                    </a:cubicBezTo>
                    <a:cubicBezTo>
                      <a:pt x="231232" y="1640578"/>
                      <a:pt x="173325" y="1548443"/>
                      <a:pt x="194341" y="1456273"/>
                    </a:cubicBezTo>
                    <a:cubicBezTo>
                      <a:pt x="215462" y="1363982"/>
                      <a:pt x="307399" y="1306284"/>
                      <a:pt x="399691" y="1327398"/>
                    </a:cubicBezTo>
                    <a:cubicBezTo>
                      <a:pt x="491982" y="1348519"/>
                      <a:pt x="549681" y="1440456"/>
                      <a:pt x="528560" y="1532748"/>
                    </a:cubicBezTo>
                    <a:cubicBezTo>
                      <a:pt x="510764" y="1610528"/>
                      <a:pt x="441659" y="1665748"/>
                      <a:pt x="361866" y="1665940"/>
                    </a:cubicBezTo>
                    <a:close/>
                    <a:moveTo>
                      <a:pt x="361245" y="1340500"/>
                    </a:moveTo>
                    <a:cubicBezTo>
                      <a:pt x="289563" y="1340686"/>
                      <a:pt x="227490" y="1390319"/>
                      <a:pt x="211545" y="1460202"/>
                    </a:cubicBezTo>
                    <a:lnTo>
                      <a:pt x="211545" y="1460202"/>
                    </a:lnTo>
                    <a:cubicBezTo>
                      <a:pt x="192694" y="1542896"/>
                      <a:pt x="244618" y="1625521"/>
                      <a:pt x="327342" y="1644373"/>
                    </a:cubicBezTo>
                    <a:cubicBezTo>
                      <a:pt x="410118" y="1663514"/>
                      <a:pt x="492742" y="1611920"/>
                      <a:pt x="511878" y="1529145"/>
                    </a:cubicBezTo>
                    <a:cubicBezTo>
                      <a:pt x="531020" y="1446369"/>
                      <a:pt x="479426" y="1363744"/>
                      <a:pt x="396651" y="1344608"/>
                    </a:cubicBezTo>
                    <a:cubicBezTo>
                      <a:pt x="396337" y="1344533"/>
                      <a:pt x="396024" y="1344463"/>
                      <a:pt x="395710" y="1344393"/>
                    </a:cubicBezTo>
                    <a:cubicBezTo>
                      <a:pt x="384402" y="1341806"/>
                      <a:pt x="372844" y="1340488"/>
                      <a:pt x="361245" y="1340471"/>
                    </a:cubicBezTo>
                    <a:close/>
                    <a:moveTo>
                      <a:pt x="361634" y="1406194"/>
                    </a:moveTo>
                    <a:cubicBezTo>
                      <a:pt x="410408" y="1406194"/>
                      <a:pt x="449945" y="1445731"/>
                      <a:pt x="449945" y="1494505"/>
                    </a:cubicBezTo>
                    <a:cubicBezTo>
                      <a:pt x="449945" y="1543279"/>
                      <a:pt x="410408" y="1582816"/>
                      <a:pt x="361634" y="1582816"/>
                    </a:cubicBezTo>
                    <a:cubicBezTo>
                      <a:pt x="312859" y="1582816"/>
                      <a:pt x="273322" y="1543279"/>
                      <a:pt x="273322" y="1494505"/>
                    </a:cubicBezTo>
                    <a:cubicBezTo>
                      <a:pt x="273305" y="1445736"/>
                      <a:pt x="312824" y="1406182"/>
                      <a:pt x="361593" y="1406165"/>
                    </a:cubicBezTo>
                    <a:cubicBezTo>
                      <a:pt x="361604" y="1406165"/>
                      <a:pt x="361622" y="1406165"/>
                      <a:pt x="361634" y="1406165"/>
                    </a:cubicBezTo>
                    <a:close/>
                    <a:moveTo>
                      <a:pt x="49179" y="779005"/>
                    </a:moveTo>
                    <a:cubicBezTo>
                      <a:pt x="73566" y="778999"/>
                      <a:pt x="93335" y="798768"/>
                      <a:pt x="93341" y="823155"/>
                    </a:cubicBezTo>
                    <a:cubicBezTo>
                      <a:pt x="93347" y="847542"/>
                      <a:pt x="73578" y="867310"/>
                      <a:pt x="49191" y="867316"/>
                    </a:cubicBezTo>
                    <a:cubicBezTo>
                      <a:pt x="24804" y="867322"/>
                      <a:pt x="5035" y="847554"/>
                      <a:pt x="5030" y="823166"/>
                    </a:cubicBezTo>
                    <a:cubicBezTo>
                      <a:pt x="5030" y="823166"/>
                      <a:pt x="5030" y="823161"/>
                      <a:pt x="5030" y="823161"/>
                    </a:cubicBezTo>
                    <a:cubicBezTo>
                      <a:pt x="5030" y="798774"/>
                      <a:pt x="24798" y="779011"/>
                      <a:pt x="49179" y="779005"/>
                    </a:cubicBezTo>
                    <a:close/>
                    <a:moveTo>
                      <a:pt x="845714" y="210838"/>
                    </a:moveTo>
                    <a:cubicBezTo>
                      <a:pt x="870101" y="210832"/>
                      <a:pt x="889870" y="230600"/>
                      <a:pt x="889875" y="254987"/>
                    </a:cubicBezTo>
                    <a:cubicBezTo>
                      <a:pt x="889881" y="279374"/>
                      <a:pt x="870113" y="299143"/>
                      <a:pt x="845726" y="299149"/>
                    </a:cubicBezTo>
                    <a:cubicBezTo>
                      <a:pt x="821339" y="299154"/>
                      <a:pt x="801570" y="279386"/>
                      <a:pt x="801564" y="254999"/>
                    </a:cubicBezTo>
                    <a:cubicBezTo>
                      <a:pt x="801564" y="254993"/>
                      <a:pt x="801564" y="254993"/>
                      <a:pt x="801564" y="254987"/>
                    </a:cubicBezTo>
                    <a:cubicBezTo>
                      <a:pt x="801570" y="230600"/>
                      <a:pt x="821339" y="210832"/>
                      <a:pt x="845726" y="210838"/>
                    </a:cubicBezTo>
                    <a:cubicBezTo>
                      <a:pt x="845726" y="210838"/>
                      <a:pt x="845732" y="210838"/>
                      <a:pt x="845732" y="210838"/>
                    </a:cubicBezTo>
                    <a:close/>
                    <a:moveTo>
                      <a:pt x="283389" y="5767"/>
                    </a:moveTo>
                    <a:cubicBezTo>
                      <a:pt x="307776" y="5764"/>
                      <a:pt x="327545" y="25530"/>
                      <a:pt x="327551" y="49916"/>
                    </a:cubicBezTo>
                    <a:cubicBezTo>
                      <a:pt x="327557" y="74303"/>
                      <a:pt x="307788" y="94075"/>
                      <a:pt x="283401" y="94078"/>
                    </a:cubicBezTo>
                    <a:cubicBezTo>
                      <a:pt x="259014" y="94081"/>
                      <a:pt x="239246" y="74314"/>
                      <a:pt x="239240" y="49928"/>
                    </a:cubicBezTo>
                    <a:cubicBezTo>
                      <a:pt x="239240" y="49926"/>
                      <a:pt x="239240" y="49924"/>
                      <a:pt x="239240" y="49922"/>
                    </a:cubicBezTo>
                    <a:cubicBezTo>
                      <a:pt x="239240" y="25538"/>
                      <a:pt x="259002" y="5770"/>
                      <a:pt x="283389" y="576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" name="Google Shape;39;p4"/>
              <p:cNvSpPr/>
              <p:nvPr/>
            </p:nvSpPr>
            <p:spPr>
              <a:xfrm>
                <a:off x="8674048" y="3174083"/>
                <a:ext cx="591360" cy="371744"/>
              </a:xfrm>
              <a:custGeom>
                <a:avLst/>
                <a:gdLst/>
                <a:ahLst/>
                <a:cxnLst/>
                <a:rect l="l" t="t" r="r" b="b"/>
                <a:pathLst>
                  <a:path w="675840" h="424850" extrusionOk="0">
                    <a:moveTo>
                      <a:pt x="65715" y="32521"/>
                    </a:moveTo>
                    <a:lnTo>
                      <a:pt x="15908" y="32521"/>
                    </a:lnTo>
                    <a:cubicBezTo>
                      <a:pt x="9131" y="31697"/>
                      <a:pt x="4297" y="25535"/>
                      <a:pt x="5121" y="18758"/>
                    </a:cubicBezTo>
                    <a:cubicBezTo>
                      <a:pt x="5806" y="13106"/>
                      <a:pt x="10256" y="8656"/>
                      <a:pt x="15908" y="7972"/>
                    </a:cubicBezTo>
                    <a:lnTo>
                      <a:pt x="65715" y="7972"/>
                    </a:lnTo>
                    <a:cubicBezTo>
                      <a:pt x="72480" y="7043"/>
                      <a:pt x="78718" y="11772"/>
                      <a:pt x="79646" y="18537"/>
                    </a:cubicBezTo>
                    <a:cubicBezTo>
                      <a:pt x="80574" y="25303"/>
                      <a:pt x="75845" y="31540"/>
                      <a:pt x="69080" y="32469"/>
                    </a:cubicBezTo>
                    <a:cubicBezTo>
                      <a:pt x="68941" y="32492"/>
                      <a:pt x="68801" y="32509"/>
                      <a:pt x="68662" y="32521"/>
                    </a:cubicBezTo>
                    <a:cubicBezTo>
                      <a:pt x="67682" y="32637"/>
                      <a:pt x="66695" y="32637"/>
                      <a:pt x="65715" y="32521"/>
                    </a:cubicBezTo>
                    <a:close/>
                    <a:moveTo>
                      <a:pt x="78079" y="77030"/>
                    </a:moveTo>
                    <a:cubicBezTo>
                      <a:pt x="78079" y="70300"/>
                      <a:pt x="72625" y="64846"/>
                      <a:pt x="65894" y="64846"/>
                    </a:cubicBezTo>
                    <a:lnTo>
                      <a:pt x="15908" y="64846"/>
                    </a:lnTo>
                    <a:cubicBezTo>
                      <a:pt x="9131" y="65670"/>
                      <a:pt x="4297" y="71832"/>
                      <a:pt x="5121" y="78609"/>
                    </a:cubicBezTo>
                    <a:cubicBezTo>
                      <a:pt x="5806" y="84260"/>
                      <a:pt x="10256" y="88711"/>
                      <a:pt x="15908" y="89395"/>
                    </a:cubicBezTo>
                    <a:lnTo>
                      <a:pt x="65715" y="89395"/>
                    </a:lnTo>
                    <a:cubicBezTo>
                      <a:pt x="72544" y="89395"/>
                      <a:pt x="78073" y="83866"/>
                      <a:pt x="78079" y="77036"/>
                    </a:cubicBezTo>
                    <a:close/>
                    <a:moveTo>
                      <a:pt x="78079" y="133893"/>
                    </a:moveTo>
                    <a:cubicBezTo>
                      <a:pt x="78079" y="127162"/>
                      <a:pt x="72625" y="121708"/>
                      <a:pt x="65894" y="121708"/>
                    </a:cubicBezTo>
                    <a:lnTo>
                      <a:pt x="15908" y="121708"/>
                    </a:lnTo>
                    <a:cubicBezTo>
                      <a:pt x="9131" y="122532"/>
                      <a:pt x="4297" y="128694"/>
                      <a:pt x="5121" y="135471"/>
                    </a:cubicBezTo>
                    <a:cubicBezTo>
                      <a:pt x="5806" y="141123"/>
                      <a:pt x="10256" y="145573"/>
                      <a:pt x="15908" y="146258"/>
                    </a:cubicBezTo>
                    <a:lnTo>
                      <a:pt x="65715" y="146258"/>
                    </a:lnTo>
                    <a:cubicBezTo>
                      <a:pt x="72544" y="146258"/>
                      <a:pt x="78079" y="140722"/>
                      <a:pt x="78079" y="133893"/>
                    </a:cubicBezTo>
                    <a:close/>
                    <a:moveTo>
                      <a:pt x="78079" y="190941"/>
                    </a:moveTo>
                    <a:cubicBezTo>
                      <a:pt x="78079" y="184112"/>
                      <a:pt x="72544" y="178577"/>
                      <a:pt x="65715" y="178577"/>
                    </a:cubicBezTo>
                    <a:lnTo>
                      <a:pt x="15908" y="178577"/>
                    </a:lnTo>
                    <a:cubicBezTo>
                      <a:pt x="9131" y="179401"/>
                      <a:pt x="4297" y="185563"/>
                      <a:pt x="5121" y="192340"/>
                    </a:cubicBezTo>
                    <a:cubicBezTo>
                      <a:pt x="5806" y="197991"/>
                      <a:pt x="10256" y="202442"/>
                      <a:pt x="15908" y="203126"/>
                    </a:cubicBezTo>
                    <a:lnTo>
                      <a:pt x="65715" y="203126"/>
                    </a:lnTo>
                    <a:cubicBezTo>
                      <a:pt x="72445" y="203225"/>
                      <a:pt x="77981" y="197852"/>
                      <a:pt x="78079" y="191121"/>
                    </a:cubicBezTo>
                    <a:cubicBezTo>
                      <a:pt x="78079" y="191121"/>
                      <a:pt x="78079" y="191115"/>
                      <a:pt x="78079" y="191115"/>
                    </a:cubicBezTo>
                    <a:close/>
                    <a:moveTo>
                      <a:pt x="78079" y="247804"/>
                    </a:moveTo>
                    <a:cubicBezTo>
                      <a:pt x="78079" y="240975"/>
                      <a:pt x="72544" y="235439"/>
                      <a:pt x="65715" y="235439"/>
                    </a:cubicBezTo>
                    <a:lnTo>
                      <a:pt x="15908" y="235439"/>
                    </a:lnTo>
                    <a:cubicBezTo>
                      <a:pt x="9131" y="236263"/>
                      <a:pt x="4297" y="242425"/>
                      <a:pt x="5121" y="249202"/>
                    </a:cubicBezTo>
                    <a:cubicBezTo>
                      <a:pt x="5806" y="254854"/>
                      <a:pt x="10256" y="259304"/>
                      <a:pt x="15908" y="259989"/>
                    </a:cubicBezTo>
                    <a:lnTo>
                      <a:pt x="65715" y="259989"/>
                    </a:lnTo>
                    <a:cubicBezTo>
                      <a:pt x="72445" y="260099"/>
                      <a:pt x="77986" y="254732"/>
                      <a:pt x="78097" y="248007"/>
                    </a:cubicBezTo>
                    <a:cubicBezTo>
                      <a:pt x="78097" y="248001"/>
                      <a:pt x="78097" y="248001"/>
                      <a:pt x="78097" y="248001"/>
                    </a:cubicBezTo>
                    <a:cubicBezTo>
                      <a:pt x="78097" y="247700"/>
                      <a:pt x="78097" y="247398"/>
                      <a:pt x="78097" y="247096"/>
                    </a:cubicBezTo>
                    <a:close/>
                    <a:moveTo>
                      <a:pt x="78079" y="304667"/>
                    </a:moveTo>
                    <a:cubicBezTo>
                      <a:pt x="78079" y="297843"/>
                      <a:pt x="72544" y="292308"/>
                      <a:pt x="65720" y="292308"/>
                    </a:cubicBezTo>
                    <a:cubicBezTo>
                      <a:pt x="65720" y="292308"/>
                      <a:pt x="65715" y="292308"/>
                      <a:pt x="65715" y="292308"/>
                    </a:cubicBezTo>
                    <a:lnTo>
                      <a:pt x="15908" y="292308"/>
                    </a:lnTo>
                    <a:cubicBezTo>
                      <a:pt x="9131" y="293132"/>
                      <a:pt x="4297" y="299294"/>
                      <a:pt x="5121" y="306071"/>
                    </a:cubicBezTo>
                    <a:cubicBezTo>
                      <a:pt x="5806" y="311722"/>
                      <a:pt x="10256" y="316173"/>
                      <a:pt x="15908" y="316857"/>
                    </a:cubicBezTo>
                    <a:lnTo>
                      <a:pt x="65715" y="316857"/>
                    </a:lnTo>
                    <a:cubicBezTo>
                      <a:pt x="72445" y="316956"/>
                      <a:pt x="77981" y="311583"/>
                      <a:pt x="78079" y="304852"/>
                    </a:cubicBezTo>
                    <a:cubicBezTo>
                      <a:pt x="78079" y="304852"/>
                      <a:pt x="78079" y="304846"/>
                      <a:pt x="78079" y="304846"/>
                    </a:cubicBezTo>
                    <a:lnTo>
                      <a:pt x="78079" y="304667"/>
                    </a:lnTo>
                    <a:close/>
                    <a:moveTo>
                      <a:pt x="78079" y="361529"/>
                    </a:moveTo>
                    <a:cubicBezTo>
                      <a:pt x="78079" y="354700"/>
                      <a:pt x="72544" y="349164"/>
                      <a:pt x="65715" y="349164"/>
                    </a:cubicBezTo>
                    <a:lnTo>
                      <a:pt x="15908" y="349164"/>
                    </a:lnTo>
                    <a:cubicBezTo>
                      <a:pt x="9131" y="349988"/>
                      <a:pt x="4297" y="356150"/>
                      <a:pt x="5121" y="362928"/>
                    </a:cubicBezTo>
                    <a:cubicBezTo>
                      <a:pt x="5806" y="368579"/>
                      <a:pt x="10256" y="373029"/>
                      <a:pt x="15908" y="373714"/>
                    </a:cubicBezTo>
                    <a:lnTo>
                      <a:pt x="65715" y="373714"/>
                    </a:lnTo>
                    <a:cubicBezTo>
                      <a:pt x="72445" y="373813"/>
                      <a:pt x="77981" y="368440"/>
                      <a:pt x="78079" y="361709"/>
                    </a:cubicBezTo>
                    <a:cubicBezTo>
                      <a:pt x="78079" y="361709"/>
                      <a:pt x="78079" y="361703"/>
                      <a:pt x="78079" y="361703"/>
                    </a:cubicBezTo>
                    <a:lnTo>
                      <a:pt x="78079" y="361523"/>
                    </a:lnTo>
                    <a:close/>
                    <a:moveTo>
                      <a:pt x="78079" y="418392"/>
                    </a:moveTo>
                    <a:cubicBezTo>
                      <a:pt x="78079" y="411562"/>
                      <a:pt x="72544" y="406027"/>
                      <a:pt x="65715" y="406027"/>
                    </a:cubicBezTo>
                    <a:lnTo>
                      <a:pt x="15908" y="406027"/>
                    </a:lnTo>
                    <a:cubicBezTo>
                      <a:pt x="9131" y="406851"/>
                      <a:pt x="4297" y="413013"/>
                      <a:pt x="5121" y="419790"/>
                    </a:cubicBezTo>
                    <a:cubicBezTo>
                      <a:pt x="5806" y="425442"/>
                      <a:pt x="10256" y="429892"/>
                      <a:pt x="15908" y="430577"/>
                    </a:cubicBezTo>
                    <a:lnTo>
                      <a:pt x="65715" y="430577"/>
                    </a:lnTo>
                    <a:cubicBezTo>
                      <a:pt x="72445" y="430675"/>
                      <a:pt x="77981" y="425302"/>
                      <a:pt x="78079" y="418572"/>
                    </a:cubicBezTo>
                    <a:cubicBezTo>
                      <a:pt x="78079" y="418572"/>
                      <a:pt x="78079" y="418572"/>
                      <a:pt x="78079" y="418572"/>
                    </a:cubicBezTo>
                    <a:lnTo>
                      <a:pt x="78079" y="418392"/>
                    </a:lnTo>
                    <a:close/>
                    <a:moveTo>
                      <a:pt x="264229" y="20122"/>
                    </a:moveTo>
                    <a:cubicBezTo>
                      <a:pt x="264229" y="13391"/>
                      <a:pt x="258775" y="7937"/>
                      <a:pt x="252044" y="7937"/>
                    </a:cubicBezTo>
                    <a:lnTo>
                      <a:pt x="121359" y="7937"/>
                    </a:lnTo>
                    <a:cubicBezTo>
                      <a:pt x="114564" y="7240"/>
                      <a:pt x="108495" y="12178"/>
                      <a:pt x="107793" y="18973"/>
                    </a:cubicBezTo>
                    <a:cubicBezTo>
                      <a:pt x="107108" y="25599"/>
                      <a:pt x="111808" y="31581"/>
                      <a:pt x="118411" y="32486"/>
                    </a:cubicBezTo>
                    <a:cubicBezTo>
                      <a:pt x="119392" y="32602"/>
                      <a:pt x="120378" y="32602"/>
                      <a:pt x="121359" y="32486"/>
                    </a:cubicBezTo>
                    <a:lnTo>
                      <a:pt x="252938" y="32486"/>
                    </a:lnTo>
                    <a:cubicBezTo>
                      <a:pt x="259390" y="32016"/>
                      <a:pt x="264351" y="26591"/>
                      <a:pt x="264241" y="20122"/>
                    </a:cubicBezTo>
                    <a:close/>
                    <a:moveTo>
                      <a:pt x="264229" y="76984"/>
                    </a:moveTo>
                    <a:cubicBezTo>
                      <a:pt x="264229" y="70253"/>
                      <a:pt x="258775" y="64799"/>
                      <a:pt x="252044" y="64799"/>
                    </a:cubicBezTo>
                    <a:lnTo>
                      <a:pt x="121359" y="64799"/>
                    </a:lnTo>
                    <a:cubicBezTo>
                      <a:pt x="114564" y="64103"/>
                      <a:pt x="108495" y="69041"/>
                      <a:pt x="107793" y="75835"/>
                    </a:cubicBezTo>
                    <a:cubicBezTo>
                      <a:pt x="107108" y="82461"/>
                      <a:pt x="111808" y="88444"/>
                      <a:pt x="118411" y="89349"/>
                    </a:cubicBezTo>
                    <a:cubicBezTo>
                      <a:pt x="119392" y="89471"/>
                      <a:pt x="120378" y="89471"/>
                      <a:pt x="121359" y="89349"/>
                    </a:cubicBezTo>
                    <a:lnTo>
                      <a:pt x="252938" y="89349"/>
                    </a:lnTo>
                    <a:cubicBezTo>
                      <a:pt x="259390" y="88879"/>
                      <a:pt x="264351" y="83454"/>
                      <a:pt x="264241" y="76990"/>
                    </a:cubicBezTo>
                    <a:close/>
                    <a:moveTo>
                      <a:pt x="264229" y="133847"/>
                    </a:moveTo>
                    <a:cubicBezTo>
                      <a:pt x="264229" y="127116"/>
                      <a:pt x="258775" y="121662"/>
                      <a:pt x="252044" y="121662"/>
                    </a:cubicBezTo>
                    <a:lnTo>
                      <a:pt x="121359" y="121662"/>
                    </a:lnTo>
                    <a:cubicBezTo>
                      <a:pt x="114564" y="120966"/>
                      <a:pt x="108495" y="125903"/>
                      <a:pt x="107793" y="132698"/>
                    </a:cubicBezTo>
                    <a:cubicBezTo>
                      <a:pt x="107108" y="139324"/>
                      <a:pt x="111808" y="145306"/>
                      <a:pt x="118411" y="146211"/>
                    </a:cubicBezTo>
                    <a:cubicBezTo>
                      <a:pt x="119392" y="146327"/>
                      <a:pt x="120378" y="146327"/>
                      <a:pt x="121359" y="146211"/>
                    </a:cubicBezTo>
                    <a:lnTo>
                      <a:pt x="252938" y="146211"/>
                    </a:lnTo>
                    <a:cubicBezTo>
                      <a:pt x="259390" y="145741"/>
                      <a:pt x="264351" y="140316"/>
                      <a:pt x="264241" y="133847"/>
                    </a:cubicBezTo>
                    <a:close/>
                    <a:moveTo>
                      <a:pt x="264229" y="190895"/>
                    </a:moveTo>
                    <a:cubicBezTo>
                      <a:pt x="264328" y="184164"/>
                      <a:pt x="258955" y="178629"/>
                      <a:pt x="252224" y="178530"/>
                    </a:cubicBezTo>
                    <a:cubicBezTo>
                      <a:pt x="252224" y="178530"/>
                      <a:pt x="252224" y="178530"/>
                      <a:pt x="252224" y="178530"/>
                    </a:cubicBezTo>
                    <a:lnTo>
                      <a:pt x="121359" y="178530"/>
                    </a:lnTo>
                    <a:cubicBezTo>
                      <a:pt x="114564" y="177834"/>
                      <a:pt x="108495" y="182772"/>
                      <a:pt x="107793" y="189566"/>
                    </a:cubicBezTo>
                    <a:cubicBezTo>
                      <a:pt x="107108" y="196192"/>
                      <a:pt x="111808" y="202175"/>
                      <a:pt x="118411" y="203080"/>
                    </a:cubicBezTo>
                    <a:cubicBezTo>
                      <a:pt x="119392" y="203196"/>
                      <a:pt x="120378" y="203196"/>
                      <a:pt x="121359" y="203080"/>
                    </a:cubicBezTo>
                    <a:lnTo>
                      <a:pt x="252938" y="203080"/>
                    </a:lnTo>
                    <a:cubicBezTo>
                      <a:pt x="259297" y="202610"/>
                      <a:pt x="264217" y="197324"/>
                      <a:pt x="264229" y="190947"/>
                    </a:cubicBezTo>
                    <a:close/>
                    <a:moveTo>
                      <a:pt x="264229" y="247757"/>
                    </a:moveTo>
                    <a:cubicBezTo>
                      <a:pt x="264328" y="241027"/>
                      <a:pt x="258955" y="235491"/>
                      <a:pt x="252224" y="235393"/>
                    </a:cubicBezTo>
                    <a:cubicBezTo>
                      <a:pt x="252224" y="235393"/>
                      <a:pt x="252224" y="235393"/>
                      <a:pt x="252224" y="235393"/>
                    </a:cubicBezTo>
                    <a:lnTo>
                      <a:pt x="121359" y="235393"/>
                    </a:lnTo>
                    <a:cubicBezTo>
                      <a:pt x="114564" y="234697"/>
                      <a:pt x="108495" y="239634"/>
                      <a:pt x="107793" y="246429"/>
                    </a:cubicBezTo>
                    <a:cubicBezTo>
                      <a:pt x="107108" y="253055"/>
                      <a:pt x="111808" y="259037"/>
                      <a:pt x="118411" y="259942"/>
                    </a:cubicBezTo>
                    <a:cubicBezTo>
                      <a:pt x="119392" y="260064"/>
                      <a:pt x="120378" y="260064"/>
                      <a:pt x="121359" y="259942"/>
                    </a:cubicBezTo>
                    <a:lnTo>
                      <a:pt x="252938" y="259942"/>
                    </a:lnTo>
                    <a:cubicBezTo>
                      <a:pt x="259604" y="259472"/>
                      <a:pt x="264647" y="253722"/>
                      <a:pt x="264241" y="247050"/>
                    </a:cubicBezTo>
                    <a:close/>
                    <a:moveTo>
                      <a:pt x="420711" y="304620"/>
                    </a:moveTo>
                    <a:cubicBezTo>
                      <a:pt x="420711" y="297797"/>
                      <a:pt x="415176" y="292261"/>
                      <a:pt x="408352" y="292261"/>
                    </a:cubicBezTo>
                    <a:cubicBezTo>
                      <a:pt x="408352" y="292261"/>
                      <a:pt x="408347" y="292261"/>
                      <a:pt x="408347" y="292261"/>
                    </a:cubicBezTo>
                    <a:lnTo>
                      <a:pt x="277829" y="292261"/>
                    </a:lnTo>
                    <a:cubicBezTo>
                      <a:pt x="271064" y="291333"/>
                      <a:pt x="264826" y="296062"/>
                      <a:pt x="263898" y="302827"/>
                    </a:cubicBezTo>
                    <a:cubicBezTo>
                      <a:pt x="262970" y="309593"/>
                      <a:pt x="267699" y="315830"/>
                      <a:pt x="274464" y="316759"/>
                    </a:cubicBezTo>
                    <a:cubicBezTo>
                      <a:pt x="274603" y="316782"/>
                      <a:pt x="274743" y="316799"/>
                      <a:pt x="274882" y="316811"/>
                    </a:cubicBezTo>
                    <a:cubicBezTo>
                      <a:pt x="275862" y="316927"/>
                      <a:pt x="276849" y="316927"/>
                      <a:pt x="277829" y="316811"/>
                    </a:cubicBezTo>
                    <a:lnTo>
                      <a:pt x="408347" y="316811"/>
                    </a:lnTo>
                    <a:cubicBezTo>
                      <a:pt x="415077" y="316909"/>
                      <a:pt x="420613" y="311537"/>
                      <a:pt x="420711" y="304806"/>
                    </a:cubicBezTo>
                    <a:cubicBezTo>
                      <a:pt x="420711" y="304806"/>
                      <a:pt x="420711" y="304800"/>
                      <a:pt x="420711" y="304800"/>
                    </a:cubicBezTo>
                    <a:lnTo>
                      <a:pt x="420711" y="304620"/>
                    </a:lnTo>
                    <a:close/>
                    <a:moveTo>
                      <a:pt x="420711" y="361483"/>
                    </a:moveTo>
                    <a:cubicBezTo>
                      <a:pt x="420711" y="354653"/>
                      <a:pt x="415176" y="349118"/>
                      <a:pt x="408347" y="349118"/>
                    </a:cubicBezTo>
                    <a:lnTo>
                      <a:pt x="277829" y="349118"/>
                    </a:lnTo>
                    <a:cubicBezTo>
                      <a:pt x="271064" y="348190"/>
                      <a:pt x="264826" y="352919"/>
                      <a:pt x="263898" y="359684"/>
                    </a:cubicBezTo>
                    <a:cubicBezTo>
                      <a:pt x="262970" y="366449"/>
                      <a:pt x="267699" y="372687"/>
                      <a:pt x="274464" y="373615"/>
                    </a:cubicBezTo>
                    <a:cubicBezTo>
                      <a:pt x="274603" y="373639"/>
                      <a:pt x="274743" y="373656"/>
                      <a:pt x="274882" y="373668"/>
                    </a:cubicBezTo>
                    <a:cubicBezTo>
                      <a:pt x="275862" y="373784"/>
                      <a:pt x="276849" y="373784"/>
                      <a:pt x="277829" y="373668"/>
                    </a:cubicBezTo>
                    <a:lnTo>
                      <a:pt x="408347" y="373668"/>
                    </a:lnTo>
                    <a:cubicBezTo>
                      <a:pt x="415077" y="373766"/>
                      <a:pt x="420613" y="368393"/>
                      <a:pt x="420711" y="361663"/>
                    </a:cubicBezTo>
                    <a:cubicBezTo>
                      <a:pt x="420711" y="361663"/>
                      <a:pt x="420711" y="361657"/>
                      <a:pt x="420711" y="361657"/>
                    </a:cubicBezTo>
                    <a:lnTo>
                      <a:pt x="420711" y="361477"/>
                    </a:lnTo>
                    <a:close/>
                    <a:moveTo>
                      <a:pt x="420711" y="418345"/>
                    </a:moveTo>
                    <a:cubicBezTo>
                      <a:pt x="420711" y="411516"/>
                      <a:pt x="415176" y="405981"/>
                      <a:pt x="408347" y="405981"/>
                    </a:cubicBezTo>
                    <a:lnTo>
                      <a:pt x="277829" y="405981"/>
                    </a:lnTo>
                    <a:cubicBezTo>
                      <a:pt x="271064" y="405052"/>
                      <a:pt x="264826" y="409781"/>
                      <a:pt x="263898" y="416547"/>
                    </a:cubicBezTo>
                    <a:cubicBezTo>
                      <a:pt x="262970" y="423312"/>
                      <a:pt x="267699" y="429550"/>
                      <a:pt x="274464" y="430478"/>
                    </a:cubicBezTo>
                    <a:cubicBezTo>
                      <a:pt x="274603" y="430501"/>
                      <a:pt x="274743" y="430519"/>
                      <a:pt x="274882" y="430530"/>
                    </a:cubicBezTo>
                    <a:cubicBezTo>
                      <a:pt x="275862" y="430646"/>
                      <a:pt x="276849" y="430646"/>
                      <a:pt x="277829" y="430530"/>
                    </a:cubicBezTo>
                    <a:lnTo>
                      <a:pt x="408347" y="430530"/>
                    </a:lnTo>
                    <a:cubicBezTo>
                      <a:pt x="415077" y="430629"/>
                      <a:pt x="420613" y="425256"/>
                      <a:pt x="420711" y="418525"/>
                    </a:cubicBezTo>
                    <a:cubicBezTo>
                      <a:pt x="420711" y="418525"/>
                      <a:pt x="420711" y="418525"/>
                      <a:pt x="420711" y="418525"/>
                    </a:cubicBezTo>
                    <a:lnTo>
                      <a:pt x="420711" y="418345"/>
                    </a:lnTo>
                    <a:close/>
                    <a:moveTo>
                      <a:pt x="321805" y="20075"/>
                    </a:moveTo>
                    <a:cubicBezTo>
                      <a:pt x="321805" y="12172"/>
                      <a:pt x="315399" y="5767"/>
                      <a:pt x="307497" y="5767"/>
                    </a:cubicBezTo>
                    <a:cubicBezTo>
                      <a:pt x="299594" y="5767"/>
                      <a:pt x="293188" y="12172"/>
                      <a:pt x="293188" y="20075"/>
                    </a:cubicBezTo>
                    <a:cubicBezTo>
                      <a:pt x="293188" y="27978"/>
                      <a:pt x="299594" y="34383"/>
                      <a:pt x="307497" y="34383"/>
                    </a:cubicBezTo>
                    <a:cubicBezTo>
                      <a:pt x="307497" y="34383"/>
                      <a:pt x="307503" y="34383"/>
                      <a:pt x="307503" y="34383"/>
                    </a:cubicBezTo>
                    <a:lnTo>
                      <a:pt x="307503" y="34383"/>
                    </a:lnTo>
                    <a:cubicBezTo>
                      <a:pt x="315295" y="34482"/>
                      <a:pt x="321695" y="28251"/>
                      <a:pt x="321805" y="20458"/>
                    </a:cubicBezTo>
                    <a:cubicBezTo>
                      <a:pt x="321805" y="20336"/>
                      <a:pt x="321805" y="20220"/>
                      <a:pt x="321805" y="20098"/>
                    </a:cubicBezTo>
                    <a:close/>
                    <a:moveTo>
                      <a:pt x="364371" y="20075"/>
                    </a:moveTo>
                    <a:cubicBezTo>
                      <a:pt x="364371" y="12172"/>
                      <a:pt x="357965" y="5767"/>
                      <a:pt x="350063" y="5767"/>
                    </a:cubicBezTo>
                    <a:cubicBezTo>
                      <a:pt x="342160" y="5767"/>
                      <a:pt x="335754" y="12172"/>
                      <a:pt x="335754" y="20075"/>
                    </a:cubicBezTo>
                    <a:cubicBezTo>
                      <a:pt x="335754" y="27978"/>
                      <a:pt x="342160" y="34383"/>
                      <a:pt x="350063" y="34383"/>
                    </a:cubicBezTo>
                    <a:cubicBezTo>
                      <a:pt x="350063" y="34383"/>
                      <a:pt x="350068" y="34383"/>
                      <a:pt x="350068" y="34383"/>
                    </a:cubicBezTo>
                    <a:lnTo>
                      <a:pt x="350242" y="34383"/>
                    </a:lnTo>
                    <a:cubicBezTo>
                      <a:pt x="358046" y="34383"/>
                      <a:pt x="364371" y="28059"/>
                      <a:pt x="364371" y="20255"/>
                    </a:cubicBezTo>
                    <a:lnTo>
                      <a:pt x="364371" y="20075"/>
                    </a:lnTo>
                    <a:close/>
                    <a:moveTo>
                      <a:pt x="407111" y="20075"/>
                    </a:moveTo>
                    <a:cubicBezTo>
                      <a:pt x="407111" y="12172"/>
                      <a:pt x="400705" y="5767"/>
                      <a:pt x="392802" y="5767"/>
                    </a:cubicBezTo>
                    <a:cubicBezTo>
                      <a:pt x="384900" y="5767"/>
                      <a:pt x="378494" y="12172"/>
                      <a:pt x="378494" y="20075"/>
                    </a:cubicBezTo>
                    <a:cubicBezTo>
                      <a:pt x="378494" y="27978"/>
                      <a:pt x="384900" y="34383"/>
                      <a:pt x="392802" y="34383"/>
                    </a:cubicBezTo>
                    <a:cubicBezTo>
                      <a:pt x="392802" y="34383"/>
                      <a:pt x="392808" y="34383"/>
                      <a:pt x="392808" y="34383"/>
                    </a:cubicBezTo>
                    <a:lnTo>
                      <a:pt x="392808" y="34383"/>
                    </a:lnTo>
                    <a:cubicBezTo>
                      <a:pt x="400600" y="34482"/>
                      <a:pt x="407000" y="28251"/>
                      <a:pt x="407111" y="20458"/>
                    </a:cubicBezTo>
                    <a:cubicBezTo>
                      <a:pt x="407111" y="20336"/>
                      <a:pt x="407111" y="20220"/>
                      <a:pt x="407111" y="20098"/>
                    </a:cubicBezTo>
                    <a:close/>
                    <a:moveTo>
                      <a:pt x="449676" y="20075"/>
                    </a:moveTo>
                    <a:cubicBezTo>
                      <a:pt x="449676" y="12172"/>
                      <a:pt x="443271" y="5767"/>
                      <a:pt x="435368" y="5767"/>
                    </a:cubicBezTo>
                    <a:cubicBezTo>
                      <a:pt x="427465" y="5767"/>
                      <a:pt x="421059" y="12172"/>
                      <a:pt x="421059" y="20075"/>
                    </a:cubicBezTo>
                    <a:cubicBezTo>
                      <a:pt x="421059" y="27978"/>
                      <a:pt x="427465" y="34383"/>
                      <a:pt x="435368" y="34383"/>
                    </a:cubicBezTo>
                    <a:cubicBezTo>
                      <a:pt x="435368" y="34383"/>
                      <a:pt x="435374" y="34383"/>
                      <a:pt x="435374" y="34383"/>
                    </a:cubicBezTo>
                    <a:lnTo>
                      <a:pt x="435548" y="34383"/>
                    </a:lnTo>
                    <a:cubicBezTo>
                      <a:pt x="443352" y="34383"/>
                      <a:pt x="449676" y="28059"/>
                      <a:pt x="449676" y="20255"/>
                    </a:cubicBezTo>
                    <a:lnTo>
                      <a:pt x="449676" y="20075"/>
                    </a:lnTo>
                    <a:close/>
                    <a:moveTo>
                      <a:pt x="492416" y="20075"/>
                    </a:moveTo>
                    <a:cubicBezTo>
                      <a:pt x="492416" y="12172"/>
                      <a:pt x="486010" y="5767"/>
                      <a:pt x="478108" y="5767"/>
                    </a:cubicBezTo>
                    <a:cubicBezTo>
                      <a:pt x="470205" y="5767"/>
                      <a:pt x="463799" y="12172"/>
                      <a:pt x="463799" y="20075"/>
                    </a:cubicBezTo>
                    <a:cubicBezTo>
                      <a:pt x="463799" y="27978"/>
                      <a:pt x="470205" y="34383"/>
                      <a:pt x="478108" y="34383"/>
                    </a:cubicBezTo>
                    <a:cubicBezTo>
                      <a:pt x="478108" y="34383"/>
                      <a:pt x="478114" y="34383"/>
                      <a:pt x="478114" y="34383"/>
                    </a:cubicBezTo>
                    <a:lnTo>
                      <a:pt x="478114" y="34383"/>
                    </a:lnTo>
                    <a:cubicBezTo>
                      <a:pt x="485906" y="34482"/>
                      <a:pt x="492306" y="28251"/>
                      <a:pt x="492416" y="20458"/>
                    </a:cubicBezTo>
                    <a:lnTo>
                      <a:pt x="492416" y="20098"/>
                    </a:lnTo>
                    <a:close/>
                    <a:moveTo>
                      <a:pt x="535162" y="20075"/>
                    </a:moveTo>
                    <a:cubicBezTo>
                      <a:pt x="535162" y="12172"/>
                      <a:pt x="528756" y="5767"/>
                      <a:pt x="520853" y="5767"/>
                    </a:cubicBezTo>
                    <a:cubicBezTo>
                      <a:pt x="512951" y="5767"/>
                      <a:pt x="506545" y="12172"/>
                      <a:pt x="506545" y="20075"/>
                    </a:cubicBezTo>
                    <a:cubicBezTo>
                      <a:pt x="506545" y="27978"/>
                      <a:pt x="512951" y="34383"/>
                      <a:pt x="520853" y="34383"/>
                    </a:cubicBezTo>
                    <a:lnTo>
                      <a:pt x="520853" y="34383"/>
                    </a:lnTo>
                    <a:cubicBezTo>
                      <a:pt x="528744" y="34575"/>
                      <a:pt x="535295" y="28343"/>
                      <a:pt x="535510" y="20458"/>
                    </a:cubicBezTo>
                    <a:lnTo>
                      <a:pt x="535510" y="20098"/>
                    </a:lnTo>
                    <a:close/>
                    <a:moveTo>
                      <a:pt x="321811" y="133800"/>
                    </a:moveTo>
                    <a:cubicBezTo>
                      <a:pt x="321817" y="125898"/>
                      <a:pt x="315411" y="119492"/>
                      <a:pt x="307508" y="119486"/>
                    </a:cubicBezTo>
                    <a:cubicBezTo>
                      <a:pt x="299606" y="119480"/>
                      <a:pt x="293200" y="125886"/>
                      <a:pt x="293194" y="133789"/>
                    </a:cubicBezTo>
                    <a:cubicBezTo>
                      <a:pt x="293194" y="141691"/>
                      <a:pt x="299594" y="148097"/>
                      <a:pt x="307497" y="148103"/>
                    </a:cubicBezTo>
                    <a:cubicBezTo>
                      <a:pt x="307497" y="148103"/>
                      <a:pt x="307503" y="148103"/>
                      <a:pt x="307503" y="148103"/>
                    </a:cubicBezTo>
                    <a:lnTo>
                      <a:pt x="307503" y="148103"/>
                    </a:lnTo>
                    <a:cubicBezTo>
                      <a:pt x="315295" y="148207"/>
                      <a:pt x="321701" y="141970"/>
                      <a:pt x="321805" y="134177"/>
                    </a:cubicBezTo>
                    <a:cubicBezTo>
                      <a:pt x="321805" y="134061"/>
                      <a:pt x="321805" y="133939"/>
                      <a:pt x="321805" y="133823"/>
                    </a:cubicBezTo>
                    <a:close/>
                    <a:moveTo>
                      <a:pt x="364371" y="133800"/>
                    </a:moveTo>
                    <a:cubicBezTo>
                      <a:pt x="364371" y="125898"/>
                      <a:pt x="357965" y="119492"/>
                      <a:pt x="350063" y="119492"/>
                    </a:cubicBezTo>
                    <a:cubicBezTo>
                      <a:pt x="342160" y="119492"/>
                      <a:pt x="335754" y="125898"/>
                      <a:pt x="335754" y="133800"/>
                    </a:cubicBezTo>
                    <a:cubicBezTo>
                      <a:pt x="335754" y="141703"/>
                      <a:pt x="342160" y="148109"/>
                      <a:pt x="350063" y="148109"/>
                    </a:cubicBezTo>
                    <a:cubicBezTo>
                      <a:pt x="350063" y="148109"/>
                      <a:pt x="350068" y="148109"/>
                      <a:pt x="350068" y="148109"/>
                    </a:cubicBezTo>
                    <a:lnTo>
                      <a:pt x="350242" y="148109"/>
                    </a:lnTo>
                    <a:cubicBezTo>
                      <a:pt x="358046" y="148109"/>
                      <a:pt x="364371" y="141784"/>
                      <a:pt x="364371" y="133980"/>
                    </a:cubicBezTo>
                    <a:lnTo>
                      <a:pt x="364371" y="133806"/>
                    </a:lnTo>
                    <a:close/>
                    <a:moveTo>
                      <a:pt x="407111" y="133800"/>
                    </a:moveTo>
                    <a:cubicBezTo>
                      <a:pt x="407117" y="125898"/>
                      <a:pt x="400711" y="119492"/>
                      <a:pt x="392808" y="119486"/>
                    </a:cubicBezTo>
                    <a:cubicBezTo>
                      <a:pt x="384905" y="119480"/>
                      <a:pt x="378499" y="125886"/>
                      <a:pt x="378494" y="133789"/>
                    </a:cubicBezTo>
                    <a:cubicBezTo>
                      <a:pt x="378488" y="141691"/>
                      <a:pt x="384894" y="148097"/>
                      <a:pt x="392796" y="148103"/>
                    </a:cubicBezTo>
                    <a:cubicBezTo>
                      <a:pt x="392802" y="148103"/>
                      <a:pt x="392802" y="148103"/>
                      <a:pt x="392808" y="148103"/>
                    </a:cubicBezTo>
                    <a:lnTo>
                      <a:pt x="392808" y="148103"/>
                    </a:lnTo>
                    <a:cubicBezTo>
                      <a:pt x="400600" y="148202"/>
                      <a:pt x="407000" y="141970"/>
                      <a:pt x="407111" y="134177"/>
                    </a:cubicBezTo>
                    <a:cubicBezTo>
                      <a:pt x="407111" y="134061"/>
                      <a:pt x="407111" y="133939"/>
                      <a:pt x="407111" y="133823"/>
                    </a:cubicBezTo>
                    <a:close/>
                    <a:moveTo>
                      <a:pt x="449676" y="133800"/>
                    </a:moveTo>
                    <a:cubicBezTo>
                      <a:pt x="449676" y="125898"/>
                      <a:pt x="443271" y="119492"/>
                      <a:pt x="435368" y="119492"/>
                    </a:cubicBezTo>
                    <a:cubicBezTo>
                      <a:pt x="427465" y="119492"/>
                      <a:pt x="421059" y="125898"/>
                      <a:pt x="421059" y="133800"/>
                    </a:cubicBezTo>
                    <a:cubicBezTo>
                      <a:pt x="421059" y="141703"/>
                      <a:pt x="427465" y="148109"/>
                      <a:pt x="435368" y="148109"/>
                    </a:cubicBezTo>
                    <a:cubicBezTo>
                      <a:pt x="435368" y="148109"/>
                      <a:pt x="435374" y="148109"/>
                      <a:pt x="435374" y="148109"/>
                    </a:cubicBezTo>
                    <a:lnTo>
                      <a:pt x="435548" y="148109"/>
                    </a:lnTo>
                    <a:cubicBezTo>
                      <a:pt x="443352" y="148109"/>
                      <a:pt x="449676" y="141784"/>
                      <a:pt x="449676" y="133980"/>
                    </a:cubicBezTo>
                    <a:lnTo>
                      <a:pt x="449676" y="133806"/>
                    </a:lnTo>
                    <a:close/>
                    <a:moveTo>
                      <a:pt x="492416" y="133800"/>
                    </a:moveTo>
                    <a:cubicBezTo>
                      <a:pt x="492422" y="125898"/>
                      <a:pt x="486016" y="119492"/>
                      <a:pt x="478114" y="119486"/>
                    </a:cubicBezTo>
                    <a:cubicBezTo>
                      <a:pt x="470211" y="119480"/>
                      <a:pt x="463805" y="125886"/>
                      <a:pt x="463799" y="133789"/>
                    </a:cubicBezTo>
                    <a:cubicBezTo>
                      <a:pt x="463793" y="141691"/>
                      <a:pt x="470199" y="148097"/>
                      <a:pt x="478102" y="148103"/>
                    </a:cubicBezTo>
                    <a:cubicBezTo>
                      <a:pt x="478108" y="148103"/>
                      <a:pt x="478108" y="148103"/>
                      <a:pt x="478114" y="148103"/>
                    </a:cubicBezTo>
                    <a:lnTo>
                      <a:pt x="478114" y="148103"/>
                    </a:lnTo>
                    <a:cubicBezTo>
                      <a:pt x="485906" y="148202"/>
                      <a:pt x="492306" y="141970"/>
                      <a:pt x="492416" y="134177"/>
                    </a:cubicBezTo>
                    <a:lnTo>
                      <a:pt x="492416" y="133823"/>
                    </a:lnTo>
                    <a:close/>
                    <a:moveTo>
                      <a:pt x="535162" y="133800"/>
                    </a:moveTo>
                    <a:cubicBezTo>
                      <a:pt x="535168" y="125898"/>
                      <a:pt x="528762" y="119492"/>
                      <a:pt x="520859" y="119486"/>
                    </a:cubicBezTo>
                    <a:cubicBezTo>
                      <a:pt x="512956" y="119480"/>
                      <a:pt x="506551" y="125886"/>
                      <a:pt x="506545" y="133789"/>
                    </a:cubicBezTo>
                    <a:cubicBezTo>
                      <a:pt x="506539" y="141691"/>
                      <a:pt x="512945" y="148097"/>
                      <a:pt x="520848" y="148103"/>
                    </a:cubicBezTo>
                    <a:cubicBezTo>
                      <a:pt x="520848" y="148103"/>
                      <a:pt x="520853" y="148103"/>
                      <a:pt x="520853" y="148103"/>
                    </a:cubicBezTo>
                    <a:lnTo>
                      <a:pt x="520853" y="148103"/>
                    </a:lnTo>
                    <a:cubicBezTo>
                      <a:pt x="528744" y="148300"/>
                      <a:pt x="535301" y="142069"/>
                      <a:pt x="535510" y="134177"/>
                    </a:cubicBezTo>
                    <a:lnTo>
                      <a:pt x="535510" y="133823"/>
                    </a:lnTo>
                    <a:close/>
                    <a:moveTo>
                      <a:pt x="467518" y="297437"/>
                    </a:moveTo>
                    <a:cubicBezTo>
                      <a:pt x="467518" y="289534"/>
                      <a:pt x="461113" y="283128"/>
                      <a:pt x="453210" y="283128"/>
                    </a:cubicBezTo>
                    <a:cubicBezTo>
                      <a:pt x="445307" y="283128"/>
                      <a:pt x="438902" y="289534"/>
                      <a:pt x="438902" y="297437"/>
                    </a:cubicBezTo>
                    <a:cubicBezTo>
                      <a:pt x="438902" y="305340"/>
                      <a:pt x="445307" y="311745"/>
                      <a:pt x="453210" y="311745"/>
                    </a:cubicBezTo>
                    <a:lnTo>
                      <a:pt x="453210" y="311745"/>
                    </a:lnTo>
                    <a:cubicBezTo>
                      <a:pt x="461014" y="311844"/>
                      <a:pt x="467414" y="305595"/>
                      <a:pt x="467513" y="297791"/>
                    </a:cubicBezTo>
                    <a:cubicBezTo>
                      <a:pt x="467513" y="297791"/>
                      <a:pt x="467513" y="297791"/>
                      <a:pt x="467513" y="297791"/>
                    </a:cubicBezTo>
                    <a:cubicBezTo>
                      <a:pt x="467513" y="297675"/>
                      <a:pt x="467513" y="297559"/>
                      <a:pt x="467513" y="297437"/>
                    </a:cubicBezTo>
                    <a:close/>
                    <a:moveTo>
                      <a:pt x="510258" y="297437"/>
                    </a:moveTo>
                    <a:cubicBezTo>
                      <a:pt x="510258" y="289534"/>
                      <a:pt x="503853" y="283128"/>
                      <a:pt x="495950" y="283128"/>
                    </a:cubicBezTo>
                    <a:cubicBezTo>
                      <a:pt x="488047" y="283128"/>
                      <a:pt x="481641" y="289534"/>
                      <a:pt x="481641" y="297437"/>
                    </a:cubicBezTo>
                    <a:cubicBezTo>
                      <a:pt x="481641" y="305340"/>
                      <a:pt x="488047" y="311745"/>
                      <a:pt x="495950" y="311745"/>
                    </a:cubicBezTo>
                    <a:lnTo>
                      <a:pt x="495950" y="311745"/>
                    </a:lnTo>
                    <a:cubicBezTo>
                      <a:pt x="503754" y="311844"/>
                      <a:pt x="510160" y="305595"/>
                      <a:pt x="510258" y="297791"/>
                    </a:cubicBezTo>
                    <a:lnTo>
                      <a:pt x="510258" y="297437"/>
                    </a:lnTo>
                    <a:close/>
                    <a:moveTo>
                      <a:pt x="552824" y="297437"/>
                    </a:moveTo>
                    <a:cubicBezTo>
                      <a:pt x="552824" y="289534"/>
                      <a:pt x="546418" y="283128"/>
                      <a:pt x="538516" y="283128"/>
                    </a:cubicBezTo>
                    <a:cubicBezTo>
                      <a:pt x="530613" y="283128"/>
                      <a:pt x="524207" y="289534"/>
                      <a:pt x="524207" y="297437"/>
                    </a:cubicBezTo>
                    <a:cubicBezTo>
                      <a:pt x="524207" y="305340"/>
                      <a:pt x="530613" y="311745"/>
                      <a:pt x="538516" y="311745"/>
                    </a:cubicBezTo>
                    <a:lnTo>
                      <a:pt x="538695" y="311745"/>
                    </a:lnTo>
                    <a:cubicBezTo>
                      <a:pt x="546494" y="311937"/>
                      <a:pt x="552975" y="305769"/>
                      <a:pt x="553172" y="297971"/>
                    </a:cubicBezTo>
                    <a:cubicBezTo>
                      <a:pt x="553172" y="297791"/>
                      <a:pt x="553172" y="297617"/>
                      <a:pt x="553172" y="297437"/>
                    </a:cubicBezTo>
                    <a:close/>
                    <a:moveTo>
                      <a:pt x="595564" y="297437"/>
                    </a:moveTo>
                    <a:cubicBezTo>
                      <a:pt x="595564" y="289534"/>
                      <a:pt x="589158" y="283128"/>
                      <a:pt x="581255" y="283128"/>
                    </a:cubicBezTo>
                    <a:cubicBezTo>
                      <a:pt x="573353" y="283128"/>
                      <a:pt x="566947" y="289534"/>
                      <a:pt x="566947" y="297437"/>
                    </a:cubicBezTo>
                    <a:cubicBezTo>
                      <a:pt x="566947" y="305340"/>
                      <a:pt x="573353" y="311745"/>
                      <a:pt x="581255" y="311745"/>
                    </a:cubicBezTo>
                    <a:lnTo>
                      <a:pt x="581255" y="311745"/>
                    </a:lnTo>
                    <a:cubicBezTo>
                      <a:pt x="589059" y="311844"/>
                      <a:pt x="595459" y="305595"/>
                      <a:pt x="595558" y="297791"/>
                    </a:cubicBezTo>
                    <a:cubicBezTo>
                      <a:pt x="595558" y="297791"/>
                      <a:pt x="595558" y="297791"/>
                      <a:pt x="595558" y="297791"/>
                    </a:cubicBezTo>
                    <a:cubicBezTo>
                      <a:pt x="595558" y="297675"/>
                      <a:pt x="595558" y="297553"/>
                      <a:pt x="595558" y="297437"/>
                    </a:cubicBezTo>
                    <a:close/>
                    <a:moveTo>
                      <a:pt x="638129" y="297437"/>
                    </a:moveTo>
                    <a:cubicBezTo>
                      <a:pt x="638129" y="289534"/>
                      <a:pt x="631724" y="283128"/>
                      <a:pt x="623821" y="283128"/>
                    </a:cubicBezTo>
                    <a:cubicBezTo>
                      <a:pt x="615918" y="283128"/>
                      <a:pt x="609513" y="289534"/>
                      <a:pt x="609513" y="297437"/>
                    </a:cubicBezTo>
                    <a:cubicBezTo>
                      <a:pt x="609513" y="305340"/>
                      <a:pt x="615918" y="311745"/>
                      <a:pt x="623821" y="311745"/>
                    </a:cubicBezTo>
                    <a:lnTo>
                      <a:pt x="624001" y="311745"/>
                    </a:lnTo>
                    <a:cubicBezTo>
                      <a:pt x="631805" y="311740"/>
                      <a:pt x="638129" y="305415"/>
                      <a:pt x="638124" y="297611"/>
                    </a:cubicBezTo>
                    <a:lnTo>
                      <a:pt x="638124" y="297437"/>
                    </a:lnTo>
                    <a:close/>
                    <a:moveTo>
                      <a:pt x="680869" y="297437"/>
                    </a:moveTo>
                    <a:cubicBezTo>
                      <a:pt x="680869" y="289534"/>
                      <a:pt x="674464" y="283128"/>
                      <a:pt x="666561" y="283128"/>
                    </a:cubicBezTo>
                    <a:cubicBezTo>
                      <a:pt x="658658" y="283128"/>
                      <a:pt x="652252" y="289534"/>
                      <a:pt x="652252" y="297437"/>
                    </a:cubicBezTo>
                    <a:cubicBezTo>
                      <a:pt x="652252" y="305340"/>
                      <a:pt x="658658" y="311745"/>
                      <a:pt x="666561" y="311745"/>
                    </a:cubicBezTo>
                    <a:lnTo>
                      <a:pt x="666561" y="311745"/>
                    </a:lnTo>
                    <a:cubicBezTo>
                      <a:pt x="674365" y="311844"/>
                      <a:pt x="680765" y="305595"/>
                      <a:pt x="680863" y="297791"/>
                    </a:cubicBezTo>
                    <a:cubicBezTo>
                      <a:pt x="680863" y="297791"/>
                      <a:pt x="680863" y="297791"/>
                      <a:pt x="680863" y="297791"/>
                    </a:cubicBezTo>
                    <a:cubicBezTo>
                      <a:pt x="680863" y="297675"/>
                      <a:pt x="680863" y="297553"/>
                      <a:pt x="680863" y="297437"/>
                    </a:cubicBezTo>
                    <a:close/>
                    <a:moveTo>
                      <a:pt x="467518" y="414887"/>
                    </a:moveTo>
                    <a:cubicBezTo>
                      <a:pt x="467617" y="406984"/>
                      <a:pt x="461293" y="400498"/>
                      <a:pt x="453390" y="400399"/>
                    </a:cubicBezTo>
                    <a:cubicBezTo>
                      <a:pt x="445487" y="400300"/>
                      <a:pt x="439000" y="406630"/>
                      <a:pt x="438902" y="414527"/>
                    </a:cubicBezTo>
                    <a:cubicBezTo>
                      <a:pt x="438803" y="422424"/>
                      <a:pt x="445116" y="428906"/>
                      <a:pt x="453013" y="429016"/>
                    </a:cubicBezTo>
                    <a:lnTo>
                      <a:pt x="453187" y="429016"/>
                    </a:lnTo>
                    <a:cubicBezTo>
                      <a:pt x="461020" y="429022"/>
                      <a:pt x="467397" y="422720"/>
                      <a:pt x="467490" y="414887"/>
                    </a:cubicBezTo>
                    <a:close/>
                    <a:moveTo>
                      <a:pt x="510258" y="414887"/>
                    </a:moveTo>
                    <a:cubicBezTo>
                      <a:pt x="510357" y="406984"/>
                      <a:pt x="504032" y="400498"/>
                      <a:pt x="496130" y="400399"/>
                    </a:cubicBezTo>
                    <a:cubicBezTo>
                      <a:pt x="488227" y="400300"/>
                      <a:pt x="481740" y="406630"/>
                      <a:pt x="481641" y="414527"/>
                    </a:cubicBezTo>
                    <a:cubicBezTo>
                      <a:pt x="481543" y="422424"/>
                      <a:pt x="487861" y="428906"/>
                      <a:pt x="495753" y="429016"/>
                    </a:cubicBezTo>
                    <a:lnTo>
                      <a:pt x="495932" y="429016"/>
                    </a:lnTo>
                    <a:cubicBezTo>
                      <a:pt x="503766" y="429016"/>
                      <a:pt x="510136" y="422714"/>
                      <a:pt x="510235" y="414887"/>
                    </a:cubicBezTo>
                    <a:close/>
                    <a:moveTo>
                      <a:pt x="552824" y="414887"/>
                    </a:moveTo>
                    <a:cubicBezTo>
                      <a:pt x="552923" y="406984"/>
                      <a:pt x="546598" y="400498"/>
                      <a:pt x="538695" y="400399"/>
                    </a:cubicBezTo>
                    <a:cubicBezTo>
                      <a:pt x="530793" y="400300"/>
                      <a:pt x="524306" y="406630"/>
                      <a:pt x="524207" y="414527"/>
                    </a:cubicBezTo>
                    <a:cubicBezTo>
                      <a:pt x="524108" y="422424"/>
                      <a:pt x="530421" y="428906"/>
                      <a:pt x="538318" y="429016"/>
                    </a:cubicBezTo>
                    <a:lnTo>
                      <a:pt x="538672" y="429016"/>
                    </a:lnTo>
                    <a:cubicBezTo>
                      <a:pt x="546471" y="429219"/>
                      <a:pt x="552963" y="423063"/>
                      <a:pt x="553166" y="415259"/>
                    </a:cubicBezTo>
                    <a:cubicBezTo>
                      <a:pt x="553166" y="415247"/>
                      <a:pt x="553166" y="415235"/>
                      <a:pt x="553166" y="415224"/>
                    </a:cubicBezTo>
                    <a:cubicBezTo>
                      <a:pt x="553166" y="415108"/>
                      <a:pt x="553166" y="414986"/>
                      <a:pt x="553166" y="414870"/>
                    </a:cubicBezTo>
                    <a:close/>
                    <a:moveTo>
                      <a:pt x="595564" y="414887"/>
                    </a:moveTo>
                    <a:cubicBezTo>
                      <a:pt x="595662" y="406984"/>
                      <a:pt x="589338" y="400498"/>
                      <a:pt x="581435" y="400399"/>
                    </a:cubicBezTo>
                    <a:cubicBezTo>
                      <a:pt x="573532" y="400300"/>
                      <a:pt x="567046" y="406630"/>
                      <a:pt x="566947" y="414527"/>
                    </a:cubicBezTo>
                    <a:cubicBezTo>
                      <a:pt x="566848" y="422424"/>
                      <a:pt x="573167" y="428906"/>
                      <a:pt x="581058" y="429016"/>
                    </a:cubicBezTo>
                    <a:lnTo>
                      <a:pt x="581238" y="429016"/>
                    </a:lnTo>
                    <a:cubicBezTo>
                      <a:pt x="589071" y="429016"/>
                      <a:pt x="595442" y="422720"/>
                      <a:pt x="595535" y="414887"/>
                    </a:cubicBezTo>
                    <a:close/>
                    <a:moveTo>
                      <a:pt x="638129" y="414887"/>
                    </a:moveTo>
                    <a:cubicBezTo>
                      <a:pt x="638228" y="406984"/>
                      <a:pt x="631904" y="400498"/>
                      <a:pt x="624001" y="400399"/>
                    </a:cubicBezTo>
                    <a:cubicBezTo>
                      <a:pt x="616098" y="400300"/>
                      <a:pt x="609611" y="406630"/>
                      <a:pt x="609513" y="414527"/>
                    </a:cubicBezTo>
                    <a:cubicBezTo>
                      <a:pt x="609414" y="422424"/>
                      <a:pt x="615727" y="428906"/>
                      <a:pt x="623624" y="429016"/>
                    </a:cubicBezTo>
                    <a:lnTo>
                      <a:pt x="623978" y="429016"/>
                    </a:lnTo>
                    <a:cubicBezTo>
                      <a:pt x="631776" y="429010"/>
                      <a:pt x="638101" y="422686"/>
                      <a:pt x="638101" y="414887"/>
                    </a:cubicBezTo>
                    <a:close/>
                    <a:moveTo>
                      <a:pt x="680869" y="414887"/>
                    </a:moveTo>
                    <a:cubicBezTo>
                      <a:pt x="680968" y="406984"/>
                      <a:pt x="674643" y="400498"/>
                      <a:pt x="666741" y="400399"/>
                    </a:cubicBezTo>
                    <a:cubicBezTo>
                      <a:pt x="658838" y="400300"/>
                      <a:pt x="652351" y="406630"/>
                      <a:pt x="652252" y="414527"/>
                    </a:cubicBezTo>
                    <a:cubicBezTo>
                      <a:pt x="652154" y="422424"/>
                      <a:pt x="658472" y="428906"/>
                      <a:pt x="666364" y="429016"/>
                    </a:cubicBezTo>
                    <a:lnTo>
                      <a:pt x="666543" y="429016"/>
                    </a:lnTo>
                    <a:cubicBezTo>
                      <a:pt x="674377" y="429016"/>
                      <a:pt x="680748" y="422720"/>
                      <a:pt x="680840" y="414887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0" name="Google Shape;40;p4"/>
          <p:cNvGrpSpPr/>
          <p:nvPr/>
        </p:nvGrpSpPr>
        <p:grpSpPr>
          <a:xfrm>
            <a:off x="8" y="-1779122"/>
            <a:ext cx="8032721" cy="9488760"/>
            <a:chOff x="8" y="-1779122"/>
            <a:chExt cx="8032721" cy="9488760"/>
          </a:xfrm>
        </p:grpSpPr>
        <p:sp>
          <p:nvSpPr>
            <p:cNvPr id="41" name="Google Shape;41;p4"/>
            <p:cNvSpPr/>
            <p:nvPr/>
          </p:nvSpPr>
          <p:spPr>
            <a:xfrm flipH="1">
              <a:off x="8" y="4761517"/>
              <a:ext cx="3167369" cy="2948121"/>
            </a:xfrm>
            <a:custGeom>
              <a:avLst/>
              <a:gdLst/>
              <a:ahLst/>
              <a:cxnLst/>
              <a:rect l="l" t="t" r="r" b="b"/>
              <a:pathLst>
                <a:path w="3167369" h="2948121" extrusionOk="0">
                  <a:moveTo>
                    <a:pt x="34236" y="1013848"/>
                  </a:moveTo>
                  <a:cubicBezTo>
                    <a:pt x="34236" y="1013848"/>
                    <a:pt x="167945" y="448589"/>
                    <a:pt x="694863" y="173392"/>
                  </a:cubicBezTo>
                  <a:cubicBezTo>
                    <a:pt x="1221781" y="-101805"/>
                    <a:pt x="1850178" y="15442"/>
                    <a:pt x="2361884" y="96292"/>
                  </a:cubicBezTo>
                  <a:cubicBezTo>
                    <a:pt x="2873590" y="177143"/>
                    <a:pt x="3199076" y="568615"/>
                    <a:pt x="3164277" y="1038229"/>
                  </a:cubicBezTo>
                  <a:cubicBezTo>
                    <a:pt x="3129478" y="1507842"/>
                    <a:pt x="2716821" y="1552227"/>
                    <a:pt x="2401754" y="2023090"/>
                  </a:cubicBezTo>
                  <a:cubicBezTo>
                    <a:pt x="2086687" y="2493955"/>
                    <a:pt x="2070364" y="2669061"/>
                    <a:pt x="1562825" y="2885496"/>
                  </a:cubicBezTo>
                  <a:cubicBezTo>
                    <a:pt x="1055287" y="3101931"/>
                    <a:pt x="403481" y="2745814"/>
                    <a:pt x="152803" y="2114499"/>
                  </a:cubicBezTo>
                  <a:cubicBezTo>
                    <a:pt x="-97875" y="1483184"/>
                    <a:pt x="34236" y="1013848"/>
                    <a:pt x="34236" y="1013848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42;p4"/>
            <p:cNvSpPr/>
            <p:nvPr/>
          </p:nvSpPr>
          <p:spPr>
            <a:xfrm rot="-1701538" flipH="1">
              <a:off x="5216436" y="-1284494"/>
              <a:ext cx="2539372" cy="1807589"/>
            </a:xfrm>
            <a:custGeom>
              <a:avLst/>
              <a:gdLst/>
              <a:ahLst/>
              <a:cxnLst/>
              <a:rect l="l" t="t" r="r" b="b"/>
              <a:pathLst>
                <a:path w="2539340" h="1807566" extrusionOk="0">
                  <a:moveTo>
                    <a:pt x="65938" y="1326437"/>
                  </a:moveTo>
                  <a:cubicBezTo>
                    <a:pt x="-119866" y="832095"/>
                    <a:pt x="116574" y="472088"/>
                    <a:pt x="371558" y="397906"/>
                  </a:cubicBezTo>
                  <a:cubicBezTo>
                    <a:pt x="729690" y="293717"/>
                    <a:pt x="1065248" y="672756"/>
                    <a:pt x="1296964" y="618995"/>
                  </a:cubicBezTo>
                  <a:cubicBezTo>
                    <a:pt x="1483462" y="575722"/>
                    <a:pt x="1514579" y="120625"/>
                    <a:pt x="1783734" y="27689"/>
                  </a:cubicBezTo>
                  <a:cubicBezTo>
                    <a:pt x="2117138" y="-87336"/>
                    <a:pt x="2533893" y="179179"/>
                    <a:pt x="2538755" y="616286"/>
                  </a:cubicBezTo>
                  <a:cubicBezTo>
                    <a:pt x="2543201" y="1050614"/>
                    <a:pt x="2096856" y="1427847"/>
                    <a:pt x="1798181" y="1577393"/>
                  </a:cubicBezTo>
                  <a:cubicBezTo>
                    <a:pt x="1503119" y="1725341"/>
                    <a:pt x="1019127" y="1838559"/>
                    <a:pt x="750042" y="1801329"/>
                  </a:cubicBezTo>
                  <a:cubicBezTo>
                    <a:pt x="443727" y="1758890"/>
                    <a:pt x="176795" y="1621291"/>
                    <a:pt x="65938" y="1326437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3" name="Google Shape;43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4"/>
          <p:cNvSpPr txBox="1">
            <a:spLocks noGrp="1"/>
          </p:cNvSpPr>
          <p:nvPr>
            <p:ph type="subTitle" idx="1"/>
          </p:nvPr>
        </p:nvSpPr>
        <p:spPr>
          <a:xfrm>
            <a:off x="1521525" y="1567024"/>
            <a:ext cx="67845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4"/>
          <p:cNvSpPr txBox="1">
            <a:spLocks noGrp="1"/>
          </p:cNvSpPr>
          <p:nvPr>
            <p:ph type="subTitle" idx="2"/>
          </p:nvPr>
        </p:nvSpPr>
        <p:spPr>
          <a:xfrm>
            <a:off x="1521525" y="2382084"/>
            <a:ext cx="67845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subTitle" idx="3"/>
          </p:nvPr>
        </p:nvSpPr>
        <p:spPr>
          <a:xfrm>
            <a:off x="1521525" y="3199583"/>
            <a:ext cx="67845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ubTitle" idx="4"/>
          </p:nvPr>
        </p:nvSpPr>
        <p:spPr>
          <a:xfrm>
            <a:off x="1521525" y="4017085"/>
            <a:ext cx="6784500" cy="32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4"/>
          <p:cNvSpPr txBox="1">
            <a:spLocks noGrp="1"/>
          </p:cNvSpPr>
          <p:nvPr>
            <p:ph type="title" idx="5"/>
          </p:nvPr>
        </p:nvSpPr>
        <p:spPr>
          <a:xfrm>
            <a:off x="837975" y="1338325"/>
            <a:ext cx="6945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9" name="Google Shape;49;p4"/>
          <p:cNvSpPr txBox="1">
            <a:spLocks noGrp="1"/>
          </p:cNvSpPr>
          <p:nvPr>
            <p:ph type="title" idx="6"/>
          </p:nvPr>
        </p:nvSpPr>
        <p:spPr>
          <a:xfrm>
            <a:off x="837975" y="2972525"/>
            <a:ext cx="694500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0" name="Google Shape;50;p4"/>
          <p:cNvSpPr txBox="1">
            <a:spLocks noGrp="1"/>
          </p:cNvSpPr>
          <p:nvPr>
            <p:ph type="title" idx="7"/>
          </p:nvPr>
        </p:nvSpPr>
        <p:spPr>
          <a:xfrm>
            <a:off x="837975" y="2154225"/>
            <a:ext cx="694500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 idx="8"/>
          </p:nvPr>
        </p:nvSpPr>
        <p:spPr>
          <a:xfrm>
            <a:off x="837975" y="3790825"/>
            <a:ext cx="694500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subTitle" idx="9"/>
          </p:nvPr>
        </p:nvSpPr>
        <p:spPr>
          <a:xfrm>
            <a:off x="1521525" y="1338325"/>
            <a:ext cx="6784500" cy="34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3" name="Google Shape;53;p4"/>
          <p:cNvSpPr txBox="1">
            <a:spLocks noGrp="1"/>
          </p:cNvSpPr>
          <p:nvPr>
            <p:ph type="subTitle" idx="13"/>
          </p:nvPr>
        </p:nvSpPr>
        <p:spPr>
          <a:xfrm>
            <a:off x="1521525" y="2155824"/>
            <a:ext cx="67845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4" name="Google Shape;54;p4"/>
          <p:cNvSpPr txBox="1">
            <a:spLocks noGrp="1"/>
          </p:cNvSpPr>
          <p:nvPr>
            <p:ph type="subTitle" idx="14"/>
          </p:nvPr>
        </p:nvSpPr>
        <p:spPr>
          <a:xfrm>
            <a:off x="1521525" y="2973323"/>
            <a:ext cx="67845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subTitle" idx="15"/>
          </p:nvPr>
        </p:nvSpPr>
        <p:spPr>
          <a:xfrm>
            <a:off x="1521525" y="3790822"/>
            <a:ext cx="67845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6" name="Google Shape;56;p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5"/>
          <p:cNvGrpSpPr/>
          <p:nvPr/>
        </p:nvGrpSpPr>
        <p:grpSpPr>
          <a:xfrm>
            <a:off x="-1889882" y="-2665464"/>
            <a:ext cx="11164449" cy="9216288"/>
            <a:chOff x="-1889882" y="-2665464"/>
            <a:chExt cx="11164449" cy="9216288"/>
          </a:xfrm>
        </p:grpSpPr>
        <p:sp>
          <p:nvSpPr>
            <p:cNvPr id="59" name="Google Shape;59;p5"/>
            <p:cNvSpPr/>
            <p:nvPr/>
          </p:nvSpPr>
          <p:spPr>
            <a:xfrm rot="413639">
              <a:off x="6660988" y="4412558"/>
              <a:ext cx="2502879" cy="1995266"/>
            </a:xfrm>
            <a:custGeom>
              <a:avLst/>
              <a:gdLst/>
              <a:ahLst/>
              <a:cxnLst/>
              <a:rect l="l" t="t" r="r" b="b"/>
              <a:pathLst>
                <a:path w="2503560" h="1995809" extrusionOk="0">
                  <a:moveTo>
                    <a:pt x="2359679" y="330860"/>
                  </a:moveTo>
                  <a:cubicBezTo>
                    <a:pt x="2359679" y="330860"/>
                    <a:pt x="2191519" y="19683"/>
                    <a:pt x="1831164" y="1554"/>
                  </a:cubicBezTo>
                  <a:cubicBezTo>
                    <a:pt x="1470810" y="-16575"/>
                    <a:pt x="1342588" y="352392"/>
                    <a:pt x="1080032" y="494714"/>
                  </a:cubicBezTo>
                  <a:cubicBezTo>
                    <a:pt x="942572" y="569313"/>
                    <a:pt x="664597" y="444426"/>
                    <a:pt x="517968" y="487143"/>
                  </a:cubicBezTo>
                  <a:cubicBezTo>
                    <a:pt x="49188" y="623908"/>
                    <a:pt x="-118139" y="1249875"/>
                    <a:pt x="83571" y="1580431"/>
                  </a:cubicBezTo>
                  <a:cubicBezTo>
                    <a:pt x="258122" y="1867020"/>
                    <a:pt x="559227" y="1998506"/>
                    <a:pt x="1014324" y="1996700"/>
                  </a:cubicBezTo>
                  <a:cubicBezTo>
                    <a:pt x="1469421" y="1994894"/>
                    <a:pt x="1789072" y="2010592"/>
                    <a:pt x="2191380" y="1681772"/>
                  </a:cubicBezTo>
                  <a:cubicBezTo>
                    <a:pt x="2593688" y="1352952"/>
                    <a:pt x="2556665" y="741989"/>
                    <a:pt x="2359679" y="330860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60;p5"/>
            <p:cNvSpPr/>
            <p:nvPr/>
          </p:nvSpPr>
          <p:spPr>
            <a:xfrm rot="1397564">
              <a:off x="-1382452" y="-2205071"/>
              <a:ext cx="2984344" cy="3181591"/>
            </a:xfrm>
            <a:custGeom>
              <a:avLst/>
              <a:gdLst/>
              <a:ahLst/>
              <a:cxnLst/>
              <a:rect l="l" t="t" r="r" b="b"/>
              <a:pathLst>
                <a:path w="2987585" h="3185047" extrusionOk="0">
                  <a:moveTo>
                    <a:pt x="1104335" y="26456"/>
                  </a:moveTo>
                  <a:cubicBezTo>
                    <a:pt x="868174" y="65284"/>
                    <a:pt x="642640" y="150858"/>
                    <a:pt x="450794" y="298736"/>
                  </a:cubicBezTo>
                  <a:cubicBezTo>
                    <a:pt x="171706" y="514060"/>
                    <a:pt x="16951" y="835447"/>
                    <a:pt x="767" y="1185174"/>
                  </a:cubicBezTo>
                  <a:cubicBezTo>
                    <a:pt x="-9860" y="1416057"/>
                    <a:pt x="45221" y="1641174"/>
                    <a:pt x="111902" y="1860387"/>
                  </a:cubicBezTo>
                  <a:cubicBezTo>
                    <a:pt x="197475" y="2142114"/>
                    <a:pt x="252765" y="2463640"/>
                    <a:pt x="431414" y="2704734"/>
                  </a:cubicBezTo>
                  <a:cubicBezTo>
                    <a:pt x="709946" y="3079813"/>
                    <a:pt x="1248185" y="3238041"/>
                    <a:pt x="1698351" y="3170944"/>
                  </a:cubicBezTo>
                  <a:cubicBezTo>
                    <a:pt x="1989176" y="3127532"/>
                    <a:pt x="2296464" y="2962566"/>
                    <a:pt x="2385997" y="2663891"/>
                  </a:cubicBezTo>
                  <a:cubicBezTo>
                    <a:pt x="2419129" y="2553382"/>
                    <a:pt x="2435243" y="2434676"/>
                    <a:pt x="2491853" y="2332501"/>
                  </a:cubicBezTo>
                  <a:cubicBezTo>
                    <a:pt x="2559714" y="2210114"/>
                    <a:pt x="2682726" y="2138641"/>
                    <a:pt x="2776149" y="2038967"/>
                  </a:cubicBezTo>
                  <a:cubicBezTo>
                    <a:pt x="2891590" y="1915885"/>
                    <a:pt x="2938059" y="1762519"/>
                    <a:pt x="2966815" y="1600332"/>
                  </a:cubicBezTo>
                  <a:cubicBezTo>
                    <a:pt x="3029744" y="1245257"/>
                    <a:pt x="2943823" y="869135"/>
                    <a:pt x="2736349" y="574559"/>
                  </a:cubicBezTo>
                  <a:cubicBezTo>
                    <a:pt x="2519845" y="267271"/>
                    <a:pt x="2198666" y="102236"/>
                    <a:pt x="1834005" y="37500"/>
                  </a:cubicBezTo>
                  <a:cubicBezTo>
                    <a:pt x="1793996" y="30554"/>
                    <a:pt x="1753779" y="24372"/>
                    <a:pt x="1713423" y="19302"/>
                  </a:cubicBezTo>
                  <a:cubicBezTo>
                    <a:pt x="1513242" y="-5912"/>
                    <a:pt x="1304864" y="-6745"/>
                    <a:pt x="1104335" y="26456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1" name="Google Shape;61;p5"/>
          <p:cNvGrpSpPr/>
          <p:nvPr/>
        </p:nvGrpSpPr>
        <p:grpSpPr>
          <a:xfrm>
            <a:off x="-129830" y="3013234"/>
            <a:ext cx="646623" cy="854224"/>
            <a:chOff x="-129830" y="3390059"/>
            <a:chExt cx="646623" cy="854224"/>
          </a:xfrm>
        </p:grpSpPr>
        <p:sp>
          <p:nvSpPr>
            <p:cNvPr id="62" name="Google Shape;62;p5"/>
            <p:cNvSpPr/>
            <p:nvPr/>
          </p:nvSpPr>
          <p:spPr>
            <a:xfrm>
              <a:off x="-129830" y="3390059"/>
              <a:ext cx="646623" cy="407481"/>
            </a:xfrm>
            <a:custGeom>
              <a:avLst/>
              <a:gdLst/>
              <a:ahLst/>
              <a:cxnLst/>
              <a:rect l="l" t="t" r="r" b="b"/>
              <a:pathLst>
                <a:path w="646623" h="407481" extrusionOk="0">
                  <a:moveTo>
                    <a:pt x="58927" y="25217"/>
                  </a:moveTo>
                  <a:lnTo>
                    <a:pt x="11213" y="25217"/>
                  </a:lnTo>
                  <a:cubicBezTo>
                    <a:pt x="4702" y="24452"/>
                    <a:pt x="44" y="18551"/>
                    <a:pt x="817" y="12040"/>
                  </a:cubicBezTo>
                  <a:cubicBezTo>
                    <a:pt x="1459" y="6586"/>
                    <a:pt x="5758" y="2286"/>
                    <a:pt x="11213" y="1644"/>
                  </a:cubicBezTo>
                  <a:lnTo>
                    <a:pt x="58927" y="1644"/>
                  </a:lnTo>
                  <a:cubicBezTo>
                    <a:pt x="65438" y="855"/>
                    <a:pt x="71348" y="5497"/>
                    <a:pt x="72136" y="12008"/>
                  </a:cubicBezTo>
                  <a:cubicBezTo>
                    <a:pt x="72924" y="18519"/>
                    <a:pt x="68283" y="24428"/>
                    <a:pt x="61772" y="25217"/>
                  </a:cubicBezTo>
                  <a:close/>
                  <a:moveTo>
                    <a:pt x="70794" y="67891"/>
                  </a:moveTo>
                  <a:cubicBezTo>
                    <a:pt x="70844" y="61470"/>
                    <a:pt x="65674" y="56235"/>
                    <a:pt x="59252" y="56186"/>
                  </a:cubicBezTo>
                  <a:cubicBezTo>
                    <a:pt x="59196" y="56186"/>
                    <a:pt x="59146" y="56186"/>
                    <a:pt x="59090" y="56186"/>
                  </a:cubicBezTo>
                  <a:lnTo>
                    <a:pt x="11213" y="56186"/>
                  </a:lnTo>
                  <a:cubicBezTo>
                    <a:pt x="4702" y="56950"/>
                    <a:pt x="44" y="62851"/>
                    <a:pt x="817" y="69362"/>
                  </a:cubicBezTo>
                  <a:cubicBezTo>
                    <a:pt x="1459" y="74817"/>
                    <a:pt x="5758" y="79117"/>
                    <a:pt x="11213" y="79759"/>
                  </a:cubicBezTo>
                  <a:lnTo>
                    <a:pt x="58927" y="79759"/>
                  </a:lnTo>
                  <a:cubicBezTo>
                    <a:pt x="65478" y="79759"/>
                    <a:pt x="70794" y="74443"/>
                    <a:pt x="70794" y="67891"/>
                  </a:cubicBezTo>
                  <a:close/>
                  <a:moveTo>
                    <a:pt x="70794" y="122596"/>
                  </a:moveTo>
                  <a:cubicBezTo>
                    <a:pt x="70794" y="116044"/>
                    <a:pt x="65478" y="110728"/>
                    <a:pt x="58927" y="110728"/>
                  </a:cubicBezTo>
                  <a:lnTo>
                    <a:pt x="11213" y="110728"/>
                  </a:lnTo>
                  <a:cubicBezTo>
                    <a:pt x="4702" y="111492"/>
                    <a:pt x="44" y="117394"/>
                    <a:pt x="817" y="123905"/>
                  </a:cubicBezTo>
                  <a:cubicBezTo>
                    <a:pt x="1459" y="129359"/>
                    <a:pt x="5758" y="133659"/>
                    <a:pt x="11213" y="134301"/>
                  </a:cubicBezTo>
                  <a:lnTo>
                    <a:pt x="58927" y="134301"/>
                  </a:lnTo>
                  <a:cubicBezTo>
                    <a:pt x="65373" y="134350"/>
                    <a:pt x="70664" y="129204"/>
                    <a:pt x="70794" y="122759"/>
                  </a:cubicBezTo>
                  <a:lnTo>
                    <a:pt x="70794" y="122759"/>
                  </a:lnTo>
                  <a:close/>
                  <a:moveTo>
                    <a:pt x="70794" y="177138"/>
                  </a:moveTo>
                  <a:cubicBezTo>
                    <a:pt x="70794" y="170587"/>
                    <a:pt x="65478" y="165271"/>
                    <a:pt x="58927" y="165271"/>
                  </a:cubicBezTo>
                  <a:lnTo>
                    <a:pt x="11213" y="165271"/>
                  </a:lnTo>
                  <a:cubicBezTo>
                    <a:pt x="4726" y="165807"/>
                    <a:pt x="-94" y="171505"/>
                    <a:pt x="442" y="177992"/>
                  </a:cubicBezTo>
                  <a:cubicBezTo>
                    <a:pt x="922" y="183730"/>
                    <a:pt x="5474" y="188282"/>
                    <a:pt x="11213" y="188762"/>
                  </a:cubicBezTo>
                  <a:lnTo>
                    <a:pt x="58927" y="188762"/>
                  </a:lnTo>
                  <a:cubicBezTo>
                    <a:pt x="65348" y="188900"/>
                    <a:pt x="70656" y="183804"/>
                    <a:pt x="70794" y="177382"/>
                  </a:cubicBezTo>
                  <a:cubicBezTo>
                    <a:pt x="70794" y="177358"/>
                    <a:pt x="70794" y="177325"/>
                    <a:pt x="70794" y="177301"/>
                  </a:cubicBezTo>
                  <a:lnTo>
                    <a:pt x="70794" y="177301"/>
                  </a:lnTo>
                  <a:close/>
                  <a:moveTo>
                    <a:pt x="70794" y="231599"/>
                  </a:moveTo>
                  <a:cubicBezTo>
                    <a:pt x="70794" y="225088"/>
                    <a:pt x="65519" y="219813"/>
                    <a:pt x="59008" y="219813"/>
                  </a:cubicBezTo>
                  <a:cubicBezTo>
                    <a:pt x="58984" y="219813"/>
                    <a:pt x="58951" y="219813"/>
                    <a:pt x="58927" y="219813"/>
                  </a:cubicBezTo>
                  <a:lnTo>
                    <a:pt x="11213" y="219813"/>
                  </a:lnTo>
                  <a:cubicBezTo>
                    <a:pt x="4726" y="220349"/>
                    <a:pt x="-94" y="226047"/>
                    <a:pt x="442" y="232534"/>
                  </a:cubicBezTo>
                  <a:cubicBezTo>
                    <a:pt x="922" y="238273"/>
                    <a:pt x="5474" y="242825"/>
                    <a:pt x="11213" y="243304"/>
                  </a:cubicBezTo>
                  <a:lnTo>
                    <a:pt x="58927" y="243304"/>
                  </a:lnTo>
                  <a:cubicBezTo>
                    <a:pt x="65365" y="243394"/>
                    <a:pt x="70664" y="238273"/>
                    <a:pt x="70794" y="231843"/>
                  </a:cubicBezTo>
                  <a:lnTo>
                    <a:pt x="70794" y="231843"/>
                  </a:lnTo>
                  <a:close/>
                  <a:moveTo>
                    <a:pt x="70794" y="286141"/>
                  </a:moveTo>
                  <a:cubicBezTo>
                    <a:pt x="70794" y="279590"/>
                    <a:pt x="65478" y="274274"/>
                    <a:pt x="58927" y="274274"/>
                  </a:cubicBezTo>
                  <a:lnTo>
                    <a:pt x="11213" y="274274"/>
                  </a:lnTo>
                  <a:cubicBezTo>
                    <a:pt x="4702" y="275038"/>
                    <a:pt x="44" y="280939"/>
                    <a:pt x="817" y="287450"/>
                  </a:cubicBezTo>
                  <a:cubicBezTo>
                    <a:pt x="1459" y="292904"/>
                    <a:pt x="5758" y="297204"/>
                    <a:pt x="11213" y="297846"/>
                  </a:cubicBezTo>
                  <a:lnTo>
                    <a:pt x="58927" y="297846"/>
                  </a:lnTo>
                  <a:cubicBezTo>
                    <a:pt x="65389" y="297936"/>
                    <a:pt x="70705" y="292766"/>
                    <a:pt x="70794" y="286304"/>
                  </a:cubicBezTo>
                  <a:cubicBezTo>
                    <a:pt x="70794" y="286304"/>
                    <a:pt x="70794" y="286304"/>
                    <a:pt x="70794" y="286304"/>
                  </a:cubicBezTo>
                  <a:lnTo>
                    <a:pt x="70794" y="286304"/>
                  </a:lnTo>
                  <a:close/>
                  <a:moveTo>
                    <a:pt x="70794" y="340683"/>
                  </a:moveTo>
                  <a:cubicBezTo>
                    <a:pt x="70794" y="334132"/>
                    <a:pt x="65478" y="328816"/>
                    <a:pt x="58927" y="328816"/>
                  </a:cubicBezTo>
                  <a:lnTo>
                    <a:pt x="11213" y="328816"/>
                  </a:lnTo>
                  <a:cubicBezTo>
                    <a:pt x="4702" y="329580"/>
                    <a:pt x="44" y="335481"/>
                    <a:pt x="817" y="341992"/>
                  </a:cubicBezTo>
                  <a:cubicBezTo>
                    <a:pt x="1459" y="347446"/>
                    <a:pt x="5758" y="351747"/>
                    <a:pt x="11213" y="352389"/>
                  </a:cubicBezTo>
                  <a:lnTo>
                    <a:pt x="58927" y="352389"/>
                  </a:lnTo>
                  <a:cubicBezTo>
                    <a:pt x="65389" y="352478"/>
                    <a:pt x="70705" y="347308"/>
                    <a:pt x="70794" y="340846"/>
                  </a:cubicBezTo>
                  <a:cubicBezTo>
                    <a:pt x="70794" y="340846"/>
                    <a:pt x="70794" y="340846"/>
                    <a:pt x="70794" y="340846"/>
                  </a:cubicBezTo>
                  <a:lnTo>
                    <a:pt x="70794" y="340846"/>
                  </a:lnTo>
                  <a:close/>
                  <a:moveTo>
                    <a:pt x="70794" y="395226"/>
                  </a:moveTo>
                  <a:cubicBezTo>
                    <a:pt x="70794" y="388674"/>
                    <a:pt x="65478" y="383358"/>
                    <a:pt x="58927" y="383358"/>
                  </a:cubicBezTo>
                  <a:lnTo>
                    <a:pt x="11213" y="383358"/>
                  </a:lnTo>
                  <a:cubicBezTo>
                    <a:pt x="4718" y="383448"/>
                    <a:pt x="-492" y="388731"/>
                    <a:pt x="-492" y="395226"/>
                  </a:cubicBezTo>
                  <a:cubicBezTo>
                    <a:pt x="-492" y="401688"/>
                    <a:pt x="4750" y="406931"/>
                    <a:pt x="11213" y="406931"/>
                  </a:cubicBezTo>
                  <a:lnTo>
                    <a:pt x="58927" y="406931"/>
                  </a:lnTo>
                  <a:cubicBezTo>
                    <a:pt x="65373" y="406980"/>
                    <a:pt x="70664" y="401834"/>
                    <a:pt x="70794" y="395388"/>
                  </a:cubicBezTo>
                  <a:lnTo>
                    <a:pt x="70794" y="395388"/>
                  </a:lnTo>
                  <a:close/>
                  <a:moveTo>
                    <a:pt x="249621" y="13674"/>
                  </a:moveTo>
                  <a:cubicBezTo>
                    <a:pt x="249581" y="7228"/>
                    <a:pt x="244362" y="2010"/>
                    <a:pt x="237917" y="1969"/>
                  </a:cubicBezTo>
                  <a:lnTo>
                    <a:pt x="112250" y="1969"/>
                  </a:lnTo>
                  <a:cubicBezTo>
                    <a:pt x="105755" y="1254"/>
                    <a:pt x="99887" y="5887"/>
                    <a:pt x="99082" y="12374"/>
                  </a:cubicBezTo>
                  <a:cubicBezTo>
                    <a:pt x="98277" y="18836"/>
                    <a:pt x="102853" y="24721"/>
                    <a:pt x="109315" y="25534"/>
                  </a:cubicBezTo>
                  <a:cubicBezTo>
                    <a:pt x="109348" y="25534"/>
                    <a:pt x="109373" y="25542"/>
                    <a:pt x="109405" y="25542"/>
                  </a:cubicBezTo>
                  <a:lnTo>
                    <a:pt x="237429" y="25542"/>
                  </a:lnTo>
                  <a:cubicBezTo>
                    <a:pt x="243980" y="25542"/>
                    <a:pt x="249296" y="20226"/>
                    <a:pt x="249296" y="13674"/>
                  </a:cubicBezTo>
                  <a:close/>
                  <a:moveTo>
                    <a:pt x="249621" y="68216"/>
                  </a:moveTo>
                  <a:cubicBezTo>
                    <a:pt x="249581" y="61770"/>
                    <a:pt x="244362" y="56552"/>
                    <a:pt x="237917" y="56511"/>
                  </a:cubicBezTo>
                  <a:lnTo>
                    <a:pt x="112250" y="56511"/>
                  </a:lnTo>
                  <a:cubicBezTo>
                    <a:pt x="105755" y="55796"/>
                    <a:pt x="99887" y="60429"/>
                    <a:pt x="99082" y="66916"/>
                  </a:cubicBezTo>
                  <a:cubicBezTo>
                    <a:pt x="98277" y="73378"/>
                    <a:pt x="102853" y="79263"/>
                    <a:pt x="109315" y="80076"/>
                  </a:cubicBezTo>
                  <a:cubicBezTo>
                    <a:pt x="109348" y="80076"/>
                    <a:pt x="109373" y="80084"/>
                    <a:pt x="109405" y="80084"/>
                  </a:cubicBezTo>
                  <a:lnTo>
                    <a:pt x="237429" y="80084"/>
                  </a:lnTo>
                  <a:cubicBezTo>
                    <a:pt x="243980" y="80084"/>
                    <a:pt x="249296" y="74768"/>
                    <a:pt x="249296" y="68216"/>
                  </a:cubicBezTo>
                  <a:lnTo>
                    <a:pt x="249296" y="68216"/>
                  </a:lnTo>
                  <a:close/>
                  <a:moveTo>
                    <a:pt x="249621" y="122921"/>
                  </a:moveTo>
                  <a:cubicBezTo>
                    <a:pt x="249621" y="116370"/>
                    <a:pt x="244305" y="111053"/>
                    <a:pt x="237754" y="111053"/>
                  </a:cubicBezTo>
                  <a:lnTo>
                    <a:pt x="112575" y="111053"/>
                  </a:lnTo>
                  <a:cubicBezTo>
                    <a:pt x="106064" y="110265"/>
                    <a:pt x="100155" y="114906"/>
                    <a:pt x="99366" y="121417"/>
                  </a:cubicBezTo>
                  <a:cubicBezTo>
                    <a:pt x="98578" y="127928"/>
                    <a:pt x="103219" y="133838"/>
                    <a:pt x="109730" y="134626"/>
                  </a:cubicBezTo>
                  <a:cubicBezTo>
                    <a:pt x="110673" y="134707"/>
                    <a:pt x="111632" y="134707"/>
                    <a:pt x="112575" y="134626"/>
                  </a:cubicBezTo>
                  <a:lnTo>
                    <a:pt x="237754" y="134626"/>
                  </a:lnTo>
                  <a:cubicBezTo>
                    <a:pt x="244200" y="134675"/>
                    <a:pt x="249491" y="129530"/>
                    <a:pt x="249621" y="123084"/>
                  </a:cubicBezTo>
                  <a:lnTo>
                    <a:pt x="249621" y="123084"/>
                  </a:lnTo>
                  <a:close/>
                  <a:moveTo>
                    <a:pt x="249621" y="177463"/>
                  </a:moveTo>
                  <a:cubicBezTo>
                    <a:pt x="249621" y="170912"/>
                    <a:pt x="244305" y="165596"/>
                    <a:pt x="237754" y="165596"/>
                  </a:cubicBezTo>
                  <a:lnTo>
                    <a:pt x="112575" y="165596"/>
                  </a:lnTo>
                  <a:cubicBezTo>
                    <a:pt x="105999" y="164791"/>
                    <a:pt x="100009" y="169465"/>
                    <a:pt x="99204" y="176041"/>
                  </a:cubicBezTo>
                  <a:cubicBezTo>
                    <a:pt x="98399" y="182617"/>
                    <a:pt x="103073" y="188608"/>
                    <a:pt x="109649" y="189412"/>
                  </a:cubicBezTo>
                  <a:lnTo>
                    <a:pt x="237673" y="189412"/>
                  </a:lnTo>
                  <a:cubicBezTo>
                    <a:pt x="244119" y="189461"/>
                    <a:pt x="249410" y="184316"/>
                    <a:pt x="249541" y="177870"/>
                  </a:cubicBezTo>
                  <a:lnTo>
                    <a:pt x="249541" y="177870"/>
                  </a:lnTo>
                  <a:close/>
                  <a:moveTo>
                    <a:pt x="249621" y="232006"/>
                  </a:moveTo>
                  <a:cubicBezTo>
                    <a:pt x="249621" y="225454"/>
                    <a:pt x="244305" y="220138"/>
                    <a:pt x="237754" y="220138"/>
                  </a:cubicBezTo>
                  <a:lnTo>
                    <a:pt x="112575" y="220138"/>
                  </a:lnTo>
                  <a:cubicBezTo>
                    <a:pt x="106024" y="219862"/>
                    <a:pt x="100496" y="224942"/>
                    <a:pt x="100212" y="231493"/>
                  </a:cubicBezTo>
                  <a:cubicBezTo>
                    <a:pt x="99968" y="237330"/>
                    <a:pt x="103999" y="242475"/>
                    <a:pt x="109730" y="243629"/>
                  </a:cubicBezTo>
                  <a:cubicBezTo>
                    <a:pt x="110673" y="243800"/>
                    <a:pt x="111632" y="243800"/>
                    <a:pt x="112575" y="243629"/>
                  </a:cubicBezTo>
                  <a:lnTo>
                    <a:pt x="237754" y="243629"/>
                  </a:lnTo>
                  <a:cubicBezTo>
                    <a:pt x="244175" y="243767"/>
                    <a:pt x="249483" y="238671"/>
                    <a:pt x="249621" y="232249"/>
                  </a:cubicBezTo>
                  <a:cubicBezTo>
                    <a:pt x="249621" y="232225"/>
                    <a:pt x="249621" y="232193"/>
                    <a:pt x="249621" y="232168"/>
                  </a:cubicBezTo>
                  <a:lnTo>
                    <a:pt x="249621" y="232168"/>
                  </a:lnTo>
                  <a:close/>
                  <a:moveTo>
                    <a:pt x="399674" y="286467"/>
                  </a:moveTo>
                  <a:cubicBezTo>
                    <a:pt x="399625" y="279947"/>
                    <a:pt x="394325" y="274680"/>
                    <a:pt x="387806" y="274680"/>
                  </a:cubicBezTo>
                  <a:lnTo>
                    <a:pt x="262140" y="274680"/>
                  </a:lnTo>
                  <a:cubicBezTo>
                    <a:pt x="255653" y="275615"/>
                    <a:pt x="251150" y="281638"/>
                    <a:pt x="252093" y="288125"/>
                  </a:cubicBezTo>
                  <a:cubicBezTo>
                    <a:pt x="252841" y="293327"/>
                    <a:pt x="256929" y="297415"/>
                    <a:pt x="262140" y="298172"/>
                  </a:cubicBezTo>
                  <a:lnTo>
                    <a:pt x="387481" y="298172"/>
                  </a:lnTo>
                  <a:cubicBezTo>
                    <a:pt x="393911" y="298261"/>
                    <a:pt x="399219" y="293140"/>
                    <a:pt x="399349" y="286710"/>
                  </a:cubicBezTo>
                  <a:lnTo>
                    <a:pt x="399349" y="286710"/>
                  </a:lnTo>
                  <a:close/>
                  <a:moveTo>
                    <a:pt x="399674" y="341009"/>
                  </a:moveTo>
                  <a:cubicBezTo>
                    <a:pt x="399633" y="334473"/>
                    <a:pt x="394341" y="329182"/>
                    <a:pt x="387806" y="329141"/>
                  </a:cubicBezTo>
                  <a:lnTo>
                    <a:pt x="262140" y="329141"/>
                  </a:lnTo>
                  <a:cubicBezTo>
                    <a:pt x="255628" y="329905"/>
                    <a:pt x="250971" y="335807"/>
                    <a:pt x="251743" y="342317"/>
                  </a:cubicBezTo>
                  <a:cubicBezTo>
                    <a:pt x="252385" y="347772"/>
                    <a:pt x="256685" y="352072"/>
                    <a:pt x="262140" y="352714"/>
                  </a:cubicBezTo>
                  <a:lnTo>
                    <a:pt x="387481" y="352714"/>
                  </a:lnTo>
                  <a:cubicBezTo>
                    <a:pt x="393927" y="352763"/>
                    <a:pt x="399219" y="347617"/>
                    <a:pt x="399349" y="341171"/>
                  </a:cubicBezTo>
                  <a:lnTo>
                    <a:pt x="399349" y="341171"/>
                  </a:lnTo>
                  <a:close/>
                  <a:moveTo>
                    <a:pt x="399674" y="395551"/>
                  </a:moveTo>
                  <a:cubicBezTo>
                    <a:pt x="399633" y="389016"/>
                    <a:pt x="394341" y="383724"/>
                    <a:pt x="387806" y="383683"/>
                  </a:cubicBezTo>
                  <a:lnTo>
                    <a:pt x="262140" y="383683"/>
                  </a:lnTo>
                  <a:cubicBezTo>
                    <a:pt x="255645" y="383773"/>
                    <a:pt x="250435" y="389056"/>
                    <a:pt x="250435" y="395551"/>
                  </a:cubicBezTo>
                  <a:cubicBezTo>
                    <a:pt x="250435" y="402013"/>
                    <a:pt x="255678" y="407256"/>
                    <a:pt x="262140" y="407256"/>
                  </a:cubicBezTo>
                  <a:lnTo>
                    <a:pt x="387481" y="407256"/>
                  </a:lnTo>
                  <a:cubicBezTo>
                    <a:pt x="393927" y="407305"/>
                    <a:pt x="399219" y="402159"/>
                    <a:pt x="399349" y="395714"/>
                  </a:cubicBezTo>
                  <a:lnTo>
                    <a:pt x="399349" y="395714"/>
                  </a:lnTo>
                  <a:close/>
                  <a:moveTo>
                    <a:pt x="304814" y="13511"/>
                  </a:moveTo>
                  <a:cubicBezTo>
                    <a:pt x="305026" y="6334"/>
                    <a:pt x="299384" y="335"/>
                    <a:pt x="292199" y="124"/>
                  </a:cubicBezTo>
                  <a:cubicBezTo>
                    <a:pt x="285021" y="-88"/>
                    <a:pt x="279031" y="5554"/>
                    <a:pt x="278811" y="12739"/>
                  </a:cubicBezTo>
                  <a:cubicBezTo>
                    <a:pt x="278795" y="13536"/>
                    <a:pt x="278844" y="14341"/>
                    <a:pt x="278966" y="15137"/>
                  </a:cubicBezTo>
                  <a:cubicBezTo>
                    <a:pt x="279413" y="22274"/>
                    <a:pt x="285566" y="27696"/>
                    <a:pt x="292703" y="27249"/>
                  </a:cubicBezTo>
                  <a:cubicBezTo>
                    <a:pt x="299840" y="26802"/>
                    <a:pt x="305261" y="20648"/>
                    <a:pt x="304814" y="13511"/>
                  </a:cubicBezTo>
                  <a:close/>
                  <a:moveTo>
                    <a:pt x="345457" y="13511"/>
                  </a:moveTo>
                  <a:cubicBezTo>
                    <a:pt x="345457" y="5928"/>
                    <a:pt x="339303" y="-226"/>
                    <a:pt x="331720" y="-226"/>
                  </a:cubicBezTo>
                  <a:cubicBezTo>
                    <a:pt x="324136" y="-226"/>
                    <a:pt x="317982" y="5928"/>
                    <a:pt x="317982" y="13511"/>
                  </a:cubicBezTo>
                  <a:cubicBezTo>
                    <a:pt x="317982" y="21095"/>
                    <a:pt x="324136" y="27249"/>
                    <a:pt x="331720" y="27249"/>
                  </a:cubicBezTo>
                  <a:lnTo>
                    <a:pt x="331720" y="27249"/>
                  </a:lnTo>
                  <a:cubicBezTo>
                    <a:pt x="339181" y="27297"/>
                    <a:pt x="345286" y="21299"/>
                    <a:pt x="345375" y="13837"/>
                  </a:cubicBezTo>
                  <a:lnTo>
                    <a:pt x="345375" y="13837"/>
                  </a:lnTo>
                  <a:close/>
                  <a:moveTo>
                    <a:pt x="386099" y="13511"/>
                  </a:moveTo>
                  <a:cubicBezTo>
                    <a:pt x="386099" y="5928"/>
                    <a:pt x="379946" y="-226"/>
                    <a:pt x="372362" y="-226"/>
                  </a:cubicBezTo>
                  <a:cubicBezTo>
                    <a:pt x="364778" y="-226"/>
                    <a:pt x="358625" y="5928"/>
                    <a:pt x="358625" y="13511"/>
                  </a:cubicBezTo>
                  <a:cubicBezTo>
                    <a:pt x="358625" y="21095"/>
                    <a:pt x="364778" y="27249"/>
                    <a:pt x="372362" y="27249"/>
                  </a:cubicBezTo>
                  <a:lnTo>
                    <a:pt x="372362" y="27249"/>
                  </a:lnTo>
                  <a:cubicBezTo>
                    <a:pt x="379857" y="27338"/>
                    <a:pt x="386010" y="21331"/>
                    <a:pt x="386099" y="13837"/>
                  </a:cubicBezTo>
                  <a:cubicBezTo>
                    <a:pt x="386099" y="13837"/>
                    <a:pt x="386099" y="13837"/>
                    <a:pt x="386099" y="13837"/>
                  </a:cubicBezTo>
                  <a:lnTo>
                    <a:pt x="386099" y="13837"/>
                  </a:lnTo>
                  <a:close/>
                  <a:moveTo>
                    <a:pt x="426742" y="13511"/>
                  </a:moveTo>
                  <a:cubicBezTo>
                    <a:pt x="426742" y="5928"/>
                    <a:pt x="420588" y="-226"/>
                    <a:pt x="413005" y="-226"/>
                  </a:cubicBezTo>
                  <a:cubicBezTo>
                    <a:pt x="405421" y="-226"/>
                    <a:pt x="399267" y="5928"/>
                    <a:pt x="399267" y="13511"/>
                  </a:cubicBezTo>
                  <a:cubicBezTo>
                    <a:pt x="399267" y="21095"/>
                    <a:pt x="405421" y="27249"/>
                    <a:pt x="413005" y="27249"/>
                  </a:cubicBezTo>
                  <a:lnTo>
                    <a:pt x="413005" y="27249"/>
                  </a:lnTo>
                  <a:cubicBezTo>
                    <a:pt x="420458" y="27249"/>
                    <a:pt x="426498" y="21209"/>
                    <a:pt x="426498" y="13755"/>
                  </a:cubicBezTo>
                  <a:cubicBezTo>
                    <a:pt x="426498" y="13731"/>
                    <a:pt x="426498" y="13698"/>
                    <a:pt x="426498" y="13674"/>
                  </a:cubicBezTo>
                  <a:lnTo>
                    <a:pt x="426498" y="13674"/>
                  </a:lnTo>
                  <a:close/>
                  <a:moveTo>
                    <a:pt x="467384" y="13511"/>
                  </a:moveTo>
                  <a:cubicBezTo>
                    <a:pt x="467384" y="5928"/>
                    <a:pt x="461231" y="-226"/>
                    <a:pt x="453647" y="-226"/>
                  </a:cubicBezTo>
                  <a:cubicBezTo>
                    <a:pt x="446063" y="-226"/>
                    <a:pt x="439910" y="5928"/>
                    <a:pt x="439910" y="13511"/>
                  </a:cubicBezTo>
                  <a:cubicBezTo>
                    <a:pt x="439910" y="21095"/>
                    <a:pt x="446063" y="27249"/>
                    <a:pt x="453647" y="27249"/>
                  </a:cubicBezTo>
                  <a:cubicBezTo>
                    <a:pt x="453671" y="27249"/>
                    <a:pt x="453704" y="27249"/>
                    <a:pt x="453728" y="27249"/>
                  </a:cubicBezTo>
                  <a:lnTo>
                    <a:pt x="453728" y="27249"/>
                  </a:lnTo>
                  <a:cubicBezTo>
                    <a:pt x="461182" y="27338"/>
                    <a:pt x="467295" y="21372"/>
                    <a:pt x="467384" y="13918"/>
                  </a:cubicBezTo>
                  <a:cubicBezTo>
                    <a:pt x="467384" y="13894"/>
                    <a:pt x="467384" y="13861"/>
                    <a:pt x="467384" y="13837"/>
                  </a:cubicBezTo>
                  <a:lnTo>
                    <a:pt x="467384" y="13837"/>
                  </a:lnTo>
                  <a:close/>
                  <a:moveTo>
                    <a:pt x="508027" y="13511"/>
                  </a:moveTo>
                  <a:cubicBezTo>
                    <a:pt x="508027" y="5928"/>
                    <a:pt x="501873" y="-226"/>
                    <a:pt x="494290" y="-226"/>
                  </a:cubicBezTo>
                  <a:cubicBezTo>
                    <a:pt x="486706" y="-226"/>
                    <a:pt x="480552" y="5928"/>
                    <a:pt x="480552" y="13511"/>
                  </a:cubicBezTo>
                  <a:cubicBezTo>
                    <a:pt x="480552" y="21095"/>
                    <a:pt x="486706" y="27249"/>
                    <a:pt x="494290" y="27249"/>
                  </a:cubicBezTo>
                  <a:cubicBezTo>
                    <a:pt x="494314" y="27249"/>
                    <a:pt x="494347" y="27249"/>
                    <a:pt x="494371" y="27249"/>
                  </a:cubicBezTo>
                  <a:lnTo>
                    <a:pt x="494371" y="27249"/>
                  </a:lnTo>
                  <a:cubicBezTo>
                    <a:pt x="501825" y="27249"/>
                    <a:pt x="507864" y="21209"/>
                    <a:pt x="507864" y="13755"/>
                  </a:cubicBezTo>
                  <a:cubicBezTo>
                    <a:pt x="507864" y="13731"/>
                    <a:pt x="507864" y="13698"/>
                    <a:pt x="507864" y="13674"/>
                  </a:cubicBezTo>
                  <a:lnTo>
                    <a:pt x="507864" y="13674"/>
                  </a:lnTo>
                  <a:close/>
                  <a:moveTo>
                    <a:pt x="304733" y="122921"/>
                  </a:moveTo>
                  <a:cubicBezTo>
                    <a:pt x="304733" y="115337"/>
                    <a:pt x="298579" y="109184"/>
                    <a:pt x="290996" y="109184"/>
                  </a:cubicBezTo>
                  <a:cubicBezTo>
                    <a:pt x="283412" y="109184"/>
                    <a:pt x="277259" y="115337"/>
                    <a:pt x="277259" y="122921"/>
                  </a:cubicBezTo>
                  <a:cubicBezTo>
                    <a:pt x="277259" y="130505"/>
                    <a:pt x="283412" y="136658"/>
                    <a:pt x="290996" y="136658"/>
                  </a:cubicBezTo>
                  <a:cubicBezTo>
                    <a:pt x="298579" y="136658"/>
                    <a:pt x="304733" y="130505"/>
                    <a:pt x="304733" y="122921"/>
                  </a:cubicBezTo>
                  <a:close/>
                  <a:moveTo>
                    <a:pt x="345375" y="122921"/>
                  </a:moveTo>
                  <a:cubicBezTo>
                    <a:pt x="345465" y="115337"/>
                    <a:pt x="339385" y="109111"/>
                    <a:pt x="331801" y="109021"/>
                  </a:cubicBezTo>
                  <a:cubicBezTo>
                    <a:pt x="324217" y="108932"/>
                    <a:pt x="317990" y="115012"/>
                    <a:pt x="317901" y="122596"/>
                  </a:cubicBezTo>
                  <a:cubicBezTo>
                    <a:pt x="317812" y="130180"/>
                    <a:pt x="323892" y="136406"/>
                    <a:pt x="331475" y="136496"/>
                  </a:cubicBezTo>
                  <a:lnTo>
                    <a:pt x="331475" y="136496"/>
                  </a:lnTo>
                  <a:cubicBezTo>
                    <a:pt x="338970" y="136496"/>
                    <a:pt x="345050" y="130416"/>
                    <a:pt x="345050" y="122921"/>
                  </a:cubicBezTo>
                  <a:lnTo>
                    <a:pt x="345050" y="122921"/>
                  </a:lnTo>
                  <a:close/>
                  <a:moveTo>
                    <a:pt x="386018" y="122921"/>
                  </a:moveTo>
                  <a:cubicBezTo>
                    <a:pt x="386107" y="115337"/>
                    <a:pt x="380027" y="109111"/>
                    <a:pt x="372443" y="109021"/>
                  </a:cubicBezTo>
                  <a:cubicBezTo>
                    <a:pt x="364859" y="108932"/>
                    <a:pt x="358633" y="115012"/>
                    <a:pt x="358544" y="122596"/>
                  </a:cubicBezTo>
                  <a:cubicBezTo>
                    <a:pt x="358454" y="130180"/>
                    <a:pt x="364534" y="136406"/>
                    <a:pt x="372118" y="136496"/>
                  </a:cubicBezTo>
                  <a:lnTo>
                    <a:pt x="372118" y="136496"/>
                  </a:lnTo>
                  <a:cubicBezTo>
                    <a:pt x="379702" y="136585"/>
                    <a:pt x="385929" y="130505"/>
                    <a:pt x="386018" y="122921"/>
                  </a:cubicBezTo>
                  <a:cubicBezTo>
                    <a:pt x="386018" y="122864"/>
                    <a:pt x="386018" y="122815"/>
                    <a:pt x="386018" y="122759"/>
                  </a:cubicBezTo>
                  <a:lnTo>
                    <a:pt x="386018" y="122759"/>
                  </a:lnTo>
                  <a:close/>
                  <a:moveTo>
                    <a:pt x="426660" y="122921"/>
                  </a:moveTo>
                  <a:cubicBezTo>
                    <a:pt x="426750" y="115337"/>
                    <a:pt x="420670" y="109111"/>
                    <a:pt x="413086" y="109021"/>
                  </a:cubicBezTo>
                  <a:cubicBezTo>
                    <a:pt x="405502" y="108932"/>
                    <a:pt x="399275" y="115012"/>
                    <a:pt x="399186" y="122596"/>
                  </a:cubicBezTo>
                  <a:cubicBezTo>
                    <a:pt x="399097" y="130180"/>
                    <a:pt x="405177" y="136406"/>
                    <a:pt x="412760" y="136496"/>
                  </a:cubicBezTo>
                  <a:lnTo>
                    <a:pt x="412760" y="136496"/>
                  </a:lnTo>
                  <a:cubicBezTo>
                    <a:pt x="420214" y="136496"/>
                    <a:pt x="426254" y="130456"/>
                    <a:pt x="426254" y="123002"/>
                  </a:cubicBezTo>
                  <a:cubicBezTo>
                    <a:pt x="426254" y="122978"/>
                    <a:pt x="426254" y="122945"/>
                    <a:pt x="426254" y="122921"/>
                  </a:cubicBezTo>
                  <a:lnTo>
                    <a:pt x="426254" y="122921"/>
                  </a:lnTo>
                  <a:close/>
                  <a:moveTo>
                    <a:pt x="467303" y="122921"/>
                  </a:moveTo>
                  <a:cubicBezTo>
                    <a:pt x="467392" y="115337"/>
                    <a:pt x="461312" y="109111"/>
                    <a:pt x="453728" y="109021"/>
                  </a:cubicBezTo>
                  <a:cubicBezTo>
                    <a:pt x="446144" y="108932"/>
                    <a:pt x="439918" y="115012"/>
                    <a:pt x="439829" y="122596"/>
                  </a:cubicBezTo>
                  <a:cubicBezTo>
                    <a:pt x="439739" y="130180"/>
                    <a:pt x="445819" y="136406"/>
                    <a:pt x="453403" y="136496"/>
                  </a:cubicBezTo>
                  <a:cubicBezTo>
                    <a:pt x="453428" y="136496"/>
                    <a:pt x="453460" y="136496"/>
                    <a:pt x="453484" y="136496"/>
                  </a:cubicBezTo>
                  <a:lnTo>
                    <a:pt x="453484" y="136496"/>
                  </a:lnTo>
                  <a:cubicBezTo>
                    <a:pt x="461036" y="136455"/>
                    <a:pt x="467140" y="130310"/>
                    <a:pt x="467140" y="122759"/>
                  </a:cubicBezTo>
                  <a:lnTo>
                    <a:pt x="467140" y="122759"/>
                  </a:lnTo>
                  <a:close/>
                  <a:moveTo>
                    <a:pt x="507945" y="122921"/>
                  </a:moveTo>
                  <a:cubicBezTo>
                    <a:pt x="508035" y="115337"/>
                    <a:pt x="501955" y="109111"/>
                    <a:pt x="494371" y="109021"/>
                  </a:cubicBezTo>
                  <a:cubicBezTo>
                    <a:pt x="486787" y="108932"/>
                    <a:pt x="480560" y="115012"/>
                    <a:pt x="480471" y="122596"/>
                  </a:cubicBezTo>
                  <a:cubicBezTo>
                    <a:pt x="480382" y="130180"/>
                    <a:pt x="486462" y="136406"/>
                    <a:pt x="494045" y="136496"/>
                  </a:cubicBezTo>
                  <a:cubicBezTo>
                    <a:pt x="494070" y="136496"/>
                    <a:pt x="494103" y="136496"/>
                    <a:pt x="494127" y="136496"/>
                  </a:cubicBezTo>
                  <a:lnTo>
                    <a:pt x="494127" y="136496"/>
                  </a:lnTo>
                  <a:cubicBezTo>
                    <a:pt x="501621" y="136496"/>
                    <a:pt x="507701" y="130416"/>
                    <a:pt x="507701" y="122921"/>
                  </a:cubicBezTo>
                  <a:lnTo>
                    <a:pt x="507701" y="122921"/>
                  </a:lnTo>
                  <a:close/>
                  <a:moveTo>
                    <a:pt x="442917" y="279720"/>
                  </a:moveTo>
                  <a:cubicBezTo>
                    <a:pt x="443007" y="272136"/>
                    <a:pt x="436927" y="265910"/>
                    <a:pt x="429343" y="265820"/>
                  </a:cubicBezTo>
                  <a:cubicBezTo>
                    <a:pt x="421759" y="265731"/>
                    <a:pt x="415532" y="271811"/>
                    <a:pt x="415443" y="279395"/>
                  </a:cubicBezTo>
                  <a:cubicBezTo>
                    <a:pt x="415354" y="286979"/>
                    <a:pt x="421434" y="293205"/>
                    <a:pt x="429017" y="293294"/>
                  </a:cubicBezTo>
                  <a:lnTo>
                    <a:pt x="429017" y="293294"/>
                  </a:lnTo>
                  <a:cubicBezTo>
                    <a:pt x="436602" y="293294"/>
                    <a:pt x="442755" y="287141"/>
                    <a:pt x="442755" y="279557"/>
                  </a:cubicBezTo>
                  <a:lnTo>
                    <a:pt x="442755" y="279557"/>
                  </a:lnTo>
                  <a:close/>
                  <a:moveTo>
                    <a:pt x="483560" y="279720"/>
                  </a:moveTo>
                  <a:cubicBezTo>
                    <a:pt x="483649" y="272136"/>
                    <a:pt x="477569" y="265910"/>
                    <a:pt x="469985" y="265820"/>
                  </a:cubicBezTo>
                  <a:cubicBezTo>
                    <a:pt x="462401" y="265731"/>
                    <a:pt x="456175" y="271811"/>
                    <a:pt x="456086" y="279395"/>
                  </a:cubicBezTo>
                  <a:cubicBezTo>
                    <a:pt x="455996" y="286979"/>
                    <a:pt x="462076" y="293205"/>
                    <a:pt x="469660" y="293294"/>
                  </a:cubicBezTo>
                  <a:lnTo>
                    <a:pt x="469660" y="293294"/>
                  </a:lnTo>
                  <a:cubicBezTo>
                    <a:pt x="477154" y="293294"/>
                    <a:pt x="483235" y="287214"/>
                    <a:pt x="483235" y="279720"/>
                  </a:cubicBezTo>
                  <a:lnTo>
                    <a:pt x="483235" y="279720"/>
                  </a:lnTo>
                  <a:close/>
                  <a:moveTo>
                    <a:pt x="524202" y="279720"/>
                  </a:moveTo>
                  <a:cubicBezTo>
                    <a:pt x="524292" y="272136"/>
                    <a:pt x="518212" y="265910"/>
                    <a:pt x="510628" y="265820"/>
                  </a:cubicBezTo>
                  <a:cubicBezTo>
                    <a:pt x="503044" y="265731"/>
                    <a:pt x="496817" y="271811"/>
                    <a:pt x="496728" y="279395"/>
                  </a:cubicBezTo>
                  <a:cubicBezTo>
                    <a:pt x="496639" y="286979"/>
                    <a:pt x="502719" y="293205"/>
                    <a:pt x="510302" y="293294"/>
                  </a:cubicBezTo>
                  <a:lnTo>
                    <a:pt x="510302" y="293294"/>
                  </a:lnTo>
                  <a:cubicBezTo>
                    <a:pt x="517797" y="293294"/>
                    <a:pt x="523877" y="287214"/>
                    <a:pt x="523877" y="279720"/>
                  </a:cubicBezTo>
                  <a:lnTo>
                    <a:pt x="523877" y="279720"/>
                  </a:lnTo>
                  <a:close/>
                  <a:moveTo>
                    <a:pt x="564845" y="279720"/>
                  </a:moveTo>
                  <a:cubicBezTo>
                    <a:pt x="564934" y="272136"/>
                    <a:pt x="558854" y="265910"/>
                    <a:pt x="551270" y="265820"/>
                  </a:cubicBezTo>
                  <a:cubicBezTo>
                    <a:pt x="543686" y="265731"/>
                    <a:pt x="537460" y="271811"/>
                    <a:pt x="537371" y="279395"/>
                  </a:cubicBezTo>
                  <a:cubicBezTo>
                    <a:pt x="537281" y="286979"/>
                    <a:pt x="543361" y="293205"/>
                    <a:pt x="550945" y="293294"/>
                  </a:cubicBezTo>
                  <a:lnTo>
                    <a:pt x="550945" y="293294"/>
                  </a:lnTo>
                  <a:cubicBezTo>
                    <a:pt x="558529" y="293294"/>
                    <a:pt x="564682" y="287141"/>
                    <a:pt x="564682" y="279557"/>
                  </a:cubicBezTo>
                  <a:lnTo>
                    <a:pt x="564682" y="279557"/>
                  </a:lnTo>
                  <a:close/>
                  <a:moveTo>
                    <a:pt x="605487" y="279720"/>
                  </a:moveTo>
                  <a:cubicBezTo>
                    <a:pt x="605577" y="272136"/>
                    <a:pt x="599497" y="265910"/>
                    <a:pt x="591913" y="265820"/>
                  </a:cubicBezTo>
                  <a:cubicBezTo>
                    <a:pt x="584329" y="265731"/>
                    <a:pt x="578102" y="271811"/>
                    <a:pt x="578013" y="279395"/>
                  </a:cubicBezTo>
                  <a:cubicBezTo>
                    <a:pt x="577924" y="286979"/>
                    <a:pt x="584004" y="293205"/>
                    <a:pt x="591587" y="293294"/>
                  </a:cubicBezTo>
                  <a:lnTo>
                    <a:pt x="591587" y="293294"/>
                  </a:lnTo>
                  <a:cubicBezTo>
                    <a:pt x="599082" y="293294"/>
                    <a:pt x="605162" y="287214"/>
                    <a:pt x="605162" y="279720"/>
                  </a:cubicBezTo>
                  <a:lnTo>
                    <a:pt x="605162" y="279720"/>
                  </a:lnTo>
                  <a:close/>
                  <a:moveTo>
                    <a:pt x="646130" y="279720"/>
                  </a:moveTo>
                  <a:cubicBezTo>
                    <a:pt x="646219" y="272136"/>
                    <a:pt x="640139" y="265910"/>
                    <a:pt x="632555" y="265820"/>
                  </a:cubicBezTo>
                  <a:cubicBezTo>
                    <a:pt x="624971" y="265731"/>
                    <a:pt x="618745" y="271811"/>
                    <a:pt x="618656" y="279395"/>
                  </a:cubicBezTo>
                  <a:cubicBezTo>
                    <a:pt x="618566" y="286979"/>
                    <a:pt x="624646" y="293205"/>
                    <a:pt x="632230" y="293294"/>
                  </a:cubicBezTo>
                  <a:cubicBezTo>
                    <a:pt x="632255" y="293294"/>
                    <a:pt x="632287" y="293294"/>
                    <a:pt x="632311" y="293294"/>
                  </a:cubicBezTo>
                  <a:lnTo>
                    <a:pt x="632311" y="293294"/>
                  </a:lnTo>
                  <a:cubicBezTo>
                    <a:pt x="639863" y="293254"/>
                    <a:pt x="645967" y="287109"/>
                    <a:pt x="645967" y="279557"/>
                  </a:cubicBezTo>
                  <a:lnTo>
                    <a:pt x="645967" y="279557"/>
                  </a:lnTo>
                  <a:close/>
                  <a:moveTo>
                    <a:pt x="441617" y="392137"/>
                  </a:moveTo>
                  <a:cubicBezTo>
                    <a:pt x="441706" y="384553"/>
                    <a:pt x="435626" y="378327"/>
                    <a:pt x="428042" y="378237"/>
                  </a:cubicBezTo>
                  <a:cubicBezTo>
                    <a:pt x="420458" y="378148"/>
                    <a:pt x="414232" y="384228"/>
                    <a:pt x="414143" y="391812"/>
                  </a:cubicBezTo>
                  <a:cubicBezTo>
                    <a:pt x="414053" y="399396"/>
                    <a:pt x="420133" y="405622"/>
                    <a:pt x="427717" y="405711"/>
                  </a:cubicBezTo>
                  <a:lnTo>
                    <a:pt x="427717" y="405711"/>
                  </a:lnTo>
                  <a:cubicBezTo>
                    <a:pt x="435301" y="405711"/>
                    <a:pt x="441454" y="399558"/>
                    <a:pt x="441454" y="391975"/>
                  </a:cubicBezTo>
                  <a:lnTo>
                    <a:pt x="441454" y="391975"/>
                  </a:lnTo>
                  <a:close/>
                  <a:moveTo>
                    <a:pt x="482260" y="392137"/>
                  </a:moveTo>
                  <a:cubicBezTo>
                    <a:pt x="482349" y="384553"/>
                    <a:pt x="476269" y="378327"/>
                    <a:pt x="468685" y="378237"/>
                  </a:cubicBezTo>
                  <a:cubicBezTo>
                    <a:pt x="461101" y="378148"/>
                    <a:pt x="454874" y="384228"/>
                    <a:pt x="454785" y="391812"/>
                  </a:cubicBezTo>
                  <a:cubicBezTo>
                    <a:pt x="454695" y="399396"/>
                    <a:pt x="460776" y="405622"/>
                    <a:pt x="468360" y="405711"/>
                  </a:cubicBezTo>
                  <a:lnTo>
                    <a:pt x="468360" y="405711"/>
                  </a:lnTo>
                  <a:cubicBezTo>
                    <a:pt x="475854" y="405711"/>
                    <a:pt x="481934" y="399631"/>
                    <a:pt x="481934" y="392137"/>
                  </a:cubicBezTo>
                  <a:lnTo>
                    <a:pt x="481934" y="392137"/>
                  </a:lnTo>
                  <a:close/>
                  <a:moveTo>
                    <a:pt x="522902" y="392137"/>
                  </a:moveTo>
                  <a:cubicBezTo>
                    <a:pt x="522991" y="384553"/>
                    <a:pt x="516911" y="378327"/>
                    <a:pt x="509327" y="378237"/>
                  </a:cubicBezTo>
                  <a:cubicBezTo>
                    <a:pt x="501743" y="378148"/>
                    <a:pt x="495517" y="384228"/>
                    <a:pt x="495428" y="391812"/>
                  </a:cubicBezTo>
                  <a:cubicBezTo>
                    <a:pt x="495338" y="399396"/>
                    <a:pt x="501418" y="405622"/>
                    <a:pt x="509002" y="405711"/>
                  </a:cubicBezTo>
                  <a:lnTo>
                    <a:pt x="509002" y="405711"/>
                  </a:lnTo>
                  <a:cubicBezTo>
                    <a:pt x="516497" y="405711"/>
                    <a:pt x="522577" y="399631"/>
                    <a:pt x="522577" y="392137"/>
                  </a:cubicBezTo>
                  <a:lnTo>
                    <a:pt x="522577" y="392137"/>
                  </a:lnTo>
                  <a:close/>
                  <a:moveTo>
                    <a:pt x="563545" y="392137"/>
                  </a:moveTo>
                  <a:cubicBezTo>
                    <a:pt x="563634" y="384553"/>
                    <a:pt x="557554" y="378327"/>
                    <a:pt x="549970" y="378237"/>
                  </a:cubicBezTo>
                  <a:cubicBezTo>
                    <a:pt x="542386" y="378148"/>
                    <a:pt x="536159" y="384228"/>
                    <a:pt x="536070" y="391812"/>
                  </a:cubicBezTo>
                  <a:cubicBezTo>
                    <a:pt x="535980" y="399396"/>
                    <a:pt x="542061" y="405622"/>
                    <a:pt x="549645" y="405711"/>
                  </a:cubicBezTo>
                  <a:lnTo>
                    <a:pt x="549645" y="405711"/>
                  </a:lnTo>
                  <a:cubicBezTo>
                    <a:pt x="557188" y="405760"/>
                    <a:pt x="563333" y="399680"/>
                    <a:pt x="563382" y="392137"/>
                  </a:cubicBezTo>
                  <a:cubicBezTo>
                    <a:pt x="563382" y="392080"/>
                    <a:pt x="563382" y="392031"/>
                    <a:pt x="563382" y="391975"/>
                  </a:cubicBezTo>
                  <a:lnTo>
                    <a:pt x="563382" y="391975"/>
                  </a:lnTo>
                  <a:close/>
                  <a:moveTo>
                    <a:pt x="604187" y="392137"/>
                  </a:moveTo>
                  <a:cubicBezTo>
                    <a:pt x="604276" y="384553"/>
                    <a:pt x="598196" y="378327"/>
                    <a:pt x="590612" y="378237"/>
                  </a:cubicBezTo>
                  <a:cubicBezTo>
                    <a:pt x="583028" y="378148"/>
                    <a:pt x="576802" y="384228"/>
                    <a:pt x="576713" y="391812"/>
                  </a:cubicBezTo>
                  <a:cubicBezTo>
                    <a:pt x="576623" y="399396"/>
                    <a:pt x="582703" y="405622"/>
                    <a:pt x="590287" y="405711"/>
                  </a:cubicBezTo>
                  <a:lnTo>
                    <a:pt x="590287" y="405711"/>
                  </a:lnTo>
                  <a:cubicBezTo>
                    <a:pt x="597741" y="405711"/>
                    <a:pt x="603780" y="399672"/>
                    <a:pt x="603780" y="392218"/>
                  </a:cubicBezTo>
                  <a:cubicBezTo>
                    <a:pt x="603780" y="392194"/>
                    <a:pt x="603780" y="392161"/>
                    <a:pt x="603780" y="392137"/>
                  </a:cubicBezTo>
                  <a:lnTo>
                    <a:pt x="603780" y="392137"/>
                  </a:lnTo>
                  <a:close/>
                  <a:moveTo>
                    <a:pt x="644830" y="392137"/>
                  </a:moveTo>
                  <a:cubicBezTo>
                    <a:pt x="644244" y="384569"/>
                    <a:pt x="637644" y="378912"/>
                    <a:pt x="630076" y="379497"/>
                  </a:cubicBezTo>
                  <a:cubicBezTo>
                    <a:pt x="623321" y="380017"/>
                    <a:pt x="617956" y="385382"/>
                    <a:pt x="617436" y="392137"/>
                  </a:cubicBezTo>
                  <a:cubicBezTo>
                    <a:pt x="617347" y="399721"/>
                    <a:pt x="623419" y="405947"/>
                    <a:pt x="631011" y="406037"/>
                  </a:cubicBezTo>
                  <a:cubicBezTo>
                    <a:pt x="631011" y="406037"/>
                    <a:pt x="631011" y="406037"/>
                    <a:pt x="631011" y="406037"/>
                  </a:cubicBezTo>
                  <a:lnTo>
                    <a:pt x="631011" y="406037"/>
                  </a:lnTo>
                  <a:cubicBezTo>
                    <a:pt x="638554" y="406037"/>
                    <a:pt x="644667" y="399924"/>
                    <a:pt x="644667" y="392381"/>
                  </a:cubicBezTo>
                  <a:cubicBezTo>
                    <a:pt x="644667" y="392357"/>
                    <a:pt x="644667" y="392324"/>
                    <a:pt x="644667" y="392300"/>
                  </a:cubicBezTo>
                  <a:lnTo>
                    <a:pt x="644667" y="39230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63;p5"/>
            <p:cNvSpPr/>
            <p:nvPr/>
          </p:nvSpPr>
          <p:spPr>
            <a:xfrm>
              <a:off x="-129830" y="3836475"/>
              <a:ext cx="646622" cy="407808"/>
            </a:xfrm>
            <a:custGeom>
              <a:avLst/>
              <a:gdLst/>
              <a:ahLst/>
              <a:cxnLst/>
              <a:rect l="l" t="t" r="r" b="b"/>
              <a:pathLst>
                <a:path w="646622" h="407808" extrusionOk="0">
                  <a:moveTo>
                    <a:pt x="58927" y="25705"/>
                  </a:moveTo>
                  <a:lnTo>
                    <a:pt x="11213" y="25705"/>
                  </a:lnTo>
                  <a:cubicBezTo>
                    <a:pt x="4750" y="25705"/>
                    <a:pt x="-492" y="20462"/>
                    <a:pt x="-492" y="14000"/>
                  </a:cubicBezTo>
                  <a:lnTo>
                    <a:pt x="-492" y="14000"/>
                  </a:lnTo>
                  <a:cubicBezTo>
                    <a:pt x="-492" y="7505"/>
                    <a:pt x="4718" y="2222"/>
                    <a:pt x="11213" y="2133"/>
                  </a:cubicBezTo>
                  <a:lnTo>
                    <a:pt x="58927" y="2133"/>
                  </a:lnTo>
                  <a:cubicBezTo>
                    <a:pt x="65478" y="2133"/>
                    <a:pt x="70794" y="7449"/>
                    <a:pt x="70794" y="14000"/>
                  </a:cubicBezTo>
                  <a:lnTo>
                    <a:pt x="70794" y="14000"/>
                  </a:lnTo>
                  <a:cubicBezTo>
                    <a:pt x="70794" y="20462"/>
                    <a:pt x="65552" y="25705"/>
                    <a:pt x="59090" y="25705"/>
                  </a:cubicBezTo>
                  <a:close/>
                  <a:moveTo>
                    <a:pt x="70794" y="68542"/>
                  </a:moveTo>
                  <a:cubicBezTo>
                    <a:pt x="70794" y="62080"/>
                    <a:pt x="65552" y="56837"/>
                    <a:pt x="59090" y="56837"/>
                  </a:cubicBezTo>
                  <a:lnTo>
                    <a:pt x="11213" y="56837"/>
                  </a:lnTo>
                  <a:cubicBezTo>
                    <a:pt x="4791" y="56789"/>
                    <a:pt x="-444" y="61958"/>
                    <a:pt x="-492" y="68380"/>
                  </a:cubicBezTo>
                  <a:cubicBezTo>
                    <a:pt x="-492" y="68437"/>
                    <a:pt x="-492" y="68486"/>
                    <a:pt x="-492" y="68542"/>
                  </a:cubicBezTo>
                  <a:lnTo>
                    <a:pt x="-492" y="68542"/>
                  </a:lnTo>
                  <a:cubicBezTo>
                    <a:pt x="-492" y="75037"/>
                    <a:pt x="4718" y="80321"/>
                    <a:pt x="11213" y="80410"/>
                  </a:cubicBezTo>
                  <a:lnTo>
                    <a:pt x="58927" y="80410"/>
                  </a:lnTo>
                  <a:cubicBezTo>
                    <a:pt x="65478" y="80410"/>
                    <a:pt x="70794" y="75094"/>
                    <a:pt x="70794" y="68542"/>
                  </a:cubicBezTo>
                  <a:close/>
                  <a:moveTo>
                    <a:pt x="70794" y="123085"/>
                  </a:moveTo>
                  <a:cubicBezTo>
                    <a:pt x="70844" y="116663"/>
                    <a:pt x="65674" y="111428"/>
                    <a:pt x="59252" y="111380"/>
                  </a:cubicBezTo>
                  <a:cubicBezTo>
                    <a:pt x="59196" y="111380"/>
                    <a:pt x="59146" y="111380"/>
                    <a:pt x="59090" y="111380"/>
                  </a:cubicBezTo>
                  <a:lnTo>
                    <a:pt x="11213" y="111380"/>
                  </a:lnTo>
                  <a:cubicBezTo>
                    <a:pt x="4702" y="112144"/>
                    <a:pt x="44" y="118045"/>
                    <a:pt x="817" y="124556"/>
                  </a:cubicBezTo>
                  <a:cubicBezTo>
                    <a:pt x="1459" y="130010"/>
                    <a:pt x="5758" y="134310"/>
                    <a:pt x="11213" y="134952"/>
                  </a:cubicBezTo>
                  <a:lnTo>
                    <a:pt x="58927" y="134952"/>
                  </a:lnTo>
                  <a:cubicBezTo>
                    <a:pt x="65478" y="134952"/>
                    <a:pt x="70794" y="129636"/>
                    <a:pt x="70794" y="123085"/>
                  </a:cubicBezTo>
                  <a:close/>
                  <a:moveTo>
                    <a:pt x="70794" y="177627"/>
                  </a:moveTo>
                  <a:cubicBezTo>
                    <a:pt x="70844" y="171205"/>
                    <a:pt x="65674" y="165971"/>
                    <a:pt x="59252" y="165922"/>
                  </a:cubicBezTo>
                  <a:cubicBezTo>
                    <a:pt x="59196" y="165922"/>
                    <a:pt x="59146" y="165922"/>
                    <a:pt x="59090" y="165922"/>
                  </a:cubicBezTo>
                  <a:lnTo>
                    <a:pt x="11213" y="165922"/>
                  </a:lnTo>
                  <a:cubicBezTo>
                    <a:pt x="4726" y="166458"/>
                    <a:pt x="-94" y="172156"/>
                    <a:pt x="442" y="178643"/>
                  </a:cubicBezTo>
                  <a:cubicBezTo>
                    <a:pt x="922" y="184382"/>
                    <a:pt x="5474" y="188934"/>
                    <a:pt x="11213" y="189413"/>
                  </a:cubicBezTo>
                  <a:lnTo>
                    <a:pt x="58927" y="189413"/>
                  </a:lnTo>
                  <a:cubicBezTo>
                    <a:pt x="65438" y="189462"/>
                    <a:pt x="70746" y="184219"/>
                    <a:pt x="70794" y="177708"/>
                  </a:cubicBezTo>
                  <a:cubicBezTo>
                    <a:pt x="70794" y="177684"/>
                    <a:pt x="70794" y="177651"/>
                    <a:pt x="70794" y="177627"/>
                  </a:cubicBezTo>
                  <a:lnTo>
                    <a:pt x="70794" y="177627"/>
                  </a:lnTo>
                  <a:close/>
                  <a:moveTo>
                    <a:pt x="70794" y="232088"/>
                  </a:moveTo>
                  <a:cubicBezTo>
                    <a:pt x="70794" y="225666"/>
                    <a:pt x="65593" y="220464"/>
                    <a:pt x="59171" y="220464"/>
                  </a:cubicBezTo>
                  <a:cubicBezTo>
                    <a:pt x="59146" y="220464"/>
                    <a:pt x="59114" y="220464"/>
                    <a:pt x="59090" y="220464"/>
                  </a:cubicBezTo>
                  <a:lnTo>
                    <a:pt x="11213" y="220464"/>
                  </a:lnTo>
                  <a:cubicBezTo>
                    <a:pt x="4726" y="221001"/>
                    <a:pt x="-94" y="226699"/>
                    <a:pt x="442" y="233185"/>
                  </a:cubicBezTo>
                  <a:cubicBezTo>
                    <a:pt x="922" y="238924"/>
                    <a:pt x="5474" y="243476"/>
                    <a:pt x="11213" y="243955"/>
                  </a:cubicBezTo>
                  <a:lnTo>
                    <a:pt x="58927" y="243955"/>
                  </a:lnTo>
                  <a:cubicBezTo>
                    <a:pt x="65478" y="243955"/>
                    <a:pt x="70794" y="238640"/>
                    <a:pt x="70794" y="232088"/>
                  </a:cubicBezTo>
                  <a:close/>
                  <a:moveTo>
                    <a:pt x="70794" y="286630"/>
                  </a:moveTo>
                  <a:cubicBezTo>
                    <a:pt x="70794" y="280168"/>
                    <a:pt x="65552" y="274925"/>
                    <a:pt x="59090" y="274925"/>
                  </a:cubicBezTo>
                  <a:lnTo>
                    <a:pt x="11213" y="274925"/>
                  </a:lnTo>
                  <a:cubicBezTo>
                    <a:pt x="4702" y="275689"/>
                    <a:pt x="44" y="281590"/>
                    <a:pt x="817" y="288101"/>
                  </a:cubicBezTo>
                  <a:cubicBezTo>
                    <a:pt x="1459" y="293556"/>
                    <a:pt x="5758" y="297855"/>
                    <a:pt x="11213" y="298498"/>
                  </a:cubicBezTo>
                  <a:lnTo>
                    <a:pt x="58927" y="298498"/>
                  </a:lnTo>
                  <a:cubicBezTo>
                    <a:pt x="65478" y="298498"/>
                    <a:pt x="70794" y="293182"/>
                    <a:pt x="70794" y="286630"/>
                  </a:cubicBezTo>
                  <a:close/>
                  <a:moveTo>
                    <a:pt x="70794" y="341172"/>
                  </a:moveTo>
                  <a:cubicBezTo>
                    <a:pt x="70794" y="334710"/>
                    <a:pt x="65552" y="329467"/>
                    <a:pt x="59090" y="329467"/>
                  </a:cubicBezTo>
                  <a:lnTo>
                    <a:pt x="11213" y="329467"/>
                  </a:lnTo>
                  <a:cubicBezTo>
                    <a:pt x="4702" y="330231"/>
                    <a:pt x="44" y="336133"/>
                    <a:pt x="817" y="342644"/>
                  </a:cubicBezTo>
                  <a:cubicBezTo>
                    <a:pt x="1459" y="348098"/>
                    <a:pt x="5758" y="352398"/>
                    <a:pt x="11213" y="353040"/>
                  </a:cubicBezTo>
                  <a:lnTo>
                    <a:pt x="58927" y="353040"/>
                  </a:lnTo>
                  <a:cubicBezTo>
                    <a:pt x="65478" y="353040"/>
                    <a:pt x="70794" y="347724"/>
                    <a:pt x="70794" y="341172"/>
                  </a:cubicBezTo>
                  <a:close/>
                  <a:moveTo>
                    <a:pt x="70794" y="395877"/>
                  </a:moveTo>
                  <a:cubicBezTo>
                    <a:pt x="70794" y="389326"/>
                    <a:pt x="65478" y="384009"/>
                    <a:pt x="58927" y="384009"/>
                  </a:cubicBezTo>
                  <a:lnTo>
                    <a:pt x="11213" y="384009"/>
                  </a:lnTo>
                  <a:cubicBezTo>
                    <a:pt x="4702" y="384774"/>
                    <a:pt x="44" y="390675"/>
                    <a:pt x="817" y="397186"/>
                  </a:cubicBezTo>
                  <a:cubicBezTo>
                    <a:pt x="1459" y="402640"/>
                    <a:pt x="5758" y="406940"/>
                    <a:pt x="11213" y="407582"/>
                  </a:cubicBezTo>
                  <a:lnTo>
                    <a:pt x="58927" y="407582"/>
                  </a:lnTo>
                  <a:cubicBezTo>
                    <a:pt x="65373" y="407631"/>
                    <a:pt x="70664" y="402486"/>
                    <a:pt x="70794" y="396040"/>
                  </a:cubicBezTo>
                  <a:lnTo>
                    <a:pt x="70794" y="396040"/>
                  </a:lnTo>
                  <a:close/>
                  <a:moveTo>
                    <a:pt x="249621" y="13838"/>
                  </a:moveTo>
                  <a:cubicBezTo>
                    <a:pt x="249581" y="7302"/>
                    <a:pt x="244290" y="2011"/>
                    <a:pt x="237754" y="1970"/>
                  </a:cubicBezTo>
                  <a:lnTo>
                    <a:pt x="112575" y="1970"/>
                  </a:lnTo>
                  <a:cubicBezTo>
                    <a:pt x="106040" y="2011"/>
                    <a:pt x="100748" y="7302"/>
                    <a:pt x="100708" y="13838"/>
                  </a:cubicBezTo>
                  <a:lnTo>
                    <a:pt x="100708" y="13838"/>
                  </a:lnTo>
                  <a:cubicBezTo>
                    <a:pt x="100748" y="20284"/>
                    <a:pt x="105967" y="25502"/>
                    <a:pt x="112413" y="25543"/>
                  </a:cubicBezTo>
                  <a:lnTo>
                    <a:pt x="237754" y="25543"/>
                  </a:lnTo>
                  <a:cubicBezTo>
                    <a:pt x="244216" y="25632"/>
                    <a:pt x="249532" y="20462"/>
                    <a:pt x="249621" y="14000"/>
                  </a:cubicBezTo>
                  <a:cubicBezTo>
                    <a:pt x="249621" y="14000"/>
                    <a:pt x="249621" y="14000"/>
                    <a:pt x="249621" y="14000"/>
                  </a:cubicBezTo>
                  <a:lnTo>
                    <a:pt x="249621" y="14000"/>
                  </a:lnTo>
                  <a:close/>
                  <a:moveTo>
                    <a:pt x="249621" y="68380"/>
                  </a:moveTo>
                  <a:cubicBezTo>
                    <a:pt x="249581" y="61934"/>
                    <a:pt x="244362" y="56715"/>
                    <a:pt x="237917" y="56675"/>
                  </a:cubicBezTo>
                  <a:lnTo>
                    <a:pt x="112250" y="56675"/>
                  </a:lnTo>
                  <a:cubicBezTo>
                    <a:pt x="105804" y="56626"/>
                    <a:pt x="100512" y="61771"/>
                    <a:pt x="100382" y="68217"/>
                  </a:cubicBezTo>
                  <a:lnTo>
                    <a:pt x="100382" y="68217"/>
                  </a:lnTo>
                  <a:cubicBezTo>
                    <a:pt x="100423" y="74753"/>
                    <a:pt x="105715" y="80044"/>
                    <a:pt x="112250" y="80085"/>
                  </a:cubicBezTo>
                  <a:lnTo>
                    <a:pt x="237429" y="80085"/>
                  </a:lnTo>
                  <a:cubicBezTo>
                    <a:pt x="243964" y="80044"/>
                    <a:pt x="249248" y="74753"/>
                    <a:pt x="249296" y="68217"/>
                  </a:cubicBezTo>
                  <a:close/>
                  <a:moveTo>
                    <a:pt x="249621" y="122922"/>
                  </a:moveTo>
                  <a:cubicBezTo>
                    <a:pt x="249621" y="116460"/>
                    <a:pt x="244379" y="111217"/>
                    <a:pt x="237917" y="111217"/>
                  </a:cubicBezTo>
                  <a:lnTo>
                    <a:pt x="112250" y="111217"/>
                  </a:lnTo>
                  <a:cubicBezTo>
                    <a:pt x="105788" y="110412"/>
                    <a:pt x="99903" y="114989"/>
                    <a:pt x="99090" y="121451"/>
                  </a:cubicBezTo>
                  <a:cubicBezTo>
                    <a:pt x="99090" y="121483"/>
                    <a:pt x="99082" y="121508"/>
                    <a:pt x="99082" y="121540"/>
                  </a:cubicBezTo>
                  <a:cubicBezTo>
                    <a:pt x="98318" y="128035"/>
                    <a:pt x="102918" y="133944"/>
                    <a:pt x="109405" y="134790"/>
                  </a:cubicBezTo>
                  <a:lnTo>
                    <a:pt x="237429" y="134790"/>
                  </a:lnTo>
                  <a:cubicBezTo>
                    <a:pt x="243964" y="134749"/>
                    <a:pt x="249248" y="129457"/>
                    <a:pt x="249296" y="122922"/>
                  </a:cubicBezTo>
                  <a:close/>
                  <a:moveTo>
                    <a:pt x="249621" y="177464"/>
                  </a:moveTo>
                  <a:cubicBezTo>
                    <a:pt x="249621" y="171002"/>
                    <a:pt x="244379" y="165759"/>
                    <a:pt x="237917" y="165759"/>
                  </a:cubicBezTo>
                  <a:lnTo>
                    <a:pt x="112250" y="165759"/>
                  </a:lnTo>
                  <a:cubicBezTo>
                    <a:pt x="105698" y="165483"/>
                    <a:pt x="100171" y="170563"/>
                    <a:pt x="99887" y="177115"/>
                  </a:cubicBezTo>
                  <a:cubicBezTo>
                    <a:pt x="99643" y="182951"/>
                    <a:pt x="103675" y="188096"/>
                    <a:pt x="109405" y="189251"/>
                  </a:cubicBezTo>
                  <a:cubicBezTo>
                    <a:pt x="110348" y="189421"/>
                    <a:pt x="111307" y="189421"/>
                    <a:pt x="112250" y="189251"/>
                  </a:cubicBezTo>
                  <a:lnTo>
                    <a:pt x="237429" y="189251"/>
                  </a:lnTo>
                  <a:cubicBezTo>
                    <a:pt x="243940" y="189299"/>
                    <a:pt x="249248" y="184056"/>
                    <a:pt x="249296" y="177546"/>
                  </a:cubicBezTo>
                  <a:cubicBezTo>
                    <a:pt x="249296" y="177521"/>
                    <a:pt x="249296" y="177489"/>
                    <a:pt x="249296" y="177464"/>
                  </a:cubicBezTo>
                  <a:lnTo>
                    <a:pt x="249296" y="177464"/>
                  </a:lnTo>
                  <a:close/>
                  <a:moveTo>
                    <a:pt x="249621" y="231925"/>
                  </a:moveTo>
                  <a:cubicBezTo>
                    <a:pt x="249573" y="225496"/>
                    <a:pt x="244346" y="220302"/>
                    <a:pt x="237917" y="220302"/>
                  </a:cubicBezTo>
                  <a:lnTo>
                    <a:pt x="112250" y="220302"/>
                  </a:lnTo>
                  <a:cubicBezTo>
                    <a:pt x="105829" y="219009"/>
                    <a:pt x="99570" y="223171"/>
                    <a:pt x="98277" y="229592"/>
                  </a:cubicBezTo>
                  <a:cubicBezTo>
                    <a:pt x="96985" y="236022"/>
                    <a:pt x="101146" y="242281"/>
                    <a:pt x="107568" y="243573"/>
                  </a:cubicBezTo>
                  <a:cubicBezTo>
                    <a:pt x="108177" y="243695"/>
                    <a:pt x="108787" y="243768"/>
                    <a:pt x="109405" y="243793"/>
                  </a:cubicBezTo>
                  <a:cubicBezTo>
                    <a:pt x="110348" y="243964"/>
                    <a:pt x="111307" y="243964"/>
                    <a:pt x="112250" y="243793"/>
                  </a:cubicBezTo>
                  <a:lnTo>
                    <a:pt x="237429" y="243793"/>
                  </a:lnTo>
                  <a:cubicBezTo>
                    <a:pt x="243980" y="243793"/>
                    <a:pt x="249296" y="238477"/>
                    <a:pt x="249296" y="231925"/>
                  </a:cubicBezTo>
                  <a:close/>
                  <a:moveTo>
                    <a:pt x="399674" y="286467"/>
                  </a:moveTo>
                  <a:cubicBezTo>
                    <a:pt x="399633" y="280021"/>
                    <a:pt x="394415" y="274803"/>
                    <a:pt x="387969" y="274763"/>
                  </a:cubicBezTo>
                  <a:lnTo>
                    <a:pt x="262140" y="274763"/>
                  </a:lnTo>
                  <a:cubicBezTo>
                    <a:pt x="255628" y="275527"/>
                    <a:pt x="250971" y="281428"/>
                    <a:pt x="251743" y="287939"/>
                  </a:cubicBezTo>
                  <a:cubicBezTo>
                    <a:pt x="252385" y="293393"/>
                    <a:pt x="256685" y="297693"/>
                    <a:pt x="262140" y="298335"/>
                  </a:cubicBezTo>
                  <a:lnTo>
                    <a:pt x="387481" y="298335"/>
                  </a:lnTo>
                  <a:cubicBezTo>
                    <a:pt x="394033" y="298335"/>
                    <a:pt x="399349" y="293019"/>
                    <a:pt x="399349" y="286467"/>
                  </a:cubicBezTo>
                  <a:close/>
                  <a:moveTo>
                    <a:pt x="399674" y="341010"/>
                  </a:moveTo>
                  <a:cubicBezTo>
                    <a:pt x="399633" y="334564"/>
                    <a:pt x="394415" y="329345"/>
                    <a:pt x="387969" y="329305"/>
                  </a:cubicBezTo>
                  <a:lnTo>
                    <a:pt x="262140" y="329305"/>
                  </a:lnTo>
                  <a:cubicBezTo>
                    <a:pt x="255628" y="330069"/>
                    <a:pt x="250971" y="335970"/>
                    <a:pt x="251743" y="342481"/>
                  </a:cubicBezTo>
                  <a:cubicBezTo>
                    <a:pt x="252385" y="347935"/>
                    <a:pt x="256685" y="352235"/>
                    <a:pt x="262140" y="352877"/>
                  </a:cubicBezTo>
                  <a:lnTo>
                    <a:pt x="387481" y="352877"/>
                  </a:lnTo>
                  <a:cubicBezTo>
                    <a:pt x="394033" y="352877"/>
                    <a:pt x="399349" y="347561"/>
                    <a:pt x="399349" y="341010"/>
                  </a:cubicBezTo>
                  <a:close/>
                  <a:moveTo>
                    <a:pt x="399674" y="395714"/>
                  </a:moveTo>
                  <a:cubicBezTo>
                    <a:pt x="399674" y="389163"/>
                    <a:pt x="394358" y="383847"/>
                    <a:pt x="387806" y="383847"/>
                  </a:cubicBezTo>
                  <a:lnTo>
                    <a:pt x="262140" y="383847"/>
                  </a:lnTo>
                  <a:cubicBezTo>
                    <a:pt x="255628" y="384611"/>
                    <a:pt x="250971" y="390512"/>
                    <a:pt x="251743" y="397023"/>
                  </a:cubicBezTo>
                  <a:cubicBezTo>
                    <a:pt x="252385" y="402477"/>
                    <a:pt x="256685" y="406778"/>
                    <a:pt x="262140" y="407419"/>
                  </a:cubicBezTo>
                  <a:lnTo>
                    <a:pt x="387481" y="407419"/>
                  </a:lnTo>
                  <a:cubicBezTo>
                    <a:pt x="393927" y="407468"/>
                    <a:pt x="399219" y="402323"/>
                    <a:pt x="399349" y="395877"/>
                  </a:cubicBezTo>
                  <a:lnTo>
                    <a:pt x="399349" y="395877"/>
                  </a:lnTo>
                  <a:close/>
                  <a:moveTo>
                    <a:pt x="304814" y="13675"/>
                  </a:moveTo>
                  <a:cubicBezTo>
                    <a:pt x="304814" y="6091"/>
                    <a:pt x="298661" y="-62"/>
                    <a:pt x="291077" y="-62"/>
                  </a:cubicBezTo>
                  <a:cubicBezTo>
                    <a:pt x="283493" y="-62"/>
                    <a:pt x="277340" y="6091"/>
                    <a:pt x="277340" y="13675"/>
                  </a:cubicBezTo>
                  <a:cubicBezTo>
                    <a:pt x="277340" y="21259"/>
                    <a:pt x="283493" y="27412"/>
                    <a:pt x="291077" y="27412"/>
                  </a:cubicBezTo>
                  <a:cubicBezTo>
                    <a:pt x="298661" y="27412"/>
                    <a:pt x="304814" y="21259"/>
                    <a:pt x="304814" y="13675"/>
                  </a:cubicBezTo>
                  <a:close/>
                  <a:moveTo>
                    <a:pt x="345457" y="13675"/>
                  </a:moveTo>
                  <a:cubicBezTo>
                    <a:pt x="345546" y="6091"/>
                    <a:pt x="339466" y="-135"/>
                    <a:pt x="331882" y="-225"/>
                  </a:cubicBezTo>
                  <a:cubicBezTo>
                    <a:pt x="324298" y="-314"/>
                    <a:pt x="318072" y="5766"/>
                    <a:pt x="317982" y="13350"/>
                  </a:cubicBezTo>
                  <a:cubicBezTo>
                    <a:pt x="317893" y="20934"/>
                    <a:pt x="323973" y="27160"/>
                    <a:pt x="331557" y="27250"/>
                  </a:cubicBezTo>
                  <a:lnTo>
                    <a:pt x="331557" y="27250"/>
                  </a:lnTo>
                  <a:cubicBezTo>
                    <a:pt x="339051" y="27250"/>
                    <a:pt x="345131" y="21169"/>
                    <a:pt x="345131" y="13675"/>
                  </a:cubicBezTo>
                  <a:close/>
                  <a:moveTo>
                    <a:pt x="386099" y="13675"/>
                  </a:moveTo>
                  <a:cubicBezTo>
                    <a:pt x="386189" y="6091"/>
                    <a:pt x="380109" y="-135"/>
                    <a:pt x="372525" y="-225"/>
                  </a:cubicBezTo>
                  <a:cubicBezTo>
                    <a:pt x="364941" y="-314"/>
                    <a:pt x="358714" y="5766"/>
                    <a:pt x="358625" y="13350"/>
                  </a:cubicBezTo>
                  <a:cubicBezTo>
                    <a:pt x="358536" y="20934"/>
                    <a:pt x="364616" y="27160"/>
                    <a:pt x="372199" y="27250"/>
                  </a:cubicBezTo>
                  <a:lnTo>
                    <a:pt x="372199" y="27250"/>
                  </a:lnTo>
                  <a:cubicBezTo>
                    <a:pt x="379727" y="27250"/>
                    <a:pt x="385847" y="21202"/>
                    <a:pt x="385937" y="13675"/>
                  </a:cubicBezTo>
                  <a:close/>
                  <a:moveTo>
                    <a:pt x="426742" y="13675"/>
                  </a:moveTo>
                  <a:cubicBezTo>
                    <a:pt x="426831" y="6091"/>
                    <a:pt x="420751" y="-135"/>
                    <a:pt x="413167" y="-225"/>
                  </a:cubicBezTo>
                  <a:cubicBezTo>
                    <a:pt x="405583" y="-314"/>
                    <a:pt x="399357" y="5766"/>
                    <a:pt x="399267" y="13350"/>
                  </a:cubicBezTo>
                  <a:cubicBezTo>
                    <a:pt x="399178" y="20934"/>
                    <a:pt x="405258" y="27160"/>
                    <a:pt x="412842" y="27250"/>
                  </a:cubicBezTo>
                  <a:lnTo>
                    <a:pt x="412842" y="27250"/>
                  </a:lnTo>
                  <a:cubicBezTo>
                    <a:pt x="420296" y="27250"/>
                    <a:pt x="426335" y="21210"/>
                    <a:pt x="426335" y="13756"/>
                  </a:cubicBezTo>
                  <a:cubicBezTo>
                    <a:pt x="426335" y="13732"/>
                    <a:pt x="426335" y="13700"/>
                    <a:pt x="426335" y="13675"/>
                  </a:cubicBezTo>
                  <a:close/>
                  <a:moveTo>
                    <a:pt x="467384" y="13675"/>
                  </a:moveTo>
                  <a:cubicBezTo>
                    <a:pt x="467474" y="6091"/>
                    <a:pt x="461394" y="-135"/>
                    <a:pt x="453810" y="-225"/>
                  </a:cubicBezTo>
                  <a:cubicBezTo>
                    <a:pt x="446226" y="-314"/>
                    <a:pt x="439999" y="5766"/>
                    <a:pt x="439910" y="13350"/>
                  </a:cubicBezTo>
                  <a:cubicBezTo>
                    <a:pt x="439821" y="20934"/>
                    <a:pt x="445901" y="27160"/>
                    <a:pt x="453484" y="27250"/>
                  </a:cubicBezTo>
                  <a:cubicBezTo>
                    <a:pt x="453509" y="27250"/>
                    <a:pt x="453541" y="27250"/>
                    <a:pt x="453566" y="27250"/>
                  </a:cubicBezTo>
                  <a:lnTo>
                    <a:pt x="453566" y="27250"/>
                  </a:lnTo>
                  <a:cubicBezTo>
                    <a:pt x="461060" y="27209"/>
                    <a:pt x="467132" y="21169"/>
                    <a:pt x="467222" y="13675"/>
                  </a:cubicBezTo>
                  <a:close/>
                  <a:moveTo>
                    <a:pt x="508027" y="13675"/>
                  </a:moveTo>
                  <a:cubicBezTo>
                    <a:pt x="508116" y="6091"/>
                    <a:pt x="502036" y="-135"/>
                    <a:pt x="494452" y="-225"/>
                  </a:cubicBezTo>
                  <a:cubicBezTo>
                    <a:pt x="486868" y="-314"/>
                    <a:pt x="480642" y="5766"/>
                    <a:pt x="480552" y="13350"/>
                  </a:cubicBezTo>
                  <a:cubicBezTo>
                    <a:pt x="480463" y="20934"/>
                    <a:pt x="486543" y="27160"/>
                    <a:pt x="494127" y="27250"/>
                  </a:cubicBezTo>
                  <a:cubicBezTo>
                    <a:pt x="494151" y="27250"/>
                    <a:pt x="494184" y="27250"/>
                    <a:pt x="494208" y="27250"/>
                  </a:cubicBezTo>
                  <a:lnTo>
                    <a:pt x="494208" y="27250"/>
                  </a:lnTo>
                  <a:cubicBezTo>
                    <a:pt x="501662" y="27250"/>
                    <a:pt x="507701" y="21210"/>
                    <a:pt x="507701" y="13756"/>
                  </a:cubicBezTo>
                  <a:cubicBezTo>
                    <a:pt x="507701" y="13732"/>
                    <a:pt x="507701" y="13700"/>
                    <a:pt x="507701" y="13675"/>
                  </a:cubicBezTo>
                  <a:close/>
                  <a:moveTo>
                    <a:pt x="304733" y="123085"/>
                  </a:moveTo>
                  <a:cubicBezTo>
                    <a:pt x="304310" y="115956"/>
                    <a:pt x="298197" y="110526"/>
                    <a:pt x="291069" y="110941"/>
                  </a:cubicBezTo>
                  <a:cubicBezTo>
                    <a:pt x="283948" y="111363"/>
                    <a:pt x="278510" y="117476"/>
                    <a:pt x="278925" y="124605"/>
                  </a:cubicBezTo>
                  <a:cubicBezTo>
                    <a:pt x="279315" y="131115"/>
                    <a:pt x="284485" y="136318"/>
                    <a:pt x="290996" y="136741"/>
                  </a:cubicBezTo>
                  <a:cubicBezTo>
                    <a:pt x="298539" y="136789"/>
                    <a:pt x="304684" y="130709"/>
                    <a:pt x="304733" y="123166"/>
                  </a:cubicBezTo>
                  <a:cubicBezTo>
                    <a:pt x="304733" y="123142"/>
                    <a:pt x="304733" y="123109"/>
                    <a:pt x="304733" y="123085"/>
                  </a:cubicBezTo>
                  <a:close/>
                  <a:moveTo>
                    <a:pt x="345375" y="123085"/>
                  </a:moveTo>
                  <a:cubicBezTo>
                    <a:pt x="345416" y="115501"/>
                    <a:pt x="339303" y="109315"/>
                    <a:pt x="331720" y="109266"/>
                  </a:cubicBezTo>
                  <a:cubicBezTo>
                    <a:pt x="324136" y="109225"/>
                    <a:pt x="317950" y="115338"/>
                    <a:pt x="317901" y="122922"/>
                  </a:cubicBezTo>
                  <a:cubicBezTo>
                    <a:pt x="317860" y="130506"/>
                    <a:pt x="323973" y="136692"/>
                    <a:pt x="331557" y="136741"/>
                  </a:cubicBezTo>
                  <a:cubicBezTo>
                    <a:pt x="331581" y="136741"/>
                    <a:pt x="331614" y="136741"/>
                    <a:pt x="331638" y="136741"/>
                  </a:cubicBezTo>
                  <a:lnTo>
                    <a:pt x="331638" y="136741"/>
                  </a:lnTo>
                  <a:cubicBezTo>
                    <a:pt x="339092" y="136789"/>
                    <a:pt x="345164" y="130782"/>
                    <a:pt x="345213" y="123329"/>
                  </a:cubicBezTo>
                  <a:cubicBezTo>
                    <a:pt x="345213" y="123304"/>
                    <a:pt x="345213" y="123272"/>
                    <a:pt x="345213" y="123247"/>
                  </a:cubicBezTo>
                  <a:lnTo>
                    <a:pt x="345213" y="123247"/>
                  </a:lnTo>
                  <a:close/>
                  <a:moveTo>
                    <a:pt x="386018" y="123085"/>
                  </a:moveTo>
                  <a:cubicBezTo>
                    <a:pt x="386059" y="115501"/>
                    <a:pt x="379946" y="109315"/>
                    <a:pt x="372362" y="109266"/>
                  </a:cubicBezTo>
                  <a:cubicBezTo>
                    <a:pt x="364778" y="109225"/>
                    <a:pt x="358592" y="115338"/>
                    <a:pt x="358544" y="122922"/>
                  </a:cubicBezTo>
                  <a:cubicBezTo>
                    <a:pt x="358503" y="130506"/>
                    <a:pt x="364616" y="136692"/>
                    <a:pt x="372199" y="136741"/>
                  </a:cubicBezTo>
                  <a:cubicBezTo>
                    <a:pt x="372224" y="136741"/>
                    <a:pt x="372256" y="136741"/>
                    <a:pt x="372281" y="136741"/>
                  </a:cubicBezTo>
                  <a:lnTo>
                    <a:pt x="372281" y="136741"/>
                  </a:lnTo>
                  <a:cubicBezTo>
                    <a:pt x="379734" y="136879"/>
                    <a:pt x="385879" y="130945"/>
                    <a:pt x="386018" y="123491"/>
                  </a:cubicBezTo>
                  <a:cubicBezTo>
                    <a:pt x="386018" y="123467"/>
                    <a:pt x="386018" y="123434"/>
                    <a:pt x="386018" y="123410"/>
                  </a:cubicBezTo>
                  <a:lnTo>
                    <a:pt x="386018" y="123410"/>
                  </a:lnTo>
                  <a:close/>
                  <a:moveTo>
                    <a:pt x="426660" y="123085"/>
                  </a:moveTo>
                  <a:cubicBezTo>
                    <a:pt x="426701" y="115501"/>
                    <a:pt x="420588" y="109315"/>
                    <a:pt x="413005" y="109266"/>
                  </a:cubicBezTo>
                  <a:cubicBezTo>
                    <a:pt x="405421" y="109225"/>
                    <a:pt x="399235" y="115338"/>
                    <a:pt x="399186" y="122922"/>
                  </a:cubicBezTo>
                  <a:cubicBezTo>
                    <a:pt x="399145" y="130506"/>
                    <a:pt x="405258" y="136692"/>
                    <a:pt x="412842" y="136741"/>
                  </a:cubicBezTo>
                  <a:cubicBezTo>
                    <a:pt x="412866" y="136741"/>
                    <a:pt x="412899" y="136741"/>
                    <a:pt x="412923" y="136741"/>
                  </a:cubicBezTo>
                  <a:lnTo>
                    <a:pt x="412923" y="136741"/>
                  </a:lnTo>
                  <a:cubicBezTo>
                    <a:pt x="420377" y="136741"/>
                    <a:pt x="426416" y="130701"/>
                    <a:pt x="426416" y="123247"/>
                  </a:cubicBezTo>
                  <a:lnTo>
                    <a:pt x="426416" y="123247"/>
                  </a:lnTo>
                  <a:close/>
                  <a:moveTo>
                    <a:pt x="467303" y="123085"/>
                  </a:moveTo>
                  <a:cubicBezTo>
                    <a:pt x="467344" y="115501"/>
                    <a:pt x="461231" y="109315"/>
                    <a:pt x="453647" y="109266"/>
                  </a:cubicBezTo>
                  <a:cubicBezTo>
                    <a:pt x="446063" y="109225"/>
                    <a:pt x="439877" y="115338"/>
                    <a:pt x="439829" y="122922"/>
                  </a:cubicBezTo>
                  <a:cubicBezTo>
                    <a:pt x="439788" y="130506"/>
                    <a:pt x="445901" y="136692"/>
                    <a:pt x="453484" y="136741"/>
                  </a:cubicBezTo>
                  <a:cubicBezTo>
                    <a:pt x="453541" y="136741"/>
                    <a:pt x="453590" y="136741"/>
                    <a:pt x="453647" y="136741"/>
                  </a:cubicBezTo>
                  <a:lnTo>
                    <a:pt x="453647" y="136741"/>
                  </a:lnTo>
                  <a:cubicBezTo>
                    <a:pt x="461052" y="136879"/>
                    <a:pt x="467164" y="130977"/>
                    <a:pt x="467303" y="123572"/>
                  </a:cubicBezTo>
                  <a:cubicBezTo>
                    <a:pt x="467303" y="123524"/>
                    <a:pt x="467303" y="123467"/>
                    <a:pt x="467303" y="123410"/>
                  </a:cubicBezTo>
                  <a:lnTo>
                    <a:pt x="467303" y="123410"/>
                  </a:lnTo>
                  <a:close/>
                  <a:moveTo>
                    <a:pt x="507945" y="123085"/>
                  </a:moveTo>
                  <a:cubicBezTo>
                    <a:pt x="507986" y="115501"/>
                    <a:pt x="501873" y="109315"/>
                    <a:pt x="494290" y="109266"/>
                  </a:cubicBezTo>
                  <a:cubicBezTo>
                    <a:pt x="486706" y="109225"/>
                    <a:pt x="480520" y="115338"/>
                    <a:pt x="480471" y="122922"/>
                  </a:cubicBezTo>
                  <a:cubicBezTo>
                    <a:pt x="480430" y="130506"/>
                    <a:pt x="486543" y="136692"/>
                    <a:pt x="494127" y="136741"/>
                  </a:cubicBezTo>
                  <a:cubicBezTo>
                    <a:pt x="494184" y="136741"/>
                    <a:pt x="494232" y="136741"/>
                    <a:pt x="494290" y="136741"/>
                  </a:cubicBezTo>
                  <a:lnTo>
                    <a:pt x="494290" y="136741"/>
                  </a:lnTo>
                  <a:cubicBezTo>
                    <a:pt x="501743" y="136741"/>
                    <a:pt x="507783" y="130701"/>
                    <a:pt x="507783" y="123247"/>
                  </a:cubicBezTo>
                  <a:lnTo>
                    <a:pt x="507783" y="123247"/>
                  </a:lnTo>
                  <a:close/>
                  <a:moveTo>
                    <a:pt x="442917" y="279883"/>
                  </a:moveTo>
                  <a:cubicBezTo>
                    <a:pt x="442917" y="272300"/>
                    <a:pt x="436764" y="266146"/>
                    <a:pt x="429180" y="266146"/>
                  </a:cubicBezTo>
                  <a:cubicBezTo>
                    <a:pt x="421596" y="266146"/>
                    <a:pt x="415443" y="272300"/>
                    <a:pt x="415443" y="279883"/>
                  </a:cubicBezTo>
                  <a:cubicBezTo>
                    <a:pt x="415443" y="287467"/>
                    <a:pt x="421596" y="293620"/>
                    <a:pt x="429180" y="293620"/>
                  </a:cubicBezTo>
                  <a:lnTo>
                    <a:pt x="429180" y="293620"/>
                  </a:lnTo>
                  <a:cubicBezTo>
                    <a:pt x="436658" y="293669"/>
                    <a:pt x="442787" y="287687"/>
                    <a:pt x="442917" y="280209"/>
                  </a:cubicBezTo>
                  <a:lnTo>
                    <a:pt x="442917" y="280209"/>
                  </a:lnTo>
                  <a:close/>
                  <a:moveTo>
                    <a:pt x="483560" y="279883"/>
                  </a:moveTo>
                  <a:cubicBezTo>
                    <a:pt x="483560" y="272300"/>
                    <a:pt x="477406" y="266146"/>
                    <a:pt x="469823" y="266146"/>
                  </a:cubicBezTo>
                  <a:cubicBezTo>
                    <a:pt x="462239" y="266146"/>
                    <a:pt x="456086" y="272300"/>
                    <a:pt x="456086" y="279883"/>
                  </a:cubicBezTo>
                  <a:cubicBezTo>
                    <a:pt x="456086" y="287467"/>
                    <a:pt x="462239" y="293620"/>
                    <a:pt x="469823" y="293620"/>
                  </a:cubicBezTo>
                  <a:lnTo>
                    <a:pt x="469823" y="293620"/>
                  </a:lnTo>
                  <a:cubicBezTo>
                    <a:pt x="477317" y="293620"/>
                    <a:pt x="483397" y="287540"/>
                    <a:pt x="483397" y="280046"/>
                  </a:cubicBezTo>
                  <a:lnTo>
                    <a:pt x="483397" y="280046"/>
                  </a:lnTo>
                  <a:close/>
                  <a:moveTo>
                    <a:pt x="524202" y="279883"/>
                  </a:moveTo>
                  <a:cubicBezTo>
                    <a:pt x="524202" y="272300"/>
                    <a:pt x="518049" y="266146"/>
                    <a:pt x="510465" y="266146"/>
                  </a:cubicBezTo>
                  <a:cubicBezTo>
                    <a:pt x="502881" y="266146"/>
                    <a:pt x="496728" y="272300"/>
                    <a:pt x="496728" y="279883"/>
                  </a:cubicBezTo>
                  <a:cubicBezTo>
                    <a:pt x="496728" y="287467"/>
                    <a:pt x="502881" y="293620"/>
                    <a:pt x="510465" y="293620"/>
                  </a:cubicBezTo>
                  <a:lnTo>
                    <a:pt x="510465" y="293620"/>
                  </a:lnTo>
                  <a:cubicBezTo>
                    <a:pt x="517960" y="293620"/>
                    <a:pt x="524040" y="287540"/>
                    <a:pt x="524040" y="280046"/>
                  </a:cubicBezTo>
                  <a:lnTo>
                    <a:pt x="524040" y="280046"/>
                  </a:lnTo>
                  <a:close/>
                  <a:moveTo>
                    <a:pt x="564845" y="279883"/>
                  </a:moveTo>
                  <a:cubicBezTo>
                    <a:pt x="564845" y="272300"/>
                    <a:pt x="558691" y="266146"/>
                    <a:pt x="551108" y="266146"/>
                  </a:cubicBezTo>
                  <a:cubicBezTo>
                    <a:pt x="543524" y="266146"/>
                    <a:pt x="537371" y="272300"/>
                    <a:pt x="537371" y="279883"/>
                  </a:cubicBezTo>
                  <a:cubicBezTo>
                    <a:pt x="537371" y="287467"/>
                    <a:pt x="543524" y="293620"/>
                    <a:pt x="551108" y="293620"/>
                  </a:cubicBezTo>
                  <a:lnTo>
                    <a:pt x="551108" y="293620"/>
                  </a:lnTo>
                  <a:cubicBezTo>
                    <a:pt x="558602" y="293710"/>
                    <a:pt x="564756" y="287703"/>
                    <a:pt x="564845" y="280209"/>
                  </a:cubicBezTo>
                  <a:cubicBezTo>
                    <a:pt x="564845" y="280209"/>
                    <a:pt x="564845" y="280209"/>
                    <a:pt x="564845" y="280209"/>
                  </a:cubicBezTo>
                  <a:lnTo>
                    <a:pt x="564845" y="280209"/>
                  </a:lnTo>
                  <a:close/>
                  <a:moveTo>
                    <a:pt x="605487" y="279883"/>
                  </a:moveTo>
                  <a:cubicBezTo>
                    <a:pt x="605487" y="272300"/>
                    <a:pt x="599334" y="266146"/>
                    <a:pt x="591750" y="266146"/>
                  </a:cubicBezTo>
                  <a:cubicBezTo>
                    <a:pt x="584166" y="266146"/>
                    <a:pt x="578013" y="272300"/>
                    <a:pt x="578013" y="279883"/>
                  </a:cubicBezTo>
                  <a:cubicBezTo>
                    <a:pt x="578013" y="287467"/>
                    <a:pt x="584166" y="293620"/>
                    <a:pt x="591750" y="293620"/>
                  </a:cubicBezTo>
                  <a:lnTo>
                    <a:pt x="591750" y="293620"/>
                  </a:lnTo>
                  <a:cubicBezTo>
                    <a:pt x="599245" y="293620"/>
                    <a:pt x="605325" y="287540"/>
                    <a:pt x="605325" y="280046"/>
                  </a:cubicBezTo>
                  <a:lnTo>
                    <a:pt x="605325" y="280046"/>
                  </a:lnTo>
                  <a:close/>
                  <a:moveTo>
                    <a:pt x="646130" y="279883"/>
                  </a:moveTo>
                  <a:cubicBezTo>
                    <a:pt x="646130" y="272300"/>
                    <a:pt x="639976" y="266146"/>
                    <a:pt x="632393" y="266146"/>
                  </a:cubicBezTo>
                  <a:cubicBezTo>
                    <a:pt x="624809" y="266146"/>
                    <a:pt x="618656" y="272300"/>
                    <a:pt x="618656" y="279883"/>
                  </a:cubicBezTo>
                  <a:cubicBezTo>
                    <a:pt x="618656" y="287467"/>
                    <a:pt x="624809" y="293620"/>
                    <a:pt x="632393" y="293620"/>
                  </a:cubicBezTo>
                  <a:cubicBezTo>
                    <a:pt x="632417" y="293620"/>
                    <a:pt x="632450" y="293620"/>
                    <a:pt x="632474" y="293620"/>
                  </a:cubicBezTo>
                  <a:lnTo>
                    <a:pt x="632474" y="293620"/>
                  </a:lnTo>
                  <a:cubicBezTo>
                    <a:pt x="639928" y="293710"/>
                    <a:pt x="646041" y="287744"/>
                    <a:pt x="646130" y="280290"/>
                  </a:cubicBezTo>
                  <a:cubicBezTo>
                    <a:pt x="646130" y="280265"/>
                    <a:pt x="646130" y="280233"/>
                    <a:pt x="646130" y="280209"/>
                  </a:cubicBezTo>
                  <a:lnTo>
                    <a:pt x="646130" y="280209"/>
                  </a:lnTo>
                  <a:close/>
                  <a:moveTo>
                    <a:pt x="441617" y="392301"/>
                  </a:moveTo>
                  <a:cubicBezTo>
                    <a:pt x="441617" y="384717"/>
                    <a:pt x="435464" y="378563"/>
                    <a:pt x="427880" y="378563"/>
                  </a:cubicBezTo>
                  <a:cubicBezTo>
                    <a:pt x="420296" y="378563"/>
                    <a:pt x="414143" y="384717"/>
                    <a:pt x="414143" y="392301"/>
                  </a:cubicBezTo>
                  <a:cubicBezTo>
                    <a:pt x="414143" y="399884"/>
                    <a:pt x="420296" y="406038"/>
                    <a:pt x="427880" y="406038"/>
                  </a:cubicBezTo>
                  <a:lnTo>
                    <a:pt x="427880" y="406038"/>
                  </a:lnTo>
                  <a:cubicBezTo>
                    <a:pt x="435358" y="406086"/>
                    <a:pt x="441487" y="400104"/>
                    <a:pt x="441617" y="392626"/>
                  </a:cubicBezTo>
                  <a:lnTo>
                    <a:pt x="441617" y="392626"/>
                  </a:lnTo>
                  <a:close/>
                  <a:moveTo>
                    <a:pt x="482260" y="392301"/>
                  </a:moveTo>
                  <a:cubicBezTo>
                    <a:pt x="482260" y="384717"/>
                    <a:pt x="476106" y="378563"/>
                    <a:pt x="468522" y="378563"/>
                  </a:cubicBezTo>
                  <a:cubicBezTo>
                    <a:pt x="460938" y="378563"/>
                    <a:pt x="454785" y="384717"/>
                    <a:pt x="454785" y="392301"/>
                  </a:cubicBezTo>
                  <a:cubicBezTo>
                    <a:pt x="454785" y="399884"/>
                    <a:pt x="460938" y="406038"/>
                    <a:pt x="468522" y="406038"/>
                  </a:cubicBezTo>
                  <a:lnTo>
                    <a:pt x="468522" y="406038"/>
                  </a:lnTo>
                  <a:cubicBezTo>
                    <a:pt x="476017" y="406038"/>
                    <a:pt x="482097" y="399958"/>
                    <a:pt x="482097" y="392463"/>
                  </a:cubicBezTo>
                  <a:lnTo>
                    <a:pt x="482097" y="392463"/>
                  </a:lnTo>
                  <a:close/>
                  <a:moveTo>
                    <a:pt x="522902" y="392301"/>
                  </a:moveTo>
                  <a:cubicBezTo>
                    <a:pt x="522902" y="384717"/>
                    <a:pt x="516749" y="378563"/>
                    <a:pt x="509165" y="378563"/>
                  </a:cubicBezTo>
                  <a:cubicBezTo>
                    <a:pt x="501581" y="378563"/>
                    <a:pt x="495428" y="384717"/>
                    <a:pt x="495428" y="392301"/>
                  </a:cubicBezTo>
                  <a:cubicBezTo>
                    <a:pt x="495428" y="399884"/>
                    <a:pt x="501581" y="406038"/>
                    <a:pt x="509165" y="406038"/>
                  </a:cubicBezTo>
                  <a:lnTo>
                    <a:pt x="509165" y="406038"/>
                  </a:lnTo>
                  <a:cubicBezTo>
                    <a:pt x="516659" y="406038"/>
                    <a:pt x="522739" y="399958"/>
                    <a:pt x="522739" y="392463"/>
                  </a:cubicBezTo>
                  <a:lnTo>
                    <a:pt x="522739" y="392463"/>
                  </a:lnTo>
                  <a:close/>
                  <a:moveTo>
                    <a:pt x="563545" y="392301"/>
                  </a:moveTo>
                  <a:cubicBezTo>
                    <a:pt x="563545" y="384717"/>
                    <a:pt x="557391" y="378563"/>
                    <a:pt x="549807" y="378563"/>
                  </a:cubicBezTo>
                  <a:cubicBezTo>
                    <a:pt x="542223" y="378563"/>
                    <a:pt x="536070" y="384717"/>
                    <a:pt x="536070" y="392301"/>
                  </a:cubicBezTo>
                  <a:cubicBezTo>
                    <a:pt x="536070" y="399884"/>
                    <a:pt x="542223" y="406038"/>
                    <a:pt x="549807" y="406038"/>
                  </a:cubicBezTo>
                  <a:lnTo>
                    <a:pt x="549807" y="406038"/>
                  </a:lnTo>
                  <a:cubicBezTo>
                    <a:pt x="557302" y="406127"/>
                    <a:pt x="563455" y="400120"/>
                    <a:pt x="563545" y="392626"/>
                  </a:cubicBezTo>
                  <a:cubicBezTo>
                    <a:pt x="563545" y="392626"/>
                    <a:pt x="563545" y="392626"/>
                    <a:pt x="563545" y="392626"/>
                  </a:cubicBezTo>
                  <a:lnTo>
                    <a:pt x="563545" y="392626"/>
                  </a:lnTo>
                  <a:close/>
                  <a:moveTo>
                    <a:pt x="604187" y="392301"/>
                  </a:moveTo>
                  <a:cubicBezTo>
                    <a:pt x="604187" y="384717"/>
                    <a:pt x="598034" y="378563"/>
                    <a:pt x="590450" y="378563"/>
                  </a:cubicBezTo>
                  <a:cubicBezTo>
                    <a:pt x="582866" y="378563"/>
                    <a:pt x="576713" y="384717"/>
                    <a:pt x="576713" y="392301"/>
                  </a:cubicBezTo>
                  <a:cubicBezTo>
                    <a:pt x="576713" y="399884"/>
                    <a:pt x="582866" y="406038"/>
                    <a:pt x="590450" y="406038"/>
                  </a:cubicBezTo>
                  <a:lnTo>
                    <a:pt x="590450" y="406038"/>
                  </a:lnTo>
                  <a:cubicBezTo>
                    <a:pt x="597904" y="406038"/>
                    <a:pt x="603943" y="399998"/>
                    <a:pt x="603943" y="392544"/>
                  </a:cubicBezTo>
                  <a:cubicBezTo>
                    <a:pt x="603943" y="392520"/>
                    <a:pt x="603943" y="392488"/>
                    <a:pt x="603943" y="392463"/>
                  </a:cubicBezTo>
                  <a:lnTo>
                    <a:pt x="603943" y="392463"/>
                  </a:lnTo>
                  <a:close/>
                  <a:moveTo>
                    <a:pt x="644830" y="392301"/>
                  </a:moveTo>
                  <a:cubicBezTo>
                    <a:pt x="644830" y="384717"/>
                    <a:pt x="638676" y="378563"/>
                    <a:pt x="631092" y="378563"/>
                  </a:cubicBezTo>
                  <a:cubicBezTo>
                    <a:pt x="623508" y="378563"/>
                    <a:pt x="617355" y="384717"/>
                    <a:pt x="617355" y="392301"/>
                  </a:cubicBezTo>
                  <a:cubicBezTo>
                    <a:pt x="617355" y="399884"/>
                    <a:pt x="623508" y="406038"/>
                    <a:pt x="631092" y="406038"/>
                  </a:cubicBezTo>
                  <a:cubicBezTo>
                    <a:pt x="631117" y="406038"/>
                    <a:pt x="631149" y="406038"/>
                    <a:pt x="631173" y="406038"/>
                  </a:cubicBezTo>
                  <a:lnTo>
                    <a:pt x="631173" y="406038"/>
                  </a:lnTo>
                  <a:cubicBezTo>
                    <a:pt x="638627" y="406127"/>
                    <a:pt x="644740" y="400161"/>
                    <a:pt x="644830" y="392707"/>
                  </a:cubicBezTo>
                  <a:cubicBezTo>
                    <a:pt x="644830" y="392683"/>
                    <a:pt x="644830" y="392650"/>
                    <a:pt x="644830" y="392626"/>
                  </a:cubicBezTo>
                  <a:lnTo>
                    <a:pt x="644830" y="39262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4" name="Google Shape;64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subTitle" idx="1"/>
          </p:nvPr>
        </p:nvSpPr>
        <p:spPr>
          <a:xfrm>
            <a:off x="4613788" y="1408725"/>
            <a:ext cx="3699300" cy="271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"/>
          <p:cNvSpPr txBox="1">
            <a:spLocks noGrp="1"/>
          </p:cNvSpPr>
          <p:nvPr>
            <p:ph type="subTitle" idx="2"/>
          </p:nvPr>
        </p:nvSpPr>
        <p:spPr>
          <a:xfrm>
            <a:off x="830912" y="1408725"/>
            <a:ext cx="3699300" cy="271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oogle Shape;69;p6"/>
          <p:cNvGrpSpPr/>
          <p:nvPr/>
        </p:nvGrpSpPr>
        <p:grpSpPr>
          <a:xfrm flipH="1">
            <a:off x="4916969" y="-1505196"/>
            <a:ext cx="4702720" cy="8359981"/>
            <a:chOff x="4242018" y="-1456321"/>
            <a:chExt cx="4702720" cy="8359981"/>
          </a:xfrm>
        </p:grpSpPr>
        <p:sp>
          <p:nvSpPr>
            <p:cNvPr id="70" name="Google Shape;70;p6"/>
            <p:cNvSpPr/>
            <p:nvPr/>
          </p:nvSpPr>
          <p:spPr>
            <a:xfrm>
              <a:off x="6441178" y="-1456321"/>
              <a:ext cx="2503560" cy="1995809"/>
            </a:xfrm>
            <a:custGeom>
              <a:avLst/>
              <a:gdLst/>
              <a:ahLst/>
              <a:cxnLst/>
              <a:rect l="l" t="t" r="r" b="b"/>
              <a:pathLst>
                <a:path w="2503560" h="1995809" extrusionOk="0">
                  <a:moveTo>
                    <a:pt x="2359679" y="330860"/>
                  </a:moveTo>
                  <a:cubicBezTo>
                    <a:pt x="2359679" y="330860"/>
                    <a:pt x="2191519" y="19683"/>
                    <a:pt x="1831164" y="1554"/>
                  </a:cubicBezTo>
                  <a:cubicBezTo>
                    <a:pt x="1470810" y="-16575"/>
                    <a:pt x="1342588" y="352392"/>
                    <a:pt x="1080032" y="494714"/>
                  </a:cubicBezTo>
                  <a:cubicBezTo>
                    <a:pt x="942572" y="569313"/>
                    <a:pt x="664597" y="444426"/>
                    <a:pt x="517968" y="487143"/>
                  </a:cubicBezTo>
                  <a:cubicBezTo>
                    <a:pt x="49188" y="623908"/>
                    <a:pt x="-118139" y="1249875"/>
                    <a:pt x="83571" y="1580431"/>
                  </a:cubicBezTo>
                  <a:cubicBezTo>
                    <a:pt x="258122" y="1867020"/>
                    <a:pt x="559227" y="1998506"/>
                    <a:pt x="1014324" y="1996700"/>
                  </a:cubicBezTo>
                  <a:cubicBezTo>
                    <a:pt x="1469421" y="1994894"/>
                    <a:pt x="1789072" y="2010592"/>
                    <a:pt x="2191380" y="1681772"/>
                  </a:cubicBezTo>
                  <a:cubicBezTo>
                    <a:pt x="2593688" y="1352952"/>
                    <a:pt x="2556665" y="741989"/>
                    <a:pt x="2359679" y="330860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71;p6"/>
            <p:cNvSpPr/>
            <p:nvPr/>
          </p:nvSpPr>
          <p:spPr>
            <a:xfrm rot="9110095" flipH="1">
              <a:off x="4518561" y="4601438"/>
              <a:ext cx="2541957" cy="1809429"/>
            </a:xfrm>
            <a:custGeom>
              <a:avLst/>
              <a:gdLst/>
              <a:ahLst/>
              <a:cxnLst/>
              <a:rect l="l" t="t" r="r" b="b"/>
              <a:pathLst>
                <a:path w="2539340" h="1807566" extrusionOk="0">
                  <a:moveTo>
                    <a:pt x="65938" y="1326437"/>
                  </a:moveTo>
                  <a:cubicBezTo>
                    <a:pt x="-119866" y="832095"/>
                    <a:pt x="116574" y="472088"/>
                    <a:pt x="371558" y="397906"/>
                  </a:cubicBezTo>
                  <a:cubicBezTo>
                    <a:pt x="729690" y="293717"/>
                    <a:pt x="1065248" y="672756"/>
                    <a:pt x="1296964" y="618995"/>
                  </a:cubicBezTo>
                  <a:cubicBezTo>
                    <a:pt x="1483462" y="575722"/>
                    <a:pt x="1514579" y="120625"/>
                    <a:pt x="1783734" y="27689"/>
                  </a:cubicBezTo>
                  <a:cubicBezTo>
                    <a:pt x="2117138" y="-87336"/>
                    <a:pt x="2533893" y="179179"/>
                    <a:pt x="2538755" y="616286"/>
                  </a:cubicBezTo>
                  <a:cubicBezTo>
                    <a:pt x="2543201" y="1050614"/>
                    <a:pt x="2096856" y="1427847"/>
                    <a:pt x="1798181" y="1577393"/>
                  </a:cubicBezTo>
                  <a:cubicBezTo>
                    <a:pt x="1503119" y="1725341"/>
                    <a:pt x="1019127" y="1838559"/>
                    <a:pt x="750042" y="1801329"/>
                  </a:cubicBezTo>
                  <a:cubicBezTo>
                    <a:pt x="443727" y="1758890"/>
                    <a:pt x="176795" y="1621291"/>
                    <a:pt x="65938" y="1326437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2" name="Google Shape;72;p6"/>
          <p:cNvSpPr txBox="1">
            <a:spLocks noGrp="1"/>
          </p:cNvSpPr>
          <p:nvPr>
            <p:ph type="title"/>
          </p:nvPr>
        </p:nvSpPr>
        <p:spPr>
          <a:xfrm>
            <a:off x="927475" y="1782628"/>
            <a:ext cx="2630100" cy="15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3" name="Google Shape;73;p6"/>
          <p:cNvSpPr txBox="1">
            <a:spLocks noGrp="1"/>
          </p:cNvSpPr>
          <p:nvPr>
            <p:ph type="title" idx="2"/>
          </p:nvPr>
        </p:nvSpPr>
        <p:spPr>
          <a:xfrm>
            <a:off x="927475" y="1046541"/>
            <a:ext cx="1058400" cy="76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4" name="Google Shape;74;p6"/>
          <p:cNvSpPr txBox="1">
            <a:spLocks noGrp="1"/>
          </p:cNvSpPr>
          <p:nvPr>
            <p:ph type="subTitle" idx="1"/>
          </p:nvPr>
        </p:nvSpPr>
        <p:spPr>
          <a:xfrm>
            <a:off x="1771625" y="3368578"/>
            <a:ext cx="1962000" cy="6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oogle Shape;77;p7"/>
          <p:cNvGrpSpPr/>
          <p:nvPr/>
        </p:nvGrpSpPr>
        <p:grpSpPr>
          <a:xfrm>
            <a:off x="-1889882" y="-2665464"/>
            <a:ext cx="11164449" cy="9216288"/>
            <a:chOff x="-1889882" y="-2665464"/>
            <a:chExt cx="11164449" cy="9216288"/>
          </a:xfrm>
        </p:grpSpPr>
        <p:sp>
          <p:nvSpPr>
            <p:cNvPr id="78" name="Google Shape;78;p7"/>
            <p:cNvSpPr/>
            <p:nvPr/>
          </p:nvSpPr>
          <p:spPr>
            <a:xfrm rot="413639">
              <a:off x="6660988" y="4412558"/>
              <a:ext cx="2502879" cy="1995266"/>
            </a:xfrm>
            <a:custGeom>
              <a:avLst/>
              <a:gdLst/>
              <a:ahLst/>
              <a:cxnLst/>
              <a:rect l="l" t="t" r="r" b="b"/>
              <a:pathLst>
                <a:path w="2503560" h="1995809" extrusionOk="0">
                  <a:moveTo>
                    <a:pt x="2359679" y="330860"/>
                  </a:moveTo>
                  <a:cubicBezTo>
                    <a:pt x="2359679" y="330860"/>
                    <a:pt x="2191519" y="19683"/>
                    <a:pt x="1831164" y="1554"/>
                  </a:cubicBezTo>
                  <a:cubicBezTo>
                    <a:pt x="1470810" y="-16575"/>
                    <a:pt x="1342588" y="352392"/>
                    <a:pt x="1080032" y="494714"/>
                  </a:cubicBezTo>
                  <a:cubicBezTo>
                    <a:pt x="942572" y="569313"/>
                    <a:pt x="664597" y="444426"/>
                    <a:pt x="517968" y="487143"/>
                  </a:cubicBezTo>
                  <a:cubicBezTo>
                    <a:pt x="49188" y="623908"/>
                    <a:pt x="-118139" y="1249875"/>
                    <a:pt x="83571" y="1580431"/>
                  </a:cubicBezTo>
                  <a:cubicBezTo>
                    <a:pt x="258122" y="1867020"/>
                    <a:pt x="559227" y="1998506"/>
                    <a:pt x="1014324" y="1996700"/>
                  </a:cubicBezTo>
                  <a:cubicBezTo>
                    <a:pt x="1469421" y="1994894"/>
                    <a:pt x="1789072" y="2010592"/>
                    <a:pt x="2191380" y="1681772"/>
                  </a:cubicBezTo>
                  <a:cubicBezTo>
                    <a:pt x="2593688" y="1352952"/>
                    <a:pt x="2556665" y="741989"/>
                    <a:pt x="2359679" y="330860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79;p7"/>
            <p:cNvSpPr/>
            <p:nvPr/>
          </p:nvSpPr>
          <p:spPr>
            <a:xfrm rot="1397564">
              <a:off x="-1382452" y="-2205071"/>
              <a:ext cx="2984344" cy="3181591"/>
            </a:xfrm>
            <a:custGeom>
              <a:avLst/>
              <a:gdLst/>
              <a:ahLst/>
              <a:cxnLst/>
              <a:rect l="l" t="t" r="r" b="b"/>
              <a:pathLst>
                <a:path w="2987585" h="3185047" extrusionOk="0">
                  <a:moveTo>
                    <a:pt x="1104335" y="26456"/>
                  </a:moveTo>
                  <a:cubicBezTo>
                    <a:pt x="868174" y="65284"/>
                    <a:pt x="642640" y="150858"/>
                    <a:pt x="450794" y="298736"/>
                  </a:cubicBezTo>
                  <a:cubicBezTo>
                    <a:pt x="171706" y="514060"/>
                    <a:pt x="16951" y="835447"/>
                    <a:pt x="767" y="1185174"/>
                  </a:cubicBezTo>
                  <a:cubicBezTo>
                    <a:pt x="-9860" y="1416057"/>
                    <a:pt x="45221" y="1641174"/>
                    <a:pt x="111902" y="1860387"/>
                  </a:cubicBezTo>
                  <a:cubicBezTo>
                    <a:pt x="197475" y="2142114"/>
                    <a:pt x="252765" y="2463640"/>
                    <a:pt x="431414" y="2704734"/>
                  </a:cubicBezTo>
                  <a:cubicBezTo>
                    <a:pt x="709946" y="3079813"/>
                    <a:pt x="1248185" y="3238041"/>
                    <a:pt x="1698351" y="3170944"/>
                  </a:cubicBezTo>
                  <a:cubicBezTo>
                    <a:pt x="1989176" y="3127532"/>
                    <a:pt x="2296464" y="2962566"/>
                    <a:pt x="2385997" y="2663891"/>
                  </a:cubicBezTo>
                  <a:cubicBezTo>
                    <a:pt x="2419129" y="2553382"/>
                    <a:pt x="2435243" y="2434676"/>
                    <a:pt x="2491853" y="2332501"/>
                  </a:cubicBezTo>
                  <a:cubicBezTo>
                    <a:pt x="2559714" y="2210114"/>
                    <a:pt x="2682726" y="2138641"/>
                    <a:pt x="2776149" y="2038967"/>
                  </a:cubicBezTo>
                  <a:cubicBezTo>
                    <a:pt x="2891590" y="1915885"/>
                    <a:pt x="2938059" y="1762519"/>
                    <a:pt x="2966815" y="1600332"/>
                  </a:cubicBezTo>
                  <a:cubicBezTo>
                    <a:pt x="3029744" y="1245257"/>
                    <a:pt x="2943823" y="869135"/>
                    <a:pt x="2736349" y="574559"/>
                  </a:cubicBezTo>
                  <a:cubicBezTo>
                    <a:pt x="2519845" y="267271"/>
                    <a:pt x="2198666" y="102236"/>
                    <a:pt x="1834005" y="37500"/>
                  </a:cubicBezTo>
                  <a:cubicBezTo>
                    <a:pt x="1793996" y="30554"/>
                    <a:pt x="1753779" y="24372"/>
                    <a:pt x="1713423" y="19302"/>
                  </a:cubicBezTo>
                  <a:cubicBezTo>
                    <a:pt x="1513242" y="-5912"/>
                    <a:pt x="1304864" y="-6745"/>
                    <a:pt x="1104335" y="26456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0" name="Google Shape;80;p7"/>
          <p:cNvGrpSpPr/>
          <p:nvPr/>
        </p:nvGrpSpPr>
        <p:grpSpPr>
          <a:xfrm>
            <a:off x="-129830" y="3013234"/>
            <a:ext cx="646623" cy="854224"/>
            <a:chOff x="-129830" y="3390059"/>
            <a:chExt cx="646623" cy="854224"/>
          </a:xfrm>
        </p:grpSpPr>
        <p:sp>
          <p:nvSpPr>
            <p:cNvPr id="81" name="Google Shape;81;p7"/>
            <p:cNvSpPr/>
            <p:nvPr/>
          </p:nvSpPr>
          <p:spPr>
            <a:xfrm>
              <a:off x="-129830" y="3390059"/>
              <a:ext cx="646623" cy="407481"/>
            </a:xfrm>
            <a:custGeom>
              <a:avLst/>
              <a:gdLst/>
              <a:ahLst/>
              <a:cxnLst/>
              <a:rect l="l" t="t" r="r" b="b"/>
              <a:pathLst>
                <a:path w="646623" h="407481" extrusionOk="0">
                  <a:moveTo>
                    <a:pt x="58927" y="25217"/>
                  </a:moveTo>
                  <a:lnTo>
                    <a:pt x="11213" y="25217"/>
                  </a:lnTo>
                  <a:cubicBezTo>
                    <a:pt x="4702" y="24452"/>
                    <a:pt x="44" y="18551"/>
                    <a:pt x="817" y="12040"/>
                  </a:cubicBezTo>
                  <a:cubicBezTo>
                    <a:pt x="1459" y="6586"/>
                    <a:pt x="5758" y="2286"/>
                    <a:pt x="11213" y="1644"/>
                  </a:cubicBezTo>
                  <a:lnTo>
                    <a:pt x="58927" y="1644"/>
                  </a:lnTo>
                  <a:cubicBezTo>
                    <a:pt x="65438" y="855"/>
                    <a:pt x="71348" y="5497"/>
                    <a:pt x="72136" y="12008"/>
                  </a:cubicBezTo>
                  <a:cubicBezTo>
                    <a:pt x="72924" y="18519"/>
                    <a:pt x="68283" y="24428"/>
                    <a:pt x="61772" y="25217"/>
                  </a:cubicBezTo>
                  <a:close/>
                  <a:moveTo>
                    <a:pt x="70794" y="67891"/>
                  </a:moveTo>
                  <a:cubicBezTo>
                    <a:pt x="70844" y="61470"/>
                    <a:pt x="65674" y="56235"/>
                    <a:pt x="59252" y="56186"/>
                  </a:cubicBezTo>
                  <a:cubicBezTo>
                    <a:pt x="59196" y="56186"/>
                    <a:pt x="59146" y="56186"/>
                    <a:pt x="59090" y="56186"/>
                  </a:cubicBezTo>
                  <a:lnTo>
                    <a:pt x="11213" y="56186"/>
                  </a:lnTo>
                  <a:cubicBezTo>
                    <a:pt x="4702" y="56950"/>
                    <a:pt x="44" y="62851"/>
                    <a:pt x="817" y="69362"/>
                  </a:cubicBezTo>
                  <a:cubicBezTo>
                    <a:pt x="1459" y="74817"/>
                    <a:pt x="5758" y="79117"/>
                    <a:pt x="11213" y="79759"/>
                  </a:cubicBezTo>
                  <a:lnTo>
                    <a:pt x="58927" y="79759"/>
                  </a:lnTo>
                  <a:cubicBezTo>
                    <a:pt x="65478" y="79759"/>
                    <a:pt x="70794" y="74443"/>
                    <a:pt x="70794" y="67891"/>
                  </a:cubicBezTo>
                  <a:close/>
                  <a:moveTo>
                    <a:pt x="70794" y="122596"/>
                  </a:moveTo>
                  <a:cubicBezTo>
                    <a:pt x="70794" y="116044"/>
                    <a:pt x="65478" y="110728"/>
                    <a:pt x="58927" y="110728"/>
                  </a:cubicBezTo>
                  <a:lnTo>
                    <a:pt x="11213" y="110728"/>
                  </a:lnTo>
                  <a:cubicBezTo>
                    <a:pt x="4702" y="111492"/>
                    <a:pt x="44" y="117394"/>
                    <a:pt x="817" y="123905"/>
                  </a:cubicBezTo>
                  <a:cubicBezTo>
                    <a:pt x="1459" y="129359"/>
                    <a:pt x="5758" y="133659"/>
                    <a:pt x="11213" y="134301"/>
                  </a:cubicBezTo>
                  <a:lnTo>
                    <a:pt x="58927" y="134301"/>
                  </a:lnTo>
                  <a:cubicBezTo>
                    <a:pt x="65373" y="134350"/>
                    <a:pt x="70664" y="129204"/>
                    <a:pt x="70794" y="122759"/>
                  </a:cubicBezTo>
                  <a:lnTo>
                    <a:pt x="70794" y="122759"/>
                  </a:lnTo>
                  <a:close/>
                  <a:moveTo>
                    <a:pt x="70794" y="177138"/>
                  </a:moveTo>
                  <a:cubicBezTo>
                    <a:pt x="70794" y="170587"/>
                    <a:pt x="65478" y="165271"/>
                    <a:pt x="58927" y="165271"/>
                  </a:cubicBezTo>
                  <a:lnTo>
                    <a:pt x="11213" y="165271"/>
                  </a:lnTo>
                  <a:cubicBezTo>
                    <a:pt x="4726" y="165807"/>
                    <a:pt x="-94" y="171505"/>
                    <a:pt x="442" y="177992"/>
                  </a:cubicBezTo>
                  <a:cubicBezTo>
                    <a:pt x="922" y="183730"/>
                    <a:pt x="5474" y="188282"/>
                    <a:pt x="11213" y="188762"/>
                  </a:cubicBezTo>
                  <a:lnTo>
                    <a:pt x="58927" y="188762"/>
                  </a:lnTo>
                  <a:cubicBezTo>
                    <a:pt x="65348" y="188900"/>
                    <a:pt x="70656" y="183804"/>
                    <a:pt x="70794" y="177382"/>
                  </a:cubicBezTo>
                  <a:cubicBezTo>
                    <a:pt x="70794" y="177358"/>
                    <a:pt x="70794" y="177325"/>
                    <a:pt x="70794" y="177301"/>
                  </a:cubicBezTo>
                  <a:lnTo>
                    <a:pt x="70794" y="177301"/>
                  </a:lnTo>
                  <a:close/>
                  <a:moveTo>
                    <a:pt x="70794" y="231599"/>
                  </a:moveTo>
                  <a:cubicBezTo>
                    <a:pt x="70794" y="225088"/>
                    <a:pt x="65519" y="219813"/>
                    <a:pt x="59008" y="219813"/>
                  </a:cubicBezTo>
                  <a:cubicBezTo>
                    <a:pt x="58984" y="219813"/>
                    <a:pt x="58951" y="219813"/>
                    <a:pt x="58927" y="219813"/>
                  </a:cubicBezTo>
                  <a:lnTo>
                    <a:pt x="11213" y="219813"/>
                  </a:lnTo>
                  <a:cubicBezTo>
                    <a:pt x="4726" y="220349"/>
                    <a:pt x="-94" y="226047"/>
                    <a:pt x="442" y="232534"/>
                  </a:cubicBezTo>
                  <a:cubicBezTo>
                    <a:pt x="922" y="238273"/>
                    <a:pt x="5474" y="242825"/>
                    <a:pt x="11213" y="243304"/>
                  </a:cubicBezTo>
                  <a:lnTo>
                    <a:pt x="58927" y="243304"/>
                  </a:lnTo>
                  <a:cubicBezTo>
                    <a:pt x="65365" y="243394"/>
                    <a:pt x="70664" y="238273"/>
                    <a:pt x="70794" y="231843"/>
                  </a:cubicBezTo>
                  <a:lnTo>
                    <a:pt x="70794" y="231843"/>
                  </a:lnTo>
                  <a:close/>
                  <a:moveTo>
                    <a:pt x="70794" y="286141"/>
                  </a:moveTo>
                  <a:cubicBezTo>
                    <a:pt x="70794" y="279590"/>
                    <a:pt x="65478" y="274274"/>
                    <a:pt x="58927" y="274274"/>
                  </a:cubicBezTo>
                  <a:lnTo>
                    <a:pt x="11213" y="274274"/>
                  </a:lnTo>
                  <a:cubicBezTo>
                    <a:pt x="4702" y="275038"/>
                    <a:pt x="44" y="280939"/>
                    <a:pt x="817" y="287450"/>
                  </a:cubicBezTo>
                  <a:cubicBezTo>
                    <a:pt x="1459" y="292904"/>
                    <a:pt x="5758" y="297204"/>
                    <a:pt x="11213" y="297846"/>
                  </a:cubicBezTo>
                  <a:lnTo>
                    <a:pt x="58927" y="297846"/>
                  </a:lnTo>
                  <a:cubicBezTo>
                    <a:pt x="65389" y="297936"/>
                    <a:pt x="70705" y="292766"/>
                    <a:pt x="70794" y="286304"/>
                  </a:cubicBezTo>
                  <a:cubicBezTo>
                    <a:pt x="70794" y="286304"/>
                    <a:pt x="70794" y="286304"/>
                    <a:pt x="70794" y="286304"/>
                  </a:cubicBezTo>
                  <a:lnTo>
                    <a:pt x="70794" y="286304"/>
                  </a:lnTo>
                  <a:close/>
                  <a:moveTo>
                    <a:pt x="70794" y="340683"/>
                  </a:moveTo>
                  <a:cubicBezTo>
                    <a:pt x="70794" y="334132"/>
                    <a:pt x="65478" y="328816"/>
                    <a:pt x="58927" y="328816"/>
                  </a:cubicBezTo>
                  <a:lnTo>
                    <a:pt x="11213" y="328816"/>
                  </a:lnTo>
                  <a:cubicBezTo>
                    <a:pt x="4702" y="329580"/>
                    <a:pt x="44" y="335481"/>
                    <a:pt x="817" y="341992"/>
                  </a:cubicBezTo>
                  <a:cubicBezTo>
                    <a:pt x="1459" y="347446"/>
                    <a:pt x="5758" y="351747"/>
                    <a:pt x="11213" y="352389"/>
                  </a:cubicBezTo>
                  <a:lnTo>
                    <a:pt x="58927" y="352389"/>
                  </a:lnTo>
                  <a:cubicBezTo>
                    <a:pt x="65389" y="352478"/>
                    <a:pt x="70705" y="347308"/>
                    <a:pt x="70794" y="340846"/>
                  </a:cubicBezTo>
                  <a:cubicBezTo>
                    <a:pt x="70794" y="340846"/>
                    <a:pt x="70794" y="340846"/>
                    <a:pt x="70794" y="340846"/>
                  </a:cubicBezTo>
                  <a:lnTo>
                    <a:pt x="70794" y="340846"/>
                  </a:lnTo>
                  <a:close/>
                  <a:moveTo>
                    <a:pt x="70794" y="395226"/>
                  </a:moveTo>
                  <a:cubicBezTo>
                    <a:pt x="70794" y="388674"/>
                    <a:pt x="65478" y="383358"/>
                    <a:pt x="58927" y="383358"/>
                  </a:cubicBezTo>
                  <a:lnTo>
                    <a:pt x="11213" y="383358"/>
                  </a:lnTo>
                  <a:cubicBezTo>
                    <a:pt x="4718" y="383448"/>
                    <a:pt x="-492" y="388731"/>
                    <a:pt x="-492" y="395226"/>
                  </a:cubicBezTo>
                  <a:cubicBezTo>
                    <a:pt x="-492" y="401688"/>
                    <a:pt x="4750" y="406931"/>
                    <a:pt x="11213" y="406931"/>
                  </a:cubicBezTo>
                  <a:lnTo>
                    <a:pt x="58927" y="406931"/>
                  </a:lnTo>
                  <a:cubicBezTo>
                    <a:pt x="65373" y="406980"/>
                    <a:pt x="70664" y="401834"/>
                    <a:pt x="70794" y="395388"/>
                  </a:cubicBezTo>
                  <a:lnTo>
                    <a:pt x="70794" y="395388"/>
                  </a:lnTo>
                  <a:close/>
                  <a:moveTo>
                    <a:pt x="249621" y="13674"/>
                  </a:moveTo>
                  <a:cubicBezTo>
                    <a:pt x="249581" y="7228"/>
                    <a:pt x="244362" y="2010"/>
                    <a:pt x="237917" y="1969"/>
                  </a:cubicBezTo>
                  <a:lnTo>
                    <a:pt x="112250" y="1969"/>
                  </a:lnTo>
                  <a:cubicBezTo>
                    <a:pt x="105755" y="1254"/>
                    <a:pt x="99887" y="5887"/>
                    <a:pt x="99082" y="12374"/>
                  </a:cubicBezTo>
                  <a:cubicBezTo>
                    <a:pt x="98277" y="18836"/>
                    <a:pt x="102853" y="24721"/>
                    <a:pt x="109315" y="25534"/>
                  </a:cubicBezTo>
                  <a:cubicBezTo>
                    <a:pt x="109348" y="25534"/>
                    <a:pt x="109373" y="25542"/>
                    <a:pt x="109405" y="25542"/>
                  </a:cubicBezTo>
                  <a:lnTo>
                    <a:pt x="237429" y="25542"/>
                  </a:lnTo>
                  <a:cubicBezTo>
                    <a:pt x="243980" y="25542"/>
                    <a:pt x="249296" y="20226"/>
                    <a:pt x="249296" y="13674"/>
                  </a:cubicBezTo>
                  <a:close/>
                  <a:moveTo>
                    <a:pt x="249621" y="68216"/>
                  </a:moveTo>
                  <a:cubicBezTo>
                    <a:pt x="249581" y="61770"/>
                    <a:pt x="244362" y="56552"/>
                    <a:pt x="237917" y="56511"/>
                  </a:cubicBezTo>
                  <a:lnTo>
                    <a:pt x="112250" y="56511"/>
                  </a:lnTo>
                  <a:cubicBezTo>
                    <a:pt x="105755" y="55796"/>
                    <a:pt x="99887" y="60429"/>
                    <a:pt x="99082" y="66916"/>
                  </a:cubicBezTo>
                  <a:cubicBezTo>
                    <a:pt x="98277" y="73378"/>
                    <a:pt x="102853" y="79263"/>
                    <a:pt x="109315" y="80076"/>
                  </a:cubicBezTo>
                  <a:cubicBezTo>
                    <a:pt x="109348" y="80076"/>
                    <a:pt x="109373" y="80084"/>
                    <a:pt x="109405" y="80084"/>
                  </a:cubicBezTo>
                  <a:lnTo>
                    <a:pt x="237429" y="80084"/>
                  </a:lnTo>
                  <a:cubicBezTo>
                    <a:pt x="243980" y="80084"/>
                    <a:pt x="249296" y="74768"/>
                    <a:pt x="249296" y="68216"/>
                  </a:cubicBezTo>
                  <a:lnTo>
                    <a:pt x="249296" y="68216"/>
                  </a:lnTo>
                  <a:close/>
                  <a:moveTo>
                    <a:pt x="249621" y="122921"/>
                  </a:moveTo>
                  <a:cubicBezTo>
                    <a:pt x="249621" y="116370"/>
                    <a:pt x="244305" y="111053"/>
                    <a:pt x="237754" y="111053"/>
                  </a:cubicBezTo>
                  <a:lnTo>
                    <a:pt x="112575" y="111053"/>
                  </a:lnTo>
                  <a:cubicBezTo>
                    <a:pt x="106064" y="110265"/>
                    <a:pt x="100155" y="114906"/>
                    <a:pt x="99366" y="121417"/>
                  </a:cubicBezTo>
                  <a:cubicBezTo>
                    <a:pt x="98578" y="127928"/>
                    <a:pt x="103219" y="133838"/>
                    <a:pt x="109730" y="134626"/>
                  </a:cubicBezTo>
                  <a:cubicBezTo>
                    <a:pt x="110673" y="134707"/>
                    <a:pt x="111632" y="134707"/>
                    <a:pt x="112575" y="134626"/>
                  </a:cubicBezTo>
                  <a:lnTo>
                    <a:pt x="237754" y="134626"/>
                  </a:lnTo>
                  <a:cubicBezTo>
                    <a:pt x="244200" y="134675"/>
                    <a:pt x="249491" y="129530"/>
                    <a:pt x="249621" y="123084"/>
                  </a:cubicBezTo>
                  <a:lnTo>
                    <a:pt x="249621" y="123084"/>
                  </a:lnTo>
                  <a:close/>
                  <a:moveTo>
                    <a:pt x="249621" y="177463"/>
                  </a:moveTo>
                  <a:cubicBezTo>
                    <a:pt x="249621" y="170912"/>
                    <a:pt x="244305" y="165596"/>
                    <a:pt x="237754" y="165596"/>
                  </a:cubicBezTo>
                  <a:lnTo>
                    <a:pt x="112575" y="165596"/>
                  </a:lnTo>
                  <a:cubicBezTo>
                    <a:pt x="105999" y="164791"/>
                    <a:pt x="100009" y="169465"/>
                    <a:pt x="99204" y="176041"/>
                  </a:cubicBezTo>
                  <a:cubicBezTo>
                    <a:pt x="98399" y="182617"/>
                    <a:pt x="103073" y="188608"/>
                    <a:pt x="109649" y="189412"/>
                  </a:cubicBezTo>
                  <a:lnTo>
                    <a:pt x="237673" y="189412"/>
                  </a:lnTo>
                  <a:cubicBezTo>
                    <a:pt x="244119" y="189461"/>
                    <a:pt x="249410" y="184316"/>
                    <a:pt x="249541" y="177870"/>
                  </a:cubicBezTo>
                  <a:lnTo>
                    <a:pt x="249541" y="177870"/>
                  </a:lnTo>
                  <a:close/>
                  <a:moveTo>
                    <a:pt x="249621" y="232006"/>
                  </a:moveTo>
                  <a:cubicBezTo>
                    <a:pt x="249621" y="225454"/>
                    <a:pt x="244305" y="220138"/>
                    <a:pt x="237754" y="220138"/>
                  </a:cubicBezTo>
                  <a:lnTo>
                    <a:pt x="112575" y="220138"/>
                  </a:lnTo>
                  <a:cubicBezTo>
                    <a:pt x="106024" y="219862"/>
                    <a:pt x="100496" y="224942"/>
                    <a:pt x="100212" y="231493"/>
                  </a:cubicBezTo>
                  <a:cubicBezTo>
                    <a:pt x="99968" y="237330"/>
                    <a:pt x="103999" y="242475"/>
                    <a:pt x="109730" y="243629"/>
                  </a:cubicBezTo>
                  <a:cubicBezTo>
                    <a:pt x="110673" y="243800"/>
                    <a:pt x="111632" y="243800"/>
                    <a:pt x="112575" y="243629"/>
                  </a:cubicBezTo>
                  <a:lnTo>
                    <a:pt x="237754" y="243629"/>
                  </a:lnTo>
                  <a:cubicBezTo>
                    <a:pt x="244175" y="243767"/>
                    <a:pt x="249483" y="238671"/>
                    <a:pt x="249621" y="232249"/>
                  </a:cubicBezTo>
                  <a:cubicBezTo>
                    <a:pt x="249621" y="232225"/>
                    <a:pt x="249621" y="232193"/>
                    <a:pt x="249621" y="232168"/>
                  </a:cubicBezTo>
                  <a:lnTo>
                    <a:pt x="249621" y="232168"/>
                  </a:lnTo>
                  <a:close/>
                  <a:moveTo>
                    <a:pt x="399674" y="286467"/>
                  </a:moveTo>
                  <a:cubicBezTo>
                    <a:pt x="399625" y="279947"/>
                    <a:pt x="394325" y="274680"/>
                    <a:pt x="387806" y="274680"/>
                  </a:cubicBezTo>
                  <a:lnTo>
                    <a:pt x="262140" y="274680"/>
                  </a:lnTo>
                  <a:cubicBezTo>
                    <a:pt x="255653" y="275615"/>
                    <a:pt x="251150" y="281638"/>
                    <a:pt x="252093" y="288125"/>
                  </a:cubicBezTo>
                  <a:cubicBezTo>
                    <a:pt x="252841" y="293327"/>
                    <a:pt x="256929" y="297415"/>
                    <a:pt x="262140" y="298172"/>
                  </a:cubicBezTo>
                  <a:lnTo>
                    <a:pt x="387481" y="298172"/>
                  </a:lnTo>
                  <a:cubicBezTo>
                    <a:pt x="393911" y="298261"/>
                    <a:pt x="399219" y="293140"/>
                    <a:pt x="399349" y="286710"/>
                  </a:cubicBezTo>
                  <a:lnTo>
                    <a:pt x="399349" y="286710"/>
                  </a:lnTo>
                  <a:close/>
                  <a:moveTo>
                    <a:pt x="399674" y="341009"/>
                  </a:moveTo>
                  <a:cubicBezTo>
                    <a:pt x="399633" y="334473"/>
                    <a:pt x="394341" y="329182"/>
                    <a:pt x="387806" y="329141"/>
                  </a:cubicBezTo>
                  <a:lnTo>
                    <a:pt x="262140" y="329141"/>
                  </a:lnTo>
                  <a:cubicBezTo>
                    <a:pt x="255628" y="329905"/>
                    <a:pt x="250971" y="335807"/>
                    <a:pt x="251743" y="342317"/>
                  </a:cubicBezTo>
                  <a:cubicBezTo>
                    <a:pt x="252385" y="347772"/>
                    <a:pt x="256685" y="352072"/>
                    <a:pt x="262140" y="352714"/>
                  </a:cubicBezTo>
                  <a:lnTo>
                    <a:pt x="387481" y="352714"/>
                  </a:lnTo>
                  <a:cubicBezTo>
                    <a:pt x="393927" y="352763"/>
                    <a:pt x="399219" y="347617"/>
                    <a:pt x="399349" y="341171"/>
                  </a:cubicBezTo>
                  <a:lnTo>
                    <a:pt x="399349" y="341171"/>
                  </a:lnTo>
                  <a:close/>
                  <a:moveTo>
                    <a:pt x="399674" y="395551"/>
                  </a:moveTo>
                  <a:cubicBezTo>
                    <a:pt x="399633" y="389016"/>
                    <a:pt x="394341" y="383724"/>
                    <a:pt x="387806" y="383683"/>
                  </a:cubicBezTo>
                  <a:lnTo>
                    <a:pt x="262140" y="383683"/>
                  </a:lnTo>
                  <a:cubicBezTo>
                    <a:pt x="255645" y="383773"/>
                    <a:pt x="250435" y="389056"/>
                    <a:pt x="250435" y="395551"/>
                  </a:cubicBezTo>
                  <a:cubicBezTo>
                    <a:pt x="250435" y="402013"/>
                    <a:pt x="255678" y="407256"/>
                    <a:pt x="262140" y="407256"/>
                  </a:cubicBezTo>
                  <a:lnTo>
                    <a:pt x="387481" y="407256"/>
                  </a:lnTo>
                  <a:cubicBezTo>
                    <a:pt x="393927" y="407305"/>
                    <a:pt x="399219" y="402159"/>
                    <a:pt x="399349" y="395714"/>
                  </a:cubicBezTo>
                  <a:lnTo>
                    <a:pt x="399349" y="395714"/>
                  </a:lnTo>
                  <a:close/>
                  <a:moveTo>
                    <a:pt x="304814" y="13511"/>
                  </a:moveTo>
                  <a:cubicBezTo>
                    <a:pt x="305026" y="6334"/>
                    <a:pt x="299384" y="335"/>
                    <a:pt x="292199" y="124"/>
                  </a:cubicBezTo>
                  <a:cubicBezTo>
                    <a:pt x="285021" y="-88"/>
                    <a:pt x="279031" y="5554"/>
                    <a:pt x="278811" y="12739"/>
                  </a:cubicBezTo>
                  <a:cubicBezTo>
                    <a:pt x="278795" y="13536"/>
                    <a:pt x="278844" y="14341"/>
                    <a:pt x="278966" y="15137"/>
                  </a:cubicBezTo>
                  <a:cubicBezTo>
                    <a:pt x="279413" y="22274"/>
                    <a:pt x="285566" y="27696"/>
                    <a:pt x="292703" y="27249"/>
                  </a:cubicBezTo>
                  <a:cubicBezTo>
                    <a:pt x="299840" y="26802"/>
                    <a:pt x="305261" y="20648"/>
                    <a:pt x="304814" y="13511"/>
                  </a:cubicBezTo>
                  <a:close/>
                  <a:moveTo>
                    <a:pt x="345457" y="13511"/>
                  </a:moveTo>
                  <a:cubicBezTo>
                    <a:pt x="345457" y="5928"/>
                    <a:pt x="339303" y="-226"/>
                    <a:pt x="331720" y="-226"/>
                  </a:cubicBezTo>
                  <a:cubicBezTo>
                    <a:pt x="324136" y="-226"/>
                    <a:pt x="317982" y="5928"/>
                    <a:pt x="317982" y="13511"/>
                  </a:cubicBezTo>
                  <a:cubicBezTo>
                    <a:pt x="317982" y="21095"/>
                    <a:pt x="324136" y="27249"/>
                    <a:pt x="331720" y="27249"/>
                  </a:cubicBezTo>
                  <a:lnTo>
                    <a:pt x="331720" y="27249"/>
                  </a:lnTo>
                  <a:cubicBezTo>
                    <a:pt x="339181" y="27297"/>
                    <a:pt x="345286" y="21299"/>
                    <a:pt x="345375" y="13837"/>
                  </a:cubicBezTo>
                  <a:lnTo>
                    <a:pt x="345375" y="13837"/>
                  </a:lnTo>
                  <a:close/>
                  <a:moveTo>
                    <a:pt x="386099" y="13511"/>
                  </a:moveTo>
                  <a:cubicBezTo>
                    <a:pt x="386099" y="5928"/>
                    <a:pt x="379946" y="-226"/>
                    <a:pt x="372362" y="-226"/>
                  </a:cubicBezTo>
                  <a:cubicBezTo>
                    <a:pt x="364778" y="-226"/>
                    <a:pt x="358625" y="5928"/>
                    <a:pt x="358625" y="13511"/>
                  </a:cubicBezTo>
                  <a:cubicBezTo>
                    <a:pt x="358625" y="21095"/>
                    <a:pt x="364778" y="27249"/>
                    <a:pt x="372362" y="27249"/>
                  </a:cubicBezTo>
                  <a:lnTo>
                    <a:pt x="372362" y="27249"/>
                  </a:lnTo>
                  <a:cubicBezTo>
                    <a:pt x="379857" y="27338"/>
                    <a:pt x="386010" y="21331"/>
                    <a:pt x="386099" y="13837"/>
                  </a:cubicBezTo>
                  <a:cubicBezTo>
                    <a:pt x="386099" y="13837"/>
                    <a:pt x="386099" y="13837"/>
                    <a:pt x="386099" y="13837"/>
                  </a:cubicBezTo>
                  <a:lnTo>
                    <a:pt x="386099" y="13837"/>
                  </a:lnTo>
                  <a:close/>
                  <a:moveTo>
                    <a:pt x="426742" y="13511"/>
                  </a:moveTo>
                  <a:cubicBezTo>
                    <a:pt x="426742" y="5928"/>
                    <a:pt x="420588" y="-226"/>
                    <a:pt x="413005" y="-226"/>
                  </a:cubicBezTo>
                  <a:cubicBezTo>
                    <a:pt x="405421" y="-226"/>
                    <a:pt x="399267" y="5928"/>
                    <a:pt x="399267" y="13511"/>
                  </a:cubicBezTo>
                  <a:cubicBezTo>
                    <a:pt x="399267" y="21095"/>
                    <a:pt x="405421" y="27249"/>
                    <a:pt x="413005" y="27249"/>
                  </a:cubicBezTo>
                  <a:lnTo>
                    <a:pt x="413005" y="27249"/>
                  </a:lnTo>
                  <a:cubicBezTo>
                    <a:pt x="420458" y="27249"/>
                    <a:pt x="426498" y="21209"/>
                    <a:pt x="426498" y="13755"/>
                  </a:cubicBezTo>
                  <a:cubicBezTo>
                    <a:pt x="426498" y="13731"/>
                    <a:pt x="426498" y="13698"/>
                    <a:pt x="426498" y="13674"/>
                  </a:cubicBezTo>
                  <a:lnTo>
                    <a:pt x="426498" y="13674"/>
                  </a:lnTo>
                  <a:close/>
                  <a:moveTo>
                    <a:pt x="467384" y="13511"/>
                  </a:moveTo>
                  <a:cubicBezTo>
                    <a:pt x="467384" y="5928"/>
                    <a:pt x="461231" y="-226"/>
                    <a:pt x="453647" y="-226"/>
                  </a:cubicBezTo>
                  <a:cubicBezTo>
                    <a:pt x="446063" y="-226"/>
                    <a:pt x="439910" y="5928"/>
                    <a:pt x="439910" y="13511"/>
                  </a:cubicBezTo>
                  <a:cubicBezTo>
                    <a:pt x="439910" y="21095"/>
                    <a:pt x="446063" y="27249"/>
                    <a:pt x="453647" y="27249"/>
                  </a:cubicBezTo>
                  <a:cubicBezTo>
                    <a:pt x="453671" y="27249"/>
                    <a:pt x="453704" y="27249"/>
                    <a:pt x="453728" y="27249"/>
                  </a:cubicBezTo>
                  <a:lnTo>
                    <a:pt x="453728" y="27249"/>
                  </a:lnTo>
                  <a:cubicBezTo>
                    <a:pt x="461182" y="27338"/>
                    <a:pt x="467295" y="21372"/>
                    <a:pt x="467384" y="13918"/>
                  </a:cubicBezTo>
                  <a:cubicBezTo>
                    <a:pt x="467384" y="13894"/>
                    <a:pt x="467384" y="13861"/>
                    <a:pt x="467384" y="13837"/>
                  </a:cubicBezTo>
                  <a:lnTo>
                    <a:pt x="467384" y="13837"/>
                  </a:lnTo>
                  <a:close/>
                  <a:moveTo>
                    <a:pt x="508027" y="13511"/>
                  </a:moveTo>
                  <a:cubicBezTo>
                    <a:pt x="508027" y="5928"/>
                    <a:pt x="501873" y="-226"/>
                    <a:pt x="494290" y="-226"/>
                  </a:cubicBezTo>
                  <a:cubicBezTo>
                    <a:pt x="486706" y="-226"/>
                    <a:pt x="480552" y="5928"/>
                    <a:pt x="480552" y="13511"/>
                  </a:cubicBezTo>
                  <a:cubicBezTo>
                    <a:pt x="480552" y="21095"/>
                    <a:pt x="486706" y="27249"/>
                    <a:pt x="494290" y="27249"/>
                  </a:cubicBezTo>
                  <a:cubicBezTo>
                    <a:pt x="494314" y="27249"/>
                    <a:pt x="494347" y="27249"/>
                    <a:pt x="494371" y="27249"/>
                  </a:cubicBezTo>
                  <a:lnTo>
                    <a:pt x="494371" y="27249"/>
                  </a:lnTo>
                  <a:cubicBezTo>
                    <a:pt x="501825" y="27249"/>
                    <a:pt x="507864" y="21209"/>
                    <a:pt x="507864" y="13755"/>
                  </a:cubicBezTo>
                  <a:cubicBezTo>
                    <a:pt x="507864" y="13731"/>
                    <a:pt x="507864" y="13698"/>
                    <a:pt x="507864" y="13674"/>
                  </a:cubicBezTo>
                  <a:lnTo>
                    <a:pt x="507864" y="13674"/>
                  </a:lnTo>
                  <a:close/>
                  <a:moveTo>
                    <a:pt x="304733" y="122921"/>
                  </a:moveTo>
                  <a:cubicBezTo>
                    <a:pt x="304733" y="115337"/>
                    <a:pt x="298579" y="109184"/>
                    <a:pt x="290996" y="109184"/>
                  </a:cubicBezTo>
                  <a:cubicBezTo>
                    <a:pt x="283412" y="109184"/>
                    <a:pt x="277259" y="115337"/>
                    <a:pt x="277259" y="122921"/>
                  </a:cubicBezTo>
                  <a:cubicBezTo>
                    <a:pt x="277259" y="130505"/>
                    <a:pt x="283412" y="136658"/>
                    <a:pt x="290996" y="136658"/>
                  </a:cubicBezTo>
                  <a:cubicBezTo>
                    <a:pt x="298579" y="136658"/>
                    <a:pt x="304733" y="130505"/>
                    <a:pt x="304733" y="122921"/>
                  </a:cubicBezTo>
                  <a:close/>
                  <a:moveTo>
                    <a:pt x="345375" y="122921"/>
                  </a:moveTo>
                  <a:cubicBezTo>
                    <a:pt x="345465" y="115337"/>
                    <a:pt x="339385" y="109111"/>
                    <a:pt x="331801" y="109021"/>
                  </a:cubicBezTo>
                  <a:cubicBezTo>
                    <a:pt x="324217" y="108932"/>
                    <a:pt x="317990" y="115012"/>
                    <a:pt x="317901" y="122596"/>
                  </a:cubicBezTo>
                  <a:cubicBezTo>
                    <a:pt x="317812" y="130180"/>
                    <a:pt x="323892" y="136406"/>
                    <a:pt x="331475" y="136496"/>
                  </a:cubicBezTo>
                  <a:lnTo>
                    <a:pt x="331475" y="136496"/>
                  </a:lnTo>
                  <a:cubicBezTo>
                    <a:pt x="338970" y="136496"/>
                    <a:pt x="345050" y="130416"/>
                    <a:pt x="345050" y="122921"/>
                  </a:cubicBezTo>
                  <a:lnTo>
                    <a:pt x="345050" y="122921"/>
                  </a:lnTo>
                  <a:close/>
                  <a:moveTo>
                    <a:pt x="386018" y="122921"/>
                  </a:moveTo>
                  <a:cubicBezTo>
                    <a:pt x="386107" y="115337"/>
                    <a:pt x="380027" y="109111"/>
                    <a:pt x="372443" y="109021"/>
                  </a:cubicBezTo>
                  <a:cubicBezTo>
                    <a:pt x="364859" y="108932"/>
                    <a:pt x="358633" y="115012"/>
                    <a:pt x="358544" y="122596"/>
                  </a:cubicBezTo>
                  <a:cubicBezTo>
                    <a:pt x="358454" y="130180"/>
                    <a:pt x="364534" y="136406"/>
                    <a:pt x="372118" y="136496"/>
                  </a:cubicBezTo>
                  <a:lnTo>
                    <a:pt x="372118" y="136496"/>
                  </a:lnTo>
                  <a:cubicBezTo>
                    <a:pt x="379702" y="136585"/>
                    <a:pt x="385929" y="130505"/>
                    <a:pt x="386018" y="122921"/>
                  </a:cubicBezTo>
                  <a:cubicBezTo>
                    <a:pt x="386018" y="122864"/>
                    <a:pt x="386018" y="122815"/>
                    <a:pt x="386018" y="122759"/>
                  </a:cubicBezTo>
                  <a:lnTo>
                    <a:pt x="386018" y="122759"/>
                  </a:lnTo>
                  <a:close/>
                  <a:moveTo>
                    <a:pt x="426660" y="122921"/>
                  </a:moveTo>
                  <a:cubicBezTo>
                    <a:pt x="426750" y="115337"/>
                    <a:pt x="420670" y="109111"/>
                    <a:pt x="413086" y="109021"/>
                  </a:cubicBezTo>
                  <a:cubicBezTo>
                    <a:pt x="405502" y="108932"/>
                    <a:pt x="399275" y="115012"/>
                    <a:pt x="399186" y="122596"/>
                  </a:cubicBezTo>
                  <a:cubicBezTo>
                    <a:pt x="399097" y="130180"/>
                    <a:pt x="405177" y="136406"/>
                    <a:pt x="412760" y="136496"/>
                  </a:cubicBezTo>
                  <a:lnTo>
                    <a:pt x="412760" y="136496"/>
                  </a:lnTo>
                  <a:cubicBezTo>
                    <a:pt x="420214" y="136496"/>
                    <a:pt x="426254" y="130456"/>
                    <a:pt x="426254" y="123002"/>
                  </a:cubicBezTo>
                  <a:cubicBezTo>
                    <a:pt x="426254" y="122978"/>
                    <a:pt x="426254" y="122945"/>
                    <a:pt x="426254" y="122921"/>
                  </a:cubicBezTo>
                  <a:lnTo>
                    <a:pt x="426254" y="122921"/>
                  </a:lnTo>
                  <a:close/>
                  <a:moveTo>
                    <a:pt x="467303" y="122921"/>
                  </a:moveTo>
                  <a:cubicBezTo>
                    <a:pt x="467392" y="115337"/>
                    <a:pt x="461312" y="109111"/>
                    <a:pt x="453728" y="109021"/>
                  </a:cubicBezTo>
                  <a:cubicBezTo>
                    <a:pt x="446144" y="108932"/>
                    <a:pt x="439918" y="115012"/>
                    <a:pt x="439829" y="122596"/>
                  </a:cubicBezTo>
                  <a:cubicBezTo>
                    <a:pt x="439739" y="130180"/>
                    <a:pt x="445819" y="136406"/>
                    <a:pt x="453403" y="136496"/>
                  </a:cubicBezTo>
                  <a:cubicBezTo>
                    <a:pt x="453428" y="136496"/>
                    <a:pt x="453460" y="136496"/>
                    <a:pt x="453484" y="136496"/>
                  </a:cubicBezTo>
                  <a:lnTo>
                    <a:pt x="453484" y="136496"/>
                  </a:lnTo>
                  <a:cubicBezTo>
                    <a:pt x="461036" y="136455"/>
                    <a:pt x="467140" y="130310"/>
                    <a:pt x="467140" y="122759"/>
                  </a:cubicBezTo>
                  <a:lnTo>
                    <a:pt x="467140" y="122759"/>
                  </a:lnTo>
                  <a:close/>
                  <a:moveTo>
                    <a:pt x="507945" y="122921"/>
                  </a:moveTo>
                  <a:cubicBezTo>
                    <a:pt x="508035" y="115337"/>
                    <a:pt x="501955" y="109111"/>
                    <a:pt x="494371" y="109021"/>
                  </a:cubicBezTo>
                  <a:cubicBezTo>
                    <a:pt x="486787" y="108932"/>
                    <a:pt x="480560" y="115012"/>
                    <a:pt x="480471" y="122596"/>
                  </a:cubicBezTo>
                  <a:cubicBezTo>
                    <a:pt x="480382" y="130180"/>
                    <a:pt x="486462" y="136406"/>
                    <a:pt x="494045" y="136496"/>
                  </a:cubicBezTo>
                  <a:cubicBezTo>
                    <a:pt x="494070" y="136496"/>
                    <a:pt x="494103" y="136496"/>
                    <a:pt x="494127" y="136496"/>
                  </a:cubicBezTo>
                  <a:lnTo>
                    <a:pt x="494127" y="136496"/>
                  </a:lnTo>
                  <a:cubicBezTo>
                    <a:pt x="501621" y="136496"/>
                    <a:pt x="507701" y="130416"/>
                    <a:pt x="507701" y="122921"/>
                  </a:cubicBezTo>
                  <a:lnTo>
                    <a:pt x="507701" y="122921"/>
                  </a:lnTo>
                  <a:close/>
                  <a:moveTo>
                    <a:pt x="442917" y="279720"/>
                  </a:moveTo>
                  <a:cubicBezTo>
                    <a:pt x="443007" y="272136"/>
                    <a:pt x="436927" y="265910"/>
                    <a:pt x="429343" y="265820"/>
                  </a:cubicBezTo>
                  <a:cubicBezTo>
                    <a:pt x="421759" y="265731"/>
                    <a:pt x="415532" y="271811"/>
                    <a:pt x="415443" y="279395"/>
                  </a:cubicBezTo>
                  <a:cubicBezTo>
                    <a:pt x="415354" y="286979"/>
                    <a:pt x="421434" y="293205"/>
                    <a:pt x="429017" y="293294"/>
                  </a:cubicBezTo>
                  <a:lnTo>
                    <a:pt x="429017" y="293294"/>
                  </a:lnTo>
                  <a:cubicBezTo>
                    <a:pt x="436602" y="293294"/>
                    <a:pt x="442755" y="287141"/>
                    <a:pt x="442755" y="279557"/>
                  </a:cubicBezTo>
                  <a:lnTo>
                    <a:pt x="442755" y="279557"/>
                  </a:lnTo>
                  <a:close/>
                  <a:moveTo>
                    <a:pt x="483560" y="279720"/>
                  </a:moveTo>
                  <a:cubicBezTo>
                    <a:pt x="483649" y="272136"/>
                    <a:pt x="477569" y="265910"/>
                    <a:pt x="469985" y="265820"/>
                  </a:cubicBezTo>
                  <a:cubicBezTo>
                    <a:pt x="462401" y="265731"/>
                    <a:pt x="456175" y="271811"/>
                    <a:pt x="456086" y="279395"/>
                  </a:cubicBezTo>
                  <a:cubicBezTo>
                    <a:pt x="455996" y="286979"/>
                    <a:pt x="462076" y="293205"/>
                    <a:pt x="469660" y="293294"/>
                  </a:cubicBezTo>
                  <a:lnTo>
                    <a:pt x="469660" y="293294"/>
                  </a:lnTo>
                  <a:cubicBezTo>
                    <a:pt x="477154" y="293294"/>
                    <a:pt x="483235" y="287214"/>
                    <a:pt x="483235" y="279720"/>
                  </a:cubicBezTo>
                  <a:lnTo>
                    <a:pt x="483235" y="279720"/>
                  </a:lnTo>
                  <a:close/>
                  <a:moveTo>
                    <a:pt x="524202" y="279720"/>
                  </a:moveTo>
                  <a:cubicBezTo>
                    <a:pt x="524292" y="272136"/>
                    <a:pt x="518212" y="265910"/>
                    <a:pt x="510628" y="265820"/>
                  </a:cubicBezTo>
                  <a:cubicBezTo>
                    <a:pt x="503044" y="265731"/>
                    <a:pt x="496817" y="271811"/>
                    <a:pt x="496728" y="279395"/>
                  </a:cubicBezTo>
                  <a:cubicBezTo>
                    <a:pt x="496639" y="286979"/>
                    <a:pt x="502719" y="293205"/>
                    <a:pt x="510302" y="293294"/>
                  </a:cubicBezTo>
                  <a:lnTo>
                    <a:pt x="510302" y="293294"/>
                  </a:lnTo>
                  <a:cubicBezTo>
                    <a:pt x="517797" y="293294"/>
                    <a:pt x="523877" y="287214"/>
                    <a:pt x="523877" y="279720"/>
                  </a:cubicBezTo>
                  <a:lnTo>
                    <a:pt x="523877" y="279720"/>
                  </a:lnTo>
                  <a:close/>
                  <a:moveTo>
                    <a:pt x="564845" y="279720"/>
                  </a:moveTo>
                  <a:cubicBezTo>
                    <a:pt x="564934" y="272136"/>
                    <a:pt x="558854" y="265910"/>
                    <a:pt x="551270" y="265820"/>
                  </a:cubicBezTo>
                  <a:cubicBezTo>
                    <a:pt x="543686" y="265731"/>
                    <a:pt x="537460" y="271811"/>
                    <a:pt x="537371" y="279395"/>
                  </a:cubicBezTo>
                  <a:cubicBezTo>
                    <a:pt x="537281" y="286979"/>
                    <a:pt x="543361" y="293205"/>
                    <a:pt x="550945" y="293294"/>
                  </a:cubicBezTo>
                  <a:lnTo>
                    <a:pt x="550945" y="293294"/>
                  </a:lnTo>
                  <a:cubicBezTo>
                    <a:pt x="558529" y="293294"/>
                    <a:pt x="564682" y="287141"/>
                    <a:pt x="564682" y="279557"/>
                  </a:cubicBezTo>
                  <a:lnTo>
                    <a:pt x="564682" y="279557"/>
                  </a:lnTo>
                  <a:close/>
                  <a:moveTo>
                    <a:pt x="605487" y="279720"/>
                  </a:moveTo>
                  <a:cubicBezTo>
                    <a:pt x="605577" y="272136"/>
                    <a:pt x="599497" y="265910"/>
                    <a:pt x="591913" y="265820"/>
                  </a:cubicBezTo>
                  <a:cubicBezTo>
                    <a:pt x="584329" y="265731"/>
                    <a:pt x="578102" y="271811"/>
                    <a:pt x="578013" y="279395"/>
                  </a:cubicBezTo>
                  <a:cubicBezTo>
                    <a:pt x="577924" y="286979"/>
                    <a:pt x="584004" y="293205"/>
                    <a:pt x="591587" y="293294"/>
                  </a:cubicBezTo>
                  <a:lnTo>
                    <a:pt x="591587" y="293294"/>
                  </a:lnTo>
                  <a:cubicBezTo>
                    <a:pt x="599082" y="293294"/>
                    <a:pt x="605162" y="287214"/>
                    <a:pt x="605162" y="279720"/>
                  </a:cubicBezTo>
                  <a:lnTo>
                    <a:pt x="605162" y="279720"/>
                  </a:lnTo>
                  <a:close/>
                  <a:moveTo>
                    <a:pt x="646130" y="279720"/>
                  </a:moveTo>
                  <a:cubicBezTo>
                    <a:pt x="646219" y="272136"/>
                    <a:pt x="640139" y="265910"/>
                    <a:pt x="632555" y="265820"/>
                  </a:cubicBezTo>
                  <a:cubicBezTo>
                    <a:pt x="624971" y="265731"/>
                    <a:pt x="618745" y="271811"/>
                    <a:pt x="618656" y="279395"/>
                  </a:cubicBezTo>
                  <a:cubicBezTo>
                    <a:pt x="618566" y="286979"/>
                    <a:pt x="624646" y="293205"/>
                    <a:pt x="632230" y="293294"/>
                  </a:cubicBezTo>
                  <a:cubicBezTo>
                    <a:pt x="632255" y="293294"/>
                    <a:pt x="632287" y="293294"/>
                    <a:pt x="632311" y="293294"/>
                  </a:cubicBezTo>
                  <a:lnTo>
                    <a:pt x="632311" y="293294"/>
                  </a:lnTo>
                  <a:cubicBezTo>
                    <a:pt x="639863" y="293254"/>
                    <a:pt x="645967" y="287109"/>
                    <a:pt x="645967" y="279557"/>
                  </a:cubicBezTo>
                  <a:lnTo>
                    <a:pt x="645967" y="279557"/>
                  </a:lnTo>
                  <a:close/>
                  <a:moveTo>
                    <a:pt x="441617" y="392137"/>
                  </a:moveTo>
                  <a:cubicBezTo>
                    <a:pt x="441706" y="384553"/>
                    <a:pt x="435626" y="378327"/>
                    <a:pt x="428042" y="378237"/>
                  </a:cubicBezTo>
                  <a:cubicBezTo>
                    <a:pt x="420458" y="378148"/>
                    <a:pt x="414232" y="384228"/>
                    <a:pt x="414143" y="391812"/>
                  </a:cubicBezTo>
                  <a:cubicBezTo>
                    <a:pt x="414053" y="399396"/>
                    <a:pt x="420133" y="405622"/>
                    <a:pt x="427717" y="405711"/>
                  </a:cubicBezTo>
                  <a:lnTo>
                    <a:pt x="427717" y="405711"/>
                  </a:lnTo>
                  <a:cubicBezTo>
                    <a:pt x="435301" y="405711"/>
                    <a:pt x="441454" y="399558"/>
                    <a:pt x="441454" y="391975"/>
                  </a:cubicBezTo>
                  <a:lnTo>
                    <a:pt x="441454" y="391975"/>
                  </a:lnTo>
                  <a:close/>
                  <a:moveTo>
                    <a:pt x="482260" y="392137"/>
                  </a:moveTo>
                  <a:cubicBezTo>
                    <a:pt x="482349" y="384553"/>
                    <a:pt x="476269" y="378327"/>
                    <a:pt x="468685" y="378237"/>
                  </a:cubicBezTo>
                  <a:cubicBezTo>
                    <a:pt x="461101" y="378148"/>
                    <a:pt x="454874" y="384228"/>
                    <a:pt x="454785" y="391812"/>
                  </a:cubicBezTo>
                  <a:cubicBezTo>
                    <a:pt x="454695" y="399396"/>
                    <a:pt x="460776" y="405622"/>
                    <a:pt x="468360" y="405711"/>
                  </a:cubicBezTo>
                  <a:lnTo>
                    <a:pt x="468360" y="405711"/>
                  </a:lnTo>
                  <a:cubicBezTo>
                    <a:pt x="475854" y="405711"/>
                    <a:pt x="481934" y="399631"/>
                    <a:pt x="481934" y="392137"/>
                  </a:cubicBezTo>
                  <a:lnTo>
                    <a:pt x="481934" y="392137"/>
                  </a:lnTo>
                  <a:close/>
                  <a:moveTo>
                    <a:pt x="522902" y="392137"/>
                  </a:moveTo>
                  <a:cubicBezTo>
                    <a:pt x="522991" y="384553"/>
                    <a:pt x="516911" y="378327"/>
                    <a:pt x="509327" y="378237"/>
                  </a:cubicBezTo>
                  <a:cubicBezTo>
                    <a:pt x="501743" y="378148"/>
                    <a:pt x="495517" y="384228"/>
                    <a:pt x="495428" y="391812"/>
                  </a:cubicBezTo>
                  <a:cubicBezTo>
                    <a:pt x="495338" y="399396"/>
                    <a:pt x="501418" y="405622"/>
                    <a:pt x="509002" y="405711"/>
                  </a:cubicBezTo>
                  <a:lnTo>
                    <a:pt x="509002" y="405711"/>
                  </a:lnTo>
                  <a:cubicBezTo>
                    <a:pt x="516497" y="405711"/>
                    <a:pt x="522577" y="399631"/>
                    <a:pt x="522577" y="392137"/>
                  </a:cubicBezTo>
                  <a:lnTo>
                    <a:pt x="522577" y="392137"/>
                  </a:lnTo>
                  <a:close/>
                  <a:moveTo>
                    <a:pt x="563545" y="392137"/>
                  </a:moveTo>
                  <a:cubicBezTo>
                    <a:pt x="563634" y="384553"/>
                    <a:pt x="557554" y="378327"/>
                    <a:pt x="549970" y="378237"/>
                  </a:cubicBezTo>
                  <a:cubicBezTo>
                    <a:pt x="542386" y="378148"/>
                    <a:pt x="536159" y="384228"/>
                    <a:pt x="536070" y="391812"/>
                  </a:cubicBezTo>
                  <a:cubicBezTo>
                    <a:pt x="535980" y="399396"/>
                    <a:pt x="542061" y="405622"/>
                    <a:pt x="549645" y="405711"/>
                  </a:cubicBezTo>
                  <a:lnTo>
                    <a:pt x="549645" y="405711"/>
                  </a:lnTo>
                  <a:cubicBezTo>
                    <a:pt x="557188" y="405760"/>
                    <a:pt x="563333" y="399680"/>
                    <a:pt x="563382" y="392137"/>
                  </a:cubicBezTo>
                  <a:cubicBezTo>
                    <a:pt x="563382" y="392080"/>
                    <a:pt x="563382" y="392031"/>
                    <a:pt x="563382" y="391975"/>
                  </a:cubicBezTo>
                  <a:lnTo>
                    <a:pt x="563382" y="391975"/>
                  </a:lnTo>
                  <a:close/>
                  <a:moveTo>
                    <a:pt x="604187" y="392137"/>
                  </a:moveTo>
                  <a:cubicBezTo>
                    <a:pt x="604276" y="384553"/>
                    <a:pt x="598196" y="378327"/>
                    <a:pt x="590612" y="378237"/>
                  </a:cubicBezTo>
                  <a:cubicBezTo>
                    <a:pt x="583028" y="378148"/>
                    <a:pt x="576802" y="384228"/>
                    <a:pt x="576713" y="391812"/>
                  </a:cubicBezTo>
                  <a:cubicBezTo>
                    <a:pt x="576623" y="399396"/>
                    <a:pt x="582703" y="405622"/>
                    <a:pt x="590287" y="405711"/>
                  </a:cubicBezTo>
                  <a:lnTo>
                    <a:pt x="590287" y="405711"/>
                  </a:lnTo>
                  <a:cubicBezTo>
                    <a:pt x="597741" y="405711"/>
                    <a:pt x="603780" y="399672"/>
                    <a:pt x="603780" y="392218"/>
                  </a:cubicBezTo>
                  <a:cubicBezTo>
                    <a:pt x="603780" y="392194"/>
                    <a:pt x="603780" y="392161"/>
                    <a:pt x="603780" y="392137"/>
                  </a:cubicBezTo>
                  <a:lnTo>
                    <a:pt x="603780" y="392137"/>
                  </a:lnTo>
                  <a:close/>
                  <a:moveTo>
                    <a:pt x="644830" y="392137"/>
                  </a:moveTo>
                  <a:cubicBezTo>
                    <a:pt x="644244" y="384569"/>
                    <a:pt x="637644" y="378912"/>
                    <a:pt x="630076" y="379497"/>
                  </a:cubicBezTo>
                  <a:cubicBezTo>
                    <a:pt x="623321" y="380017"/>
                    <a:pt x="617956" y="385382"/>
                    <a:pt x="617436" y="392137"/>
                  </a:cubicBezTo>
                  <a:cubicBezTo>
                    <a:pt x="617347" y="399721"/>
                    <a:pt x="623419" y="405947"/>
                    <a:pt x="631011" y="406037"/>
                  </a:cubicBezTo>
                  <a:cubicBezTo>
                    <a:pt x="631011" y="406037"/>
                    <a:pt x="631011" y="406037"/>
                    <a:pt x="631011" y="406037"/>
                  </a:cubicBezTo>
                  <a:lnTo>
                    <a:pt x="631011" y="406037"/>
                  </a:lnTo>
                  <a:cubicBezTo>
                    <a:pt x="638554" y="406037"/>
                    <a:pt x="644667" y="399924"/>
                    <a:pt x="644667" y="392381"/>
                  </a:cubicBezTo>
                  <a:cubicBezTo>
                    <a:pt x="644667" y="392357"/>
                    <a:pt x="644667" y="392324"/>
                    <a:pt x="644667" y="392300"/>
                  </a:cubicBezTo>
                  <a:lnTo>
                    <a:pt x="644667" y="39230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82;p7"/>
            <p:cNvSpPr/>
            <p:nvPr/>
          </p:nvSpPr>
          <p:spPr>
            <a:xfrm>
              <a:off x="-129830" y="3836475"/>
              <a:ext cx="646622" cy="407808"/>
            </a:xfrm>
            <a:custGeom>
              <a:avLst/>
              <a:gdLst/>
              <a:ahLst/>
              <a:cxnLst/>
              <a:rect l="l" t="t" r="r" b="b"/>
              <a:pathLst>
                <a:path w="646622" h="407808" extrusionOk="0">
                  <a:moveTo>
                    <a:pt x="58927" y="25705"/>
                  </a:moveTo>
                  <a:lnTo>
                    <a:pt x="11213" y="25705"/>
                  </a:lnTo>
                  <a:cubicBezTo>
                    <a:pt x="4750" y="25705"/>
                    <a:pt x="-492" y="20462"/>
                    <a:pt x="-492" y="14000"/>
                  </a:cubicBezTo>
                  <a:lnTo>
                    <a:pt x="-492" y="14000"/>
                  </a:lnTo>
                  <a:cubicBezTo>
                    <a:pt x="-492" y="7505"/>
                    <a:pt x="4718" y="2222"/>
                    <a:pt x="11213" y="2133"/>
                  </a:cubicBezTo>
                  <a:lnTo>
                    <a:pt x="58927" y="2133"/>
                  </a:lnTo>
                  <a:cubicBezTo>
                    <a:pt x="65478" y="2133"/>
                    <a:pt x="70794" y="7449"/>
                    <a:pt x="70794" y="14000"/>
                  </a:cubicBezTo>
                  <a:lnTo>
                    <a:pt x="70794" y="14000"/>
                  </a:lnTo>
                  <a:cubicBezTo>
                    <a:pt x="70794" y="20462"/>
                    <a:pt x="65552" y="25705"/>
                    <a:pt x="59090" y="25705"/>
                  </a:cubicBezTo>
                  <a:close/>
                  <a:moveTo>
                    <a:pt x="70794" y="68542"/>
                  </a:moveTo>
                  <a:cubicBezTo>
                    <a:pt x="70794" y="62080"/>
                    <a:pt x="65552" y="56837"/>
                    <a:pt x="59090" y="56837"/>
                  </a:cubicBezTo>
                  <a:lnTo>
                    <a:pt x="11213" y="56837"/>
                  </a:lnTo>
                  <a:cubicBezTo>
                    <a:pt x="4791" y="56789"/>
                    <a:pt x="-444" y="61958"/>
                    <a:pt x="-492" y="68380"/>
                  </a:cubicBezTo>
                  <a:cubicBezTo>
                    <a:pt x="-492" y="68437"/>
                    <a:pt x="-492" y="68486"/>
                    <a:pt x="-492" y="68542"/>
                  </a:cubicBezTo>
                  <a:lnTo>
                    <a:pt x="-492" y="68542"/>
                  </a:lnTo>
                  <a:cubicBezTo>
                    <a:pt x="-492" y="75037"/>
                    <a:pt x="4718" y="80321"/>
                    <a:pt x="11213" y="80410"/>
                  </a:cubicBezTo>
                  <a:lnTo>
                    <a:pt x="58927" y="80410"/>
                  </a:lnTo>
                  <a:cubicBezTo>
                    <a:pt x="65478" y="80410"/>
                    <a:pt x="70794" y="75094"/>
                    <a:pt x="70794" y="68542"/>
                  </a:cubicBezTo>
                  <a:close/>
                  <a:moveTo>
                    <a:pt x="70794" y="123085"/>
                  </a:moveTo>
                  <a:cubicBezTo>
                    <a:pt x="70844" y="116663"/>
                    <a:pt x="65674" y="111428"/>
                    <a:pt x="59252" y="111380"/>
                  </a:cubicBezTo>
                  <a:cubicBezTo>
                    <a:pt x="59196" y="111380"/>
                    <a:pt x="59146" y="111380"/>
                    <a:pt x="59090" y="111380"/>
                  </a:cubicBezTo>
                  <a:lnTo>
                    <a:pt x="11213" y="111380"/>
                  </a:lnTo>
                  <a:cubicBezTo>
                    <a:pt x="4702" y="112144"/>
                    <a:pt x="44" y="118045"/>
                    <a:pt x="817" y="124556"/>
                  </a:cubicBezTo>
                  <a:cubicBezTo>
                    <a:pt x="1459" y="130010"/>
                    <a:pt x="5758" y="134310"/>
                    <a:pt x="11213" y="134952"/>
                  </a:cubicBezTo>
                  <a:lnTo>
                    <a:pt x="58927" y="134952"/>
                  </a:lnTo>
                  <a:cubicBezTo>
                    <a:pt x="65478" y="134952"/>
                    <a:pt x="70794" y="129636"/>
                    <a:pt x="70794" y="123085"/>
                  </a:cubicBezTo>
                  <a:close/>
                  <a:moveTo>
                    <a:pt x="70794" y="177627"/>
                  </a:moveTo>
                  <a:cubicBezTo>
                    <a:pt x="70844" y="171205"/>
                    <a:pt x="65674" y="165971"/>
                    <a:pt x="59252" y="165922"/>
                  </a:cubicBezTo>
                  <a:cubicBezTo>
                    <a:pt x="59196" y="165922"/>
                    <a:pt x="59146" y="165922"/>
                    <a:pt x="59090" y="165922"/>
                  </a:cubicBezTo>
                  <a:lnTo>
                    <a:pt x="11213" y="165922"/>
                  </a:lnTo>
                  <a:cubicBezTo>
                    <a:pt x="4726" y="166458"/>
                    <a:pt x="-94" y="172156"/>
                    <a:pt x="442" y="178643"/>
                  </a:cubicBezTo>
                  <a:cubicBezTo>
                    <a:pt x="922" y="184382"/>
                    <a:pt x="5474" y="188934"/>
                    <a:pt x="11213" y="189413"/>
                  </a:cubicBezTo>
                  <a:lnTo>
                    <a:pt x="58927" y="189413"/>
                  </a:lnTo>
                  <a:cubicBezTo>
                    <a:pt x="65438" y="189462"/>
                    <a:pt x="70746" y="184219"/>
                    <a:pt x="70794" y="177708"/>
                  </a:cubicBezTo>
                  <a:cubicBezTo>
                    <a:pt x="70794" y="177684"/>
                    <a:pt x="70794" y="177651"/>
                    <a:pt x="70794" y="177627"/>
                  </a:cubicBezTo>
                  <a:lnTo>
                    <a:pt x="70794" y="177627"/>
                  </a:lnTo>
                  <a:close/>
                  <a:moveTo>
                    <a:pt x="70794" y="232088"/>
                  </a:moveTo>
                  <a:cubicBezTo>
                    <a:pt x="70794" y="225666"/>
                    <a:pt x="65593" y="220464"/>
                    <a:pt x="59171" y="220464"/>
                  </a:cubicBezTo>
                  <a:cubicBezTo>
                    <a:pt x="59146" y="220464"/>
                    <a:pt x="59114" y="220464"/>
                    <a:pt x="59090" y="220464"/>
                  </a:cubicBezTo>
                  <a:lnTo>
                    <a:pt x="11213" y="220464"/>
                  </a:lnTo>
                  <a:cubicBezTo>
                    <a:pt x="4726" y="221001"/>
                    <a:pt x="-94" y="226699"/>
                    <a:pt x="442" y="233185"/>
                  </a:cubicBezTo>
                  <a:cubicBezTo>
                    <a:pt x="922" y="238924"/>
                    <a:pt x="5474" y="243476"/>
                    <a:pt x="11213" y="243955"/>
                  </a:cubicBezTo>
                  <a:lnTo>
                    <a:pt x="58927" y="243955"/>
                  </a:lnTo>
                  <a:cubicBezTo>
                    <a:pt x="65478" y="243955"/>
                    <a:pt x="70794" y="238640"/>
                    <a:pt x="70794" y="232088"/>
                  </a:cubicBezTo>
                  <a:close/>
                  <a:moveTo>
                    <a:pt x="70794" y="286630"/>
                  </a:moveTo>
                  <a:cubicBezTo>
                    <a:pt x="70794" y="280168"/>
                    <a:pt x="65552" y="274925"/>
                    <a:pt x="59090" y="274925"/>
                  </a:cubicBezTo>
                  <a:lnTo>
                    <a:pt x="11213" y="274925"/>
                  </a:lnTo>
                  <a:cubicBezTo>
                    <a:pt x="4702" y="275689"/>
                    <a:pt x="44" y="281590"/>
                    <a:pt x="817" y="288101"/>
                  </a:cubicBezTo>
                  <a:cubicBezTo>
                    <a:pt x="1459" y="293556"/>
                    <a:pt x="5758" y="297855"/>
                    <a:pt x="11213" y="298498"/>
                  </a:cubicBezTo>
                  <a:lnTo>
                    <a:pt x="58927" y="298498"/>
                  </a:lnTo>
                  <a:cubicBezTo>
                    <a:pt x="65478" y="298498"/>
                    <a:pt x="70794" y="293182"/>
                    <a:pt x="70794" y="286630"/>
                  </a:cubicBezTo>
                  <a:close/>
                  <a:moveTo>
                    <a:pt x="70794" y="341172"/>
                  </a:moveTo>
                  <a:cubicBezTo>
                    <a:pt x="70794" y="334710"/>
                    <a:pt x="65552" y="329467"/>
                    <a:pt x="59090" y="329467"/>
                  </a:cubicBezTo>
                  <a:lnTo>
                    <a:pt x="11213" y="329467"/>
                  </a:lnTo>
                  <a:cubicBezTo>
                    <a:pt x="4702" y="330231"/>
                    <a:pt x="44" y="336133"/>
                    <a:pt x="817" y="342644"/>
                  </a:cubicBezTo>
                  <a:cubicBezTo>
                    <a:pt x="1459" y="348098"/>
                    <a:pt x="5758" y="352398"/>
                    <a:pt x="11213" y="353040"/>
                  </a:cubicBezTo>
                  <a:lnTo>
                    <a:pt x="58927" y="353040"/>
                  </a:lnTo>
                  <a:cubicBezTo>
                    <a:pt x="65478" y="353040"/>
                    <a:pt x="70794" y="347724"/>
                    <a:pt x="70794" y="341172"/>
                  </a:cubicBezTo>
                  <a:close/>
                  <a:moveTo>
                    <a:pt x="70794" y="395877"/>
                  </a:moveTo>
                  <a:cubicBezTo>
                    <a:pt x="70794" y="389326"/>
                    <a:pt x="65478" y="384009"/>
                    <a:pt x="58927" y="384009"/>
                  </a:cubicBezTo>
                  <a:lnTo>
                    <a:pt x="11213" y="384009"/>
                  </a:lnTo>
                  <a:cubicBezTo>
                    <a:pt x="4702" y="384774"/>
                    <a:pt x="44" y="390675"/>
                    <a:pt x="817" y="397186"/>
                  </a:cubicBezTo>
                  <a:cubicBezTo>
                    <a:pt x="1459" y="402640"/>
                    <a:pt x="5758" y="406940"/>
                    <a:pt x="11213" y="407582"/>
                  </a:cubicBezTo>
                  <a:lnTo>
                    <a:pt x="58927" y="407582"/>
                  </a:lnTo>
                  <a:cubicBezTo>
                    <a:pt x="65373" y="407631"/>
                    <a:pt x="70664" y="402486"/>
                    <a:pt x="70794" y="396040"/>
                  </a:cubicBezTo>
                  <a:lnTo>
                    <a:pt x="70794" y="396040"/>
                  </a:lnTo>
                  <a:close/>
                  <a:moveTo>
                    <a:pt x="249621" y="13838"/>
                  </a:moveTo>
                  <a:cubicBezTo>
                    <a:pt x="249581" y="7302"/>
                    <a:pt x="244290" y="2011"/>
                    <a:pt x="237754" y="1970"/>
                  </a:cubicBezTo>
                  <a:lnTo>
                    <a:pt x="112575" y="1970"/>
                  </a:lnTo>
                  <a:cubicBezTo>
                    <a:pt x="106040" y="2011"/>
                    <a:pt x="100748" y="7302"/>
                    <a:pt x="100708" y="13838"/>
                  </a:cubicBezTo>
                  <a:lnTo>
                    <a:pt x="100708" y="13838"/>
                  </a:lnTo>
                  <a:cubicBezTo>
                    <a:pt x="100748" y="20284"/>
                    <a:pt x="105967" y="25502"/>
                    <a:pt x="112413" y="25543"/>
                  </a:cubicBezTo>
                  <a:lnTo>
                    <a:pt x="237754" y="25543"/>
                  </a:lnTo>
                  <a:cubicBezTo>
                    <a:pt x="244216" y="25632"/>
                    <a:pt x="249532" y="20462"/>
                    <a:pt x="249621" y="14000"/>
                  </a:cubicBezTo>
                  <a:cubicBezTo>
                    <a:pt x="249621" y="14000"/>
                    <a:pt x="249621" y="14000"/>
                    <a:pt x="249621" y="14000"/>
                  </a:cubicBezTo>
                  <a:lnTo>
                    <a:pt x="249621" y="14000"/>
                  </a:lnTo>
                  <a:close/>
                  <a:moveTo>
                    <a:pt x="249621" y="68380"/>
                  </a:moveTo>
                  <a:cubicBezTo>
                    <a:pt x="249581" y="61934"/>
                    <a:pt x="244362" y="56715"/>
                    <a:pt x="237917" y="56675"/>
                  </a:cubicBezTo>
                  <a:lnTo>
                    <a:pt x="112250" y="56675"/>
                  </a:lnTo>
                  <a:cubicBezTo>
                    <a:pt x="105804" y="56626"/>
                    <a:pt x="100512" y="61771"/>
                    <a:pt x="100382" y="68217"/>
                  </a:cubicBezTo>
                  <a:lnTo>
                    <a:pt x="100382" y="68217"/>
                  </a:lnTo>
                  <a:cubicBezTo>
                    <a:pt x="100423" y="74753"/>
                    <a:pt x="105715" y="80044"/>
                    <a:pt x="112250" y="80085"/>
                  </a:cubicBezTo>
                  <a:lnTo>
                    <a:pt x="237429" y="80085"/>
                  </a:lnTo>
                  <a:cubicBezTo>
                    <a:pt x="243964" y="80044"/>
                    <a:pt x="249248" y="74753"/>
                    <a:pt x="249296" y="68217"/>
                  </a:cubicBezTo>
                  <a:close/>
                  <a:moveTo>
                    <a:pt x="249621" y="122922"/>
                  </a:moveTo>
                  <a:cubicBezTo>
                    <a:pt x="249621" y="116460"/>
                    <a:pt x="244379" y="111217"/>
                    <a:pt x="237917" y="111217"/>
                  </a:cubicBezTo>
                  <a:lnTo>
                    <a:pt x="112250" y="111217"/>
                  </a:lnTo>
                  <a:cubicBezTo>
                    <a:pt x="105788" y="110412"/>
                    <a:pt x="99903" y="114989"/>
                    <a:pt x="99090" y="121451"/>
                  </a:cubicBezTo>
                  <a:cubicBezTo>
                    <a:pt x="99090" y="121483"/>
                    <a:pt x="99082" y="121508"/>
                    <a:pt x="99082" y="121540"/>
                  </a:cubicBezTo>
                  <a:cubicBezTo>
                    <a:pt x="98318" y="128035"/>
                    <a:pt x="102918" y="133944"/>
                    <a:pt x="109405" y="134790"/>
                  </a:cubicBezTo>
                  <a:lnTo>
                    <a:pt x="237429" y="134790"/>
                  </a:lnTo>
                  <a:cubicBezTo>
                    <a:pt x="243964" y="134749"/>
                    <a:pt x="249248" y="129457"/>
                    <a:pt x="249296" y="122922"/>
                  </a:cubicBezTo>
                  <a:close/>
                  <a:moveTo>
                    <a:pt x="249621" y="177464"/>
                  </a:moveTo>
                  <a:cubicBezTo>
                    <a:pt x="249621" y="171002"/>
                    <a:pt x="244379" y="165759"/>
                    <a:pt x="237917" y="165759"/>
                  </a:cubicBezTo>
                  <a:lnTo>
                    <a:pt x="112250" y="165759"/>
                  </a:lnTo>
                  <a:cubicBezTo>
                    <a:pt x="105698" y="165483"/>
                    <a:pt x="100171" y="170563"/>
                    <a:pt x="99887" y="177115"/>
                  </a:cubicBezTo>
                  <a:cubicBezTo>
                    <a:pt x="99643" y="182951"/>
                    <a:pt x="103675" y="188096"/>
                    <a:pt x="109405" y="189251"/>
                  </a:cubicBezTo>
                  <a:cubicBezTo>
                    <a:pt x="110348" y="189421"/>
                    <a:pt x="111307" y="189421"/>
                    <a:pt x="112250" y="189251"/>
                  </a:cubicBezTo>
                  <a:lnTo>
                    <a:pt x="237429" y="189251"/>
                  </a:lnTo>
                  <a:cubicBezTo>
                    <a:pt x="243940" y="189299"/>
                    <a:pt x="249248" y="184056"/>
                    <a:pt x="249296" y="177546"/>
                  </a:cubicBezTo>
                  <a:cubicBezTo>
                    <a:pt x="249296" y="177521"/>
                    <a:pt x="249296" y="177489"/>
                    <a:pt x="249296" y="177464"/>
                  </a:cubicBezTo>
                  <a:lnTo>
                    <a:pt x="249296" y="177464"/>
                  </a:lnTo>
                  <a:close/>
                  <a:moveTo>
                    <a:pt x="249621" y="231925"/>
                  </a:moveTo>
                  <a:cubicBezTo>
                    <a:pt x="249573" y="225496"/>
                    <a:pt x="244346" y="220302"/>
                    <a:pt x="237917" y="220302"/>
                  </a:cubicBezTo>
                  <a:lnTo>
                    <a:pt x="112250" y="220302"/>
                  </a:lnTo>
                  <a:cubicBezTo>
                    <a:pt x="105829" y="219009"/>
                    <a:pt x="99570" y="223171"/>
                    <a:pt x="98277" y="229592"/>
                  </a:cubicBezTo>
                  <a:cubicBezTo>
                    <a:pt x="96985" y="236022"/>
                    <a:pt x="101146" y="242281"/>
                    <a:pt x="107568" y="243573"/>
                  </a:cubicBezTo>
                  <a:cubicBezTo>
                    <a:pt x="108177" y="243695"/>
                    <a:pt x="108787" y="243768"/>
                    <a:pt x="109405" y="243793"/>
                  </a:cubicBezTo>
                  <a:cubicBezTo>
                    <a:pt x="110348" y="243964"/>
                    <a:pt x="111307" y="243964"/>
                    <a:pt x="112250" y="243793"/>
                  </a:cubicBezTo>
                  <a:lnTo>
                    <a:pt x="237429" y="243793"/>
                  </a:lnTo>
                  <a:cubicBezTo>
                    <a:pt x="243980" y="243793"/>
                    <a:pt x="249296" y="238477"/>
                    <a:pt x="249296" y="231925"/>
                  </a:cubicBezTo>
                  <a:close/>
                  <a:moveTo>
                    <a:pt x="399674" y="286467"/>
                  </a:moveTo>
                  <a:cubicBezTo>
                    <a:pt x="399633" y="280021"/>
                    <a:pt x="394415" y="274803"/>
                    <a:pt x="387969" y="274763"/>
                  </a:cubicBezTo>
                  <a:lnTo>
                    <a:pt x="262140" y="274763"/>
                  </a:lnTo>
                  <a:cubicBezTo>
                    <a:pt x="255628" y="275527"/>
                    <a:pt x="250971" y="281428"/>
                    <a:pt x="251743" y="287939"/>
                  </a:cubicBezTo>
                  <a:cubicBezTo>
                    <a:pt x="252385" y="293393"/>
                    <a:pt x="256685" y="297693"/>
                    <a:pt x="262140" y="298335"/>
                  </a:cubicBezTo>
                  <a:lnTo>
                    <a:pt x="387481" y="298335"/>
                  </a:lnTo>
                  <a:cubicBezTo>
                    <a:pt x="394033" y="298335"/>
                    <a:pt x="399349" y="293019"/>
                    <a:pt x="399349" y="286467"/>
                  </a:cubicBezTo>
                  <a:close/>
                  <a:moveTo>
                    <a:pt x="399674" y="341010"/>
                  </a:moveTo>
                  <a:cubicBezTo>
                    <a:pt x="399633" y="334564"/>
                    <a:pt x="394415" y="329345"/>
                    <a:pt x="387969" y="329305"/>
                  </a:cubicBezTo>
                  <a:lnTo>
                    <a:pt x="262140" y="329305"/>
                  </a:lnTo>
                  <a:cubicBezTo>
                    <a:pt x="255628" y="330069"/>
                    <a:pt x="250971" y="335970"/>
                    <a:pt x="251743" y="342481"/>
                  </a:cubicBezTo>
                  <a:cubicBezTo>
                    <a:pt x="252385" y="347935"/>
                    <a:pt x="256685" y="352235"/>
                    <a:pt x="262140" y="352877"/>
                  </a:cubicBezTo>
                  <a:lnTo>
                    <a:pt x="387481" y="352877"/>
                  </a:lnTo>
                  <a:cubicBezTo>
                    <a:pt x="394033" y="352877"/>
                    <a:pt x="399349" y="347561"/>
                    <a:pt x="399349" y="341010"/>
                  </a:cubicBezTo>
                  <a:close/>
                  <a:moveTo>
                    <a:pt x="399674" y="395714"/>
                  </a:moveTo>
                  <a:cubicBezTo>
                    <a:pt x="399674" y="389163"/>
                    <a:pt x="394358" y="383847"/>
                    <a:pt x="387806" y="383847"/>
                  </a:cubicBezTo>
                  <a:lnTo>
                    <a:pt x="262140" y="383847"/>
                  </a:lnTo>
                  <a:cubicBezTo>
                    <a:pt x="255628" y="384611"/>
                    <a:pt x="250971" y="390512"/>
                    <a:pt x="251743" y="397023"/>
                  </a:cubicBezTo>
                  <a:cubicBezTo>
                    <a:pt x="252385" y="402477"/>
                    <a:pt x="256685" y="406778"/>
                    <a:pt x="262140" y="407419"/>
                  </a:cubicBezTo>
                  <a:lnTo>
                    <a:pt x="387481" y="407419"/>
                  </a:lnTo>
                  <a:cubicBezTo>
                    <a:pt x="393927" y="407468"/>
                    <a:pt x="399219" y="402323"/>
                    <a:pt x="399349" y="395877"/>
                  </a:cubicBezTo>
                  <a:lnTo>
                    <a:pt x="399349" y="395877"/>
                  </a:lnTo>
                  <a:close/>
                  <a:moveTo>
                    <a:pt x="304814" y="13675"/>
                  </a:moveTo>
                  <a:cubicBezTo>
                    <a:pt x="304814" y="6091"/>
                    <a:pt x="298661" y="-62"/>
                    <a:pt x="291077" y="-62"/>
                  </a:cubicBezTo>
                  <a:cubicBezTo>
                    <a:pt x="283493" y="-62"/>
                    <a:pt x="277340" y="6091"/>
                    <a:pt x="277340" y="13675"/>
                  </a:cubicBezTo>
                  <a:cubicBezTo>
                    <a:pt x="277340" y="21259"/>
                    <a:pt x="283493" y="27412"/>
                    <a:pt x="291077" y="27412"/>
                  </a:cubicBezTo>
                  <a:cubicBezTo>
                    <a:pt x="298661" y="27412"/>
                    <a:pt x="304814" y="21259"/>
                    <a:pt x="304814" y="13675"/>
                  </a:cubicBezTo>
                  <a:close/>
                  <a:moveTo>
                    <a:pt x="345457" y="13675"/>
                  </a:moveTo>
                  <a:cubicBezTo>
                    <a:pt x="345546" y="6091"/>
                    <a:pt x="339466" y="-135"/>
                    <a:pt x="331882" y="-225"/>
                  </a:cubicBezTo>
                  <a:cubicBezTo>
                    <a:pt x="324298" y="-314"/>
                    <a:pt x="318072" y="5766"/>
                    <a:pt x="317982" y="13350"/>
                  </a:cubicBezTo>
                  <a:cubicBezTo>
                    <a:pt x="317893" y="20934"/>
                    <a:pt x="323973" y="27160"/>
                    <a:pt x="331557" y="27250"/>
                  </a:cubicBezTo>
                  <a:lnTo>
                    <a:pt x="331557" y="27250"/>
                  </a:lnTo>
                  <a:cubicBezTo>
                    <a:pt x="339051" y="27250"/>
                    <a:pt x="345131" y="21169"/>
                    <a:pt x="345131" y="13675"/>
                  </a:cubicBezTo>
                  <a:close/>
                  <a:moveTo>
                    <a:pt x="386099" y="13675"/>
                  </a:moveTo>
                  <a:cubicBezTo>
                    <a:pt x="386189" y="6091"/>
                    <a:pt x="380109" y="-135"/>
                    <a:pt x="372525" y="-225"/>
                  </a:cubicBezTo>
                  <a:cubicBezTo>
                    <a:pt x="364941" y="-314"/>
                    <a:pt x="358714" y="5766"/>
                    <a:pt x="358625" y="13350"/>
                  </a:cubicBezTo>
                  <a:cubicBezTo>
                    <a:pt x="358536" y="20934"/>
                    <a:pt x="364616" y="27160"/>
                    <a:pt x="372199" y="27250"/>
                  </a:cubicBezTo>
                  <a:lnTo>
                    <a:pt x="372199" y="27250"/>
                  </a:lnTo>
                  <a:cubicBezTo>
                    <a:pt x="379727" y="27250"/>
                    <a:pt x="385847" y="21202"/>
                    <a:pt x="385937" y="13675"/>
                  </a:cubicBezTo>
                  <a:close/>
                  <a:moveTo>
                    <a:pt x="426742" y="13675"/>
                  </a:moveTo>
                  <a:cubicBezTo>
                    <a:pt x="426831" y="6091"/>
                    <a:pt x="420751" y="-135"/>
                    <a:pt x="413167" y="-225"/>
                  </a:cubicBezTo>
                  <a:cubicBezTo>
                    <a:pt x="405583" y="-314"/>
                    <a:pt x="399357" y="5766"/>
                    <a:pt x="399267" y="13350"/>
                  </a:cubicBezTo>
                  <a:cubicBezTo>
                    <a:pt x="399178" y="20934"/>
                    <a:pt x="405258" y="27160"/>
                    <a:pt x="412842" y="27250"/>
                  </a:cubicBezTo>
                  <a:lnTo>
                    <a:pt x="412842" y="27250"/>
                  </a:lnTo>
                  <a:cubicBezTo>
                    <a:pt x="420296" y="27250"/>
                    <a:pt x="426335" y="21210"/>
                    <a:pt x="426335" y="13756"/>
                  </a:cubicBezTo>
                  <a:cubicBezTo>
                    <a:pt x="426335" y="13732"/>
                    <a:pt x="426335" y="13700"/>
                    <a:pt x="426335" y="13675"/>
                  </a:cubicBezTo>
                  <a:close/>
                  <a:moveTo>
                    <a:pt x="467384" y="13675"/>
                  </a:moveTo>
                  <a:cubicBezTo>
                    <a:pt x="467474" y="6091"/>
                    <a:pt x="461394" y="-135"/>
                    <a:pt x="453810" y="-225"/>
                  </a:cubicBezTo>
                  <a:cubicBezTo>
                    <a:pt x="446226" y="-314"/>
                    <a:pt x="439999" y="5766"/>
                    <a:pt x="439910" y="13350"/>
                  </a:cubicBezTo>
                  <a:cubicBezTo>
                    <a:pt x="439821" y="20934"/>
                    <a:pt x="445901" y="27160"/>
                    <a:pt x="453484" y="27250"/>
                  </a:cubicBezTo>
                  <a:cubicBezTo>
                    <a:pt x="453509" y="27250"/>
                    <a:pt x="453541" y="27250"/>
                    <a:pt x="453566" y="27250"/>
                  </a:cubicBezTo>
                  <a:lnTo>
                    <a:pt x="453566" y="27250"/>
                  </a:lnTo>
                  <a:cubicBezTo>
                    <a:pt x="461060" y="27209"/>
                    <a:pt x="467132" y="21169"/>
                    <a:pt x="467222" y="13675"/>
                  </a:cubicBezTo>
                  <a:close/>
                  <a:moveTo>
                    <a:pt x="508027" y="13675"/>
                  </a:moveTo>
                  <a:cubicBezTo>
                    <a:pt x="508116" y="6091"/>
                    <a:pt x="502036" y="-135"/>
                    <a:pt x="494452" y="-225"/>
                  </a:cubicBezTo>
                  <a:cubicBezTo>
                    <a:pt x="486868" y="-314"/>
                    <a:pt x="480642" y="5766"/>
                    <a:pt x="480552" y="13350"/>
                  </a:cubicBezTo>
                  <a:cubicBezTo>
                    <a:pt x="480463" y="20934"/>
                    <a:pt x="486543" y="27160"/>
                    <a:pt x="494127" y="27250"/>
                  </a:cubicBezTo>
                  <a:cubicBezTo>
                    <a:pt x="494151" y="27250"/>
                    <a:pt x="494184" y="27250"/>
                    <a:pt x="494208" y="27250"/>
                  </a:cubicBezTo>
                  <a:lnTo>
                    <a:pt x="494208" y="27250"/>
                  </a:lnTo>
                  <a:cubicBezTo>
                    <a:pt x="501662" y="27250"/>
                    <a:pt x="507701" y="21210"/>
                    <a:pt x="507701" y="13756"/>
                  </a:cubicBezTo>
                  <a:cubicBezTo>
                    <a:pt x="507701" y="13732"/>
                    <a:pt x="507701" y="13700"/>
                    <a:pt x="507701" y="13675"/>
                  </a:cubicBezTo>
                  <a:close/>
                  <a:moveTo>
                    <a:pt x="304733" y="123085"/>
                  </a:moveTo>
                  <a:cubicBezTo>
                    <a:pt x="304310" y="115956"/>
                    <a:pt x="298197" y="110526"/>
                    <a:pt x="291069" y="110941"/>
                  </a:cubicBezTo>
                  <a:cubicBezTo>
                    <a:pt x="283948" y="111363"/>
                    <a:pt x="278510" y="117476"/>
                    <a:pt x="278925" y="124605"/>
                  </a:cubicBezTo>
                  <a:cubicBezTo>
                    <a:pt x="279315" y="131115"/>
                    <a:pt x="284485" y="136318"/>
                    <a:pt x="290996" y="136741"/>
                  </a:cubicBezTo>
                  <a:cubicBezTo>
                    <a:pt x="298539" y="136789"/>
                    <a:pt x="304684" y="130709"/>
                    <a:pt x="304733" y="123166"/>
                  </a:cubicBezTo>
                  <a:cubicBezTo>
                    <a:pt x="304733" y="123142"/>
                    <a:pt x="304733" y="123109"/>
                    <a:pt x="304733" y="123085"/>
                  </a:cubicBezTo>
                  <a:close/>
                  <a:moveTo>
                    <a:pt x="345375" y="123085"/>
                  </a:moveTo>
                  <a:cubicBezTo>
                    <a:pt x="345416" y="115501"/>
                    <a:pt x="339303" y="109315"/>
                    <a:pt x="331720" y="109266"/>
                  </a:cubicBezTo>
                  <a:cubicBezTo>
                    <a:pt x="324136" y="109225"/>
                    <a:pt x="317950" y="115338"/>
                    <a:pt x="317901" y="122922"/>
                  </a:cubicBezTo>
                  <a:cubicBezTo>
                    <a:pt x="317860" y="130506"/>
                    <a:pt x="323973" y="136692"/>
                    <a:pt x="331557" y="136741"/>
                  </a:cubicBezTo>
                  <a:cubicBezTo>
                    <a:pt x="331581" y="136741"/>
                    <a:pt x="331614" y="136741"/>
                    <a:pt x="331638" y="136741"/>
                  </a:cubicBezTo>
                  <a:lnTo>
                    <a:pt x="331638" y="136741"/>
                  </a:lnTo>
                  <a:cubicBezTo>
                    <a:pt x="339092" y="136789"/>
                    <a:pt x="345164" y="130782"/>
                    <a:pt x="345213" y="123329"/>
                  </a:cubicBezTo>
                  <a:cubicBezTo>
                    <a:pt x="345213" y="123304"/>
                    <a:pt x="345213" y="123272"/>
                    <a:pt x="345213" y="123247"/>
                  </a:cubicBezTo>
                  <a:lnTo>
                    <a:pt x="345213" y="123247"/>
                  </a:lnTo>
                  <a:close/>
                  <a:moveTo>
                    <a:pt x="386018" y="123085"/>
                  </a:moveTo>
                  <a:cubicBezTo>
                    <a:pt x="386059" y="115501"/>
                    <a:pt x="379946" y="109315"/>
                    <a:pt x="372362" y="109266"/>
                  </a:cubicBezTo>
                  <a:cubicBezTo>
                    <a:pt x="364778" y="109225"/>
                    <a:pt x="358592" y="115338"/>
                    <a:pt x="358544" y="122922"/>
                  </a:cubicBezTo>
                  <a:cubicBezTo>
                    <a:pt x="358503" y="130506"/>
                    <a:pt x="364616" y="136692"/>
                    <a:pt x="372199" y="136741"/>
                  </a:cubicBezTo>
                  <a:cubicBezTo>
                    <a:pt x="372224" y="136741"/>
                    <a:pt x="372256" y="136741"/>
                    <a:pt x="372281" y="136741"/>
                  </a:cubicBezTo>
                  <a:lnTo>
                    <a:pt x="372281" y="136741"/>
                  </a:lnTo>
                  <a:cubicBezTo>
                    <a:pt x="379734" y="136879"/>
                    <a:pt x="385879" y="130945"/>
                    <a:pt x="386018" y="123491"/>
                  </a:cubicBezTo>
                  <a:cubicBezTo>
                    <a:pt x="386018" y="123467"/>
                    <a:pt x="386018" y="123434"/>
                    <a:pt x="386018" y="123410"/>
                  </a:cubicBezTo>
                  <a:lnTo>
                    <a:pt x="386018" y="123410"/>
                  </a:lnTo>
                  <a:close/>
                  <a:moveTo>
                    <a:pt x="426660" y="123085"/>
                  </a:moveTo>
                  <a:cubicBezTo>
                    <a:pt x="426701" y="115501"/>
                    <a:pt x="420588" y="109315"/>
                    <a:pt x="413005" y="109266"/>
                  </a:cubicBezTo>
                  <a:cubicBezTo>
                    <a:pt x="405421" y="109225"/>
                    <a:pt x="399235" y="115338"/>
                    <a:pt x="399186" y="122922"/>
                  </a:cubicBezTo>
                  <a:cubicBezTo>
                    <a:pt x="399145" y="130506"/>
                    <a:pt x="405258" y="136692"/>
                    <a:pt x="412842" y="136741"/>
                  </a:cubicBezTo>
                  <a:cubicBezTo>
                    <a:pt x="412866" y="136741"/>
                    <a:pt x="412899" y="136741"/>
                    <a:pt x="412923" y="136741"/>
                  </a:cubicBezTo>
                  <a:lnTo>
                    <a:pt x="412923" y="136741"/>
                  </a:lnTo>
                  <a:cubicBezTo>
                    <a:pt x="420377" y="136741"/>
                    <a:pt x="426416" y="130701"/>
                    <a:pt x="426416" y="123247"/>
                  </a:cubicBezTo>
                  <a:lnTo>
                    <a:pt x="426416" y="123247"/>
                  </a:lnTo>
                  <a:close/>
                  <a:moveTo>
                    <a:pt x="467303" y="123085"/>
                  </a:moveTo>
                  <a:cubicBezTo>
                    <a:pt x="467344" y="115501"/>
                    <a:pt x="461231" y="109315"/>
                    <a:pt x="453647" y="109266"/>
                  </a:cubicBezTo>
                  <a:cubicBezTo>
                    <a:pt x="446063" y="109225"/>
                    <a:pt x="439877" y="115338"/>
                    <a:pt x="439829" y="122922"/>
                  </a:cubicBezTo>
                  <a:cubicBezTo>
                    <a:pt x="439788" y="130506"/>
                    <a:pt x="445901" y="136692"/>
                    <a:pt x="453484" y="136741"/>
                  </a:cubicBezTo>
                  <a:cubicBezTo>
                    <a:pt x="453541" y="136741"/>
                    <a:pt x="453590" y="136741"/>
                    <a:pt x="453647" y="136741"/>
                  </a:cubicBezTo>
                  <a:lnTo>
                    <a:pt x="453647" y="136741"/>
                  </a:lnTo>
                  <a:cubicBezTo>
                    <a:pt x="461052" y="136879"/>
                    <a:pt x="467164" y="130977"/>
                    <a:pt x="467303" y="123572"/>
                  </a:cubicBezTo>
                  <a:cubicBezTo>
                    <a:pt x="467303" y="123524"/>
                    <a:pt x="467303" y="123467"/>
                    <a:pt x="467303" y="123410"/>
                  </a:cubicBezTo>
                  <a:lnTo>
                    <a:pt x="467303" y="123410"/>
                  </a:lnTo>
                  <a:close/>
                  <a:moveTo>
                    <a:pt x="507945" y="123085"/>
                  </a:moveTo>
                  <a:cubicBezTo>
                    <a:pt x="507986" y="115501"/>
                    <a:pt x="501873" y="109315"/>
                    <a:pt x="494290" y="109266"/>
                  </a:cubicBezTo>
                  <a:cubicBezTo>
                    <a:pt x="486706" y="109225"/>
                    <a:pt x="480520" y="115338"/>
                    <a:pt x="480471" y="122922"/>
                  </a:cubicBezTo>
                  <a:cubicBezTo>
                    <a:pt x="480430" y="130506"/>
                    <a:pt x="486543" y="136692"/>
                    <a:pt x="494127" y="136741"/>
                  </a:cubicBezTo>
                  <a:cubicBezTo>
                    <a:pt x="494184" y="136741"/>
                    <a:pt x="494232" y="136741"/>
                    <a:pt x="494290" y="136741"/>
                  </a:cubicBezTo>
                  <a:lnTo>
                    <a:pt x="494290" y="136741"/>
                  </a:lnTo>
                  <a:cubicBezTo>
                    <a:pt x="501743" y="136741"/>
                    <a:pt x="507783" y="130701"/>
                    <a:pt x="507783" y="123247"/>
                  </a:cubicBezTo>
                  <a:lnTo>
                    <a:pt x="507783" y="123247"/>
                  </a:lnTo>
                  <a:close/>
                  <a:moveTo>
                    <a:pt x="442917" y="279883"/>
                  </a:moveTo>
                  <a:cubicBezTo>
                    <a:pt x="442917" y="272300"/>
                    <a:pt x="436764" y="266146"/>
                    <a:pt x="429180" y="266146"/>
                  </a:cubicBezTo>
                  <a:cubicBezTo>
                    <a:pt x="421596" y="266146"/>
                    <a:pt x="415443" y="272300"/>
                    <a:pt x="415443" y="279883"/>
                  </a:cubicBezTo>
                  <a:cubicBezTo>
                    <a:pt x="415443" y="287467"/>
                    <a:pt x="421596" y="293620"/>
                    <a:pt x="429180" y="293620"/>
                  </a:cubicBezTo>
                  <a:lnTo>
                    <a:pt x="429180" y="293620"/>
                  </a:lnTo>
                  <a:cubicBezTo>
                    <a:pt x="436658" y="293669"/>
                    <a:pt x="442787" y="287687"/>
                    <a:pt x="442917" y="280209"/>
                  </a:cubicBezTo>
                  <a:lnTo>
                    <a:pt x="442917" y="280209"/>
                  </a:lnTo>
                  <a:close/>
                  <a:moveTo>
                    <a:pt x="483560" y="279883"/>
                  </a:moveTo>
                  <a:cubicBezTo>
                    <a:pt x="483560" y="272300"/>
                    <a:pt x="477406" y="266146"/>
                    <a:pt x="469823" y="266146"/>
                  </a:cubicBezTo>
                  <a:cubicBezTo>
                    <a:pt x="462239" y="266146"/>
                    <a:pt x="456086" y="272300"/>
                    <a:pt x="456086" y="279883"/>
                  </a:cubicBezTo>
                  <a:cubicBezTo>
                    <a:pt x="456086" y="287467"/>
                    <a:pt x="462239" y="293620"/>
                    <a:pt x="469823" y="293620"/>
                  </a:cubicBezTo>
                  <a:lnTo>
                    <a:pt x="469823" y="293620"/>
                  </a:lnTo>
                  <a:cubicBezTo>
                    <a:pt x="477317" y="293620"/>
                    <a:pt x="483397" y="287540"/>
                    <a:pt x="483397" y="280046"/>
                  </a:cubicBezTo>
                  <a:lnTo>
                    <a:pt x="483397" y="280046"/>
                  </a:lnTo>
                  <a:close/>
                  <a:moveTo>
                    <a:pt x="524202" y="279883"/>
                  </a:moveTo>
                  <a:cubicBezTo>
                    <a:pt x="524202" y="272300"/>
                    <a:pt x="518049" y="266146"/>
                    <a:pt x="510465" y="266146"/>
                  </a:cubicBezTo>
                  <a:cubicBezTo>
                    <a:pt x="502881" y="266146"/>
                    <a:pt x="496728" y="272300"/>
                    <a:pt x="496728" y="279883"/>
                  </a:cubicBezTo>
                  <a:cubicBezTo>
                    <a:pt x="496728" y="287467"/>
                    <a:pt x="502881" y="293620"/>
                    <a:pt x="510465" y="293620"/>
                  </a:cubicBezTo>
                  <a:lnTo>
                    <a:pt x="510465" y="293620"/>
                  </a:lnTo>
                  <a:cubicBezTo>
                    <a:pt x="517960" y="293620"/>
                    <a:pt x="524040" y="287540"/>
                    <a:pt x="524040" y="280046"/>
                  </a:cubicBezTo>
                  <a:lnTo>
                    <a:pt x="524040" y="280046"/>
                  </a:lnTo>
                  <a:close/>
                  <a:moveTo>
                    <a:pt x="564845" y="279883"/>
                  </a:moveTo>
                  <a:cubicBezTo>
                    <a:pt x="564845" y="272300"/>
                    <a:pt x="558691" y="266146"/>
                    <a:pt x="551108" y="266146"/>
                  </a:cubicBezTo>
                  <a:cubicBezTo>
                    <a:pt x="543524" y="266146"/>
                    <a:pt x="537371" y="272300"/>
                    <a:pt x="537371" y="279883"/>
                  </a:cubicBezTo>
                  <a:cubicBezTo>
                    <a:pt x="537371" y="287467"/>
                    <a:pt x="543524" y="293620"/>
                    <a:pt x="551108" y="293620"/>
                  </a:cubicBezTo>
                  <a:lnTo>
                    <a:pt x="551108" y="293620"/>
                  </a:lnTo>
                  <a:cubicBezTo>
                    <a:pt x="558602" y="293710"/>
                    <a:pt x="564756" y="287703"/>
                    <a:pt x="564845" y="280209"/>
                  </a:cubicBezTo>
                  <a:cubicBezTo>
                    <a:pt x="564845" y="280209"/>
                    <a:pt x="564845" y="280209"/>
                    <a:pt x="564845" y="280209"/>
                  </a:cubicBezTo>
                  <a:lnTo>
                    <a:pt x="564845" y="280209"/>
                  </a:lnTo>
                  <a:close/>
                  <a:moveTo>
                    <a:pt x="605487" y="279883"/>
                  </a:moveTo>
                  <a:cubicBezTo>
                    <a:pt x="605487" y="272300"/>
                    <a:pt x="599334" y="266146"/>
                    <a:pt x="591750" y="266146"/>
                  </a:cubicBezTo>
                  <a:cubicBezTo>
                    <a:pt x="584166" y="266146"/>
                    <a:pt x="578013" y="272300"/>
                    <a:pt x="578013" y="279883"/>
                  </a:cubicBezTo>
                  <a:cubicBezTo>
                    <a:pt x="578013" y="287467"/>
                    <a:pt x="584166" y="293620"/>
                    <a:pt x="591750" y="293620"/>
                  </a:cubicBezTo>
                  <a:lnTo>
                    <a:pt x="591750" y="293620"/>
                  </a:lnTo>
                  <a:cubicBezTo>
                    <a:pt x="599245" y="293620"/>
                    <a:pt x="605325" y="287540"/>
                    <a:pt x="605325" y="280046"/>
                  </a:cubicBezTo>
                  <a:lnTo>
                    <a:pt x="605325" y="280046"/>
                  </a:lnTo>
                  <a:close/>
                  <a:moveTo>
                    <a:pt x="646130" y="279883"/>
                  </a:moveTo>
                  <a:cubicBezTo>
                    <a:pt x="646130" y="272300"/>
                    <a:pt x="639976" y="266146"/>
                    <a:pt x="632393" y="266146"/>
                  </a:cubicBezTo>
                  <a:cubicBezTo>
                    <a:pt x="624809" y="266146"/>
                    <a:pt x="618656" y="272300"/>
                    <a:pt x="618656" y="279883"/>
                  </a:cubicBezTo>
                  <a:cubicBezTo>
                    <a:pt x="618656" y="287467"/>
                    <a:pt x="624809" y="293620"/>
                    <a:pt x="632393" y="293620"/>
                  </a:cubicBezTo>
                  <a:cubicBezTo>
                    <a:pt x="632417" y="293620"/>
                    <a:pt x="632450" y="293620"/>
                    <a:pt x="632474" y="293620"/>
                  </a:cubicBezTo>
                  <a:lnTo>
                    <a:pt x="632474" y="293620"/>
                  </a:lnTo>
                  <a:cubicBezTo>
                    <a:pt x="639928" y="293710"/>
                    <a:pt x="646041" y="287744"/>
                    <a:pt x="646130" y="280290"/>
                  </a:cubicBezTo>
                  <a:cubicBezTo>
                    <a:pt x="646130" y="280265"/>
                    <a:pt x="646130" y="280233"/>
                    <a:pt x="646130" y="280209"/>
                  </a:cubicBezTo>
                  <a:lnTo>
                    <a:pt x="646130" y="280209"/>
                  </a:lnTo>
                  <a:close/>
                  <a:moveTo>
                    <a:pt x="441617" y="392301"/>
                  </a:moveTo>
                  <a:cubicBezTo>
                    <a:pt x="441617" y="384717"/>
                    <a:pt x="435464" y="378563"/>
                    <a:pt x="427880" y="378563"/>
                  </a:cubicBezTo>
                  <a:cubicBezTo>
                    <a:pt x="420296" y="378563"/>
                    <a:pt x="414143" y="384717"/>
                    <a:pt x="414143" y="392301"/>
                  </a:cubicBezTo>
                  <a:cubicBezTo>
                    <a:pt x="414143" y="399884"/>
                    <a:pt x="420296" y="406038"/>
                    <a:pt x="427880" y="406038"/>
                  </a:cubicBezTo>
                  <a:lnTo>
                    <a:pt x="427880" y="406038"/>
                  </a:lnTo>
                  <a:cubicBezTo>
                    <a:pt x="435358" y="406086"/>
                    <a:pt x="441487" y="400104"/>
                    <a:pt x="441617" y="392626"/>
                  </a:cubicBezTo>
                  <a:lnTo>
                    <a:pt x="441617" y="392626"/>
                  </a:lnTo>
                  <a:close/>
                  <a:moveTo>
                    <a:pt x="482260" y="392301"/>
                  </a:moveTo>
                  <a:cubicBezTo>
                    <a:pt x="482260" y="384717"/>
                    <a:pt x="476106" y="378563"/>
                    <a:pt x="468522" y="378563"/>
                  </a:cubicBezTo>
                  <a:cubicBezTo>
                    <a:pt x="460938" y="378563"/>
                    <a:pt x="454785" y="384717"/>
                    <a:pt x="454785" y="392301"/>
                  </a:cubicBezTo>
                  <a:cubicBezTo>
                    <a:pt x="454785" y="399884"/>
                    <a:pt x="460938" y="406038"/>
                    <a:pt x="468522" y="406038"/>
                  </a:cubicBezTo>
                  <a:lnTo>
                    <a:pt x="468522" y="406038"/>
                  </a:lnTo>
                  <a:cubicBezTo>
                    <a:pt x="476017" y="406038"/>
                    <a:pt x="482097" y="399958"/>
                    <a:pt x="482097" y="392463"/>
                  </a:cubicBezTo>
                  <a:lnTo>
                    <a:pt x="482097" y="392463"/>
                  </a:lnTo>
                  <a:close/>
                  <a:moveTo>
                    <a:pt x="522902" y="392301"/>
                  </a:moveTo>
                  <a:cubicBezTo>
                    <a:pt x="522902" y="384717"/>
                    <a:pt x="516749" y="378563"/>
                    <a:pt x="509165" y="378563"/>
                  </a:cubicBezTo>
                  <a:cubicBezTo>
                    <a:pt x="501581" y="378563"/>
                    <a:pt x="495428" y="384717"/>
                    <a:pt x="495428" y="392301"/>
                  </a:cubicBezTo>
                  <a:cubicBezTo>
                    <a:pt x="495428" y="399884"/>
                    <a:pt x="501581" y="406038"/>
                    <a:pt x="509165" y="406038"/>
                  </a:cubicBezTo>
                  <a:lnTo>
                    <a:pt x="509165" y="406038"/>
                  </a:lnTo>
                  <a:cubicBezTo>
                    <a:pt x="516659" y="406038"/>
                    <a:pt x="522739" y="399958"/>
                    <a:pt x="522739" y="392463"/>
                  </a:cubicBezTo>
                  <a:lnTo>
                    <a:pt x="522739" y="392463"/>
                  </a:lnTo>
                  <a:close/>
                  <a:moveTo>
                    <a:pt x="563545" y="392301"/>
                  </a:moveTo>
                  <a:cubicBezTo>
                    <a:pt x="563545" y="384717"/>
                    <a:pt x="557391" y="378563"/>
                    <a:pt x="549807" y="378563"/>
                  </a:cubicBezTo>
                  <a:cubicBezTo>
                    <a:pt x="542223" y="378563"/>
                    <a:pt x="536070" y="384717"/>
                    <a:pt x="536070" y="392301"/>
                  </a:cubicBezTo>
                  <a:cubicBezTo>
                    <a:pt x="536070" y="399884"/>
                    <a:pt x="542223" y="406038"/>
                    <a:pt x="549807" y="406038"/>
                  </a:cubicBezTo>
                  <a:lnTo>
                    <a:pt x="549807" y="406038"/>
                  </a:lnTo>
                  <a:cubicBezTo>
                    <a:pt x="557302" y="406127"/>
                    <a:pt x="563455" y="400120"/>
                    <a:pt x="563545" y="392626"/>
                  </a:cubicBezTo>
                  <a:cubicBezTo>
                    <a:pt x="563545" y="392626"/>
                    <a:pt x="563545" y="392626"/>
                    <a:pt x="563545" y="392626"/>
                  </a:cubicBezTo>
                  <a:lnTo>
                    <a:pt x="563545" y="392626"/>
                  </a:lnTo>
                  <a:close/>
                  <a:moveTo>
                    <a:pt x="604187" y="392301"/>
                  </a:moveTo>
                  <a:cubicBezTo>
                    <a:pt x="604187" y="384717"/>
                    <a:pt x="598034" y="378563"/>
                    <a:pt x="590450" y="378563"/>
                  </a:cubicBezTo>
                  <a:cubicBezTo>
                    <a:pt x="582866" y="378563"/>
                    <a:pt x="576713" y="384717"/>
                    <a:pt x="576713" y="392301"/>
                  </a:cubicBezTo>
                  <a:cubicBezTo>
                    <a:pt x="576713" y="399884"/>
                    <a:pt x="582866" y="406038"/>
                    <a:pt x="590450" y="406038"/>
                  </a:cubicBezTo>
                  <a:lnTo>
                    <a:pt x="590450" y="406038"/>
                  </a:lnTo>
                  <a:cubicBezTo>
                    <a:pt x="597904" y="406038"/>
                    <a:pt x="603943" y="399998"/>
                    <a:pt x="603943" y="392544"/>
                  </a:cubicBezTo>
                  <a:cubicBezTo>
                    <a:pt x="603943" y="392520"/>
                    <a:pt x="603943" y="392488"/>
                    <a:pt x="603943" y="392463"/>
                  </a:cubicBezTo>
                  <a:lnTo>
                    <a:pt x="603943" y="392463"/>
                  </a:lnTo>
                  <a:close/>
                  <a:moveTo>
                    <a:pt x="644830" y="392301"/>
                  </a:moveTo>
                  <a:cubicBezTo>
                    <a:pt x="644830" y="384717"/>
                    <a:pt x="638676" y="378563"/>
                    <a:pt x="631092" y="378563"/>
                  </a:cubicBezTo>
                  <a:cubicBezTo>
                    <a:pt x="623508" y="378563"/>
                    <a:pt x="617355" y="384717"/>
                    <a:pt x="617355" y="392301"/>
                  </a:cubicBezTo>
                  <a:cubicBezTo>
                    <a:pt x="617355" y="399884"/>
                    <a:pt x="623508" y="406038"/>
                    <a:pt x="631092" y="406038"/>
                  </a:cubicBezTo>
                  <a:cubicBezTo>
                    <a:pt x="631117" y="406038"/>
                    <a:pt x="631149" y="406038"/>
                    <a:pt x="631173" y="406038"/>
                  </a:cubicBezTo>
                  <a:lnTo>
                    <a:pt x="631173" y="406038"/>
                  </a:lnTo>
                  <a:cubicBezTo>
                    <a:pt x="638627" y="406127"/>
                    <a:pt x="644740" y="400161"/>
                    <a:pt x="644830" y="392707"/>
                  </a:cubicBezTo>
                  <a:cubicBezTo>
                    <a:pt x="644830" y="392683"/>
                    <a:pt x="644830" y="392650"/>
                    <a:pt x="644830" y="392626"/>
                  </a:cubicBezTo>
                  <a:lnTo>
                    <a:pt x="644830" y="39262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3" name="Google Shape;83;p7"/>
          <p:cNvSpPr txBox="1">
            <a:spLocks noGrp="1"/>
          </p:cNvSpPr>
          <p:nvPr>
            <p:ph type="title"/>
          </p:nvPr>
        </p:nvSpPr>
        <p:spPr>
          <a:xfrm>
            <a:off x="4494325" y="907044"/>
            <a:ext cx="3742800" cy="5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7"/>
          <p:cNvSpPr txBox="1">
            <a:spLocks noGrp="1"/>
          </p:cNvSpPr>
          <p:nvPr>
            <p:ph type="subTitle" idx="1"/>
          </p:nvPr>
        </p:nvSpPr>
        <p:spPr>
          <a:xfrm>
            <a:off x="4494325" y="1526519"/>
            <a:ext cx="3742800" cy="26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7"/>
          <p:cNvSpPr>
            <a:spLocks noGrp="1"/>
          </p:cNvSpPr>
          <p:nvPr>
            <p:ph type="pic" idx="2"/>
          </p:nvPr>
        </p:nvSpPr>
        <p:spPr>
          <a:xfrm>
            <a:off x="906875" y="678300"/>
            <a:ext cx="3253500" cy="3786900"/>
          </a:xfrm>
          <a:prstGeom prst="snip2DiagRect">
            <a:avLst>
              <a:gd name="adj1" fmla="val 0"/>
              <a:gd name="adj2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6" name="Google Shape;86;p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8"/>
          <p:cNvGrpSpPr/>
          <p:nvPr/>
        </p:nvGrpSpPr>
        <p:grpSpPr>
          <a:xfrm>
            <a:off x="8" y="-1779122"/>
            <a:ext cx="8032721" cy="9488760"/>
            <a:chOff x="8" y="-1779122"/>
            <a:chExt cx="8032721" cy="9488760"/>
          </a:xfrm>
        </p:grpSpPr>
        <p:sp>
          <p:nvSpPr>
            <p:cNvPr id="89" name="Google Shape;89;p8"/>
            <p:cNvSpPr/>
            <p:nvPr/>
          </p:nvSpPr>
          <p:spPr>
            <a:xfrm flipH="1">
              <a:off x="8" y="4761517"/>
              <a:ext cx="3167369" cy="2948121"/>
            </a:xfrm>
            <a:custGeom>
              <a:avLst/>
              <a:gdLst/>
              <a:ahLst/>
              <a:cxnLst/>
              <a:rect l="l" t="t" r="r" b="b"/>
              <a:pathLst>
                <a:path w="3167369" h="2948121" extrusionOk="0">
                  <a:moveTo>
                    <a:pt x="34236" y="1013848"/>
                  </a:moveTo>
                  <a:cubicBezTo>
                    <a:pt x="34236" y="1013848"/>
                    <a:pt x="167945" y="448589"/>
                    <a:pt x="694863" y="173392"/>
                  </a:cubicBezTo>
                  <a:cubicBezTo>
                    <a:pt x="1221781" y="-101805"/>
                    <a:pt x="1850178" y="15442"/>
                    <a:pt x="2361884" y="96292"/>
                  </a:cubicBezTo>
                  <a:cubicBezTo>
                    <a:pt x="2873590" y="177143"/>
                    <a:pt x="3199076" y="568615"/>
                    <a:pt x="3164277" y="1038229"/>
                  </a:cubicBezTo>
                  <a:cubicBezTo>
                    <a:pt x="3129478" y="1507842"/>
                    <a:pt x="2716821" y="1552227"/>
                    <a:pt x="2401754" y="2023090"/>
                  </a:cubicBezTo>
                  <a:cubicBezTo>
                    <a:pt x="2086687" y="2493955"/>
                    <a:pt x="2070364" y="2669061"/>
                    <a:pt x="1562825" y="2885496"/>
                  </a:cubicBezTo>
                  <a:cubicBezTo>
                    <a:pt x="1055287" y="3101931"/>
                    <a:pt x="403481" y="2745814"/>
                    <a:pt x="152803" y="2114499"/>
                  </a:cubicBezTo>
                  <a:cubicBezTo>
                    <a:pt x="-97875" y="1483184"/>
                    <a:pt x="34236" y="1013848"/>
                    <a:pt x="34236" y="1013848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8"/>
            <p:cNvSpPr/>
            <p:nvPr/>
          </p:nvSpPr>
          <p:spPr>
            <a:xfrm rot="-1701538" flipH="1">
              <a:off x="5216436" y="-1284494"/>
              <a:ext cx="2539372" cy="1807589"/>
            </a:xfrm>
            <a:custGeom>
              <a:avLst/>
              <a:gdLst/>
              <a:ahLst/>
              <a:cxnLst/>
              <a:rect l="l" t="t" r="r" b="b"/>
              <a:pathLst>
                <a:path w="2539340" h="1807566" extrusionOk="0">
                  <a:moveTo>
                    <a:pt x="65938" y="1326437"/>
                  </a:moveTo>
                  <a:cubicBezTo>
                    <a:pt x="-119866" y="832095"/>
                    <a:pt x="116574" y="472088"/>
                    <a:pt x="371558" y="397906"/>
                  </a:cubicBezTo>
                  <a:cubicBezTo>
                    <a:pt x="729690" y="293717"/>
                    <a:pt x="1065248" y="672756"/>
                    <a:pt x="1296964" y="618995"/>
                  </a:cubicBezTo>
                  <a:cubicBezTo>
                    <a:pt x="1483462" y="575722"/>
                    <a:pt x="1514579" y="120625"/>
                    <a:pt x="1783734" y="27689"/>
                  </a:cubicBezTo>
                  <a:cubicBezTo>
                    <a:pt x="2117138" y="-87336"/>
                    <a:pt x="2533893" y="179179"/>
                    <a:pt x="2538755" y="616286"/>
                  </a:cubicBezTo>
                  <a:cubicBezTo>
                    <a:pt x="2543201" y="1050614"/>
                    <a:pt x="2096856" y="1427847"/>
                    <a:pt x="1798181" y="1577393"/>
                  </a:cubicBezTo>
                  <a:cubicBezTo>
                    <a:pt x="1503119" y="1725341"/>
                    <a:pt x="1019127" y="1838559"/>
                    <a:pt x="750042" y="1801329"/>
                  </a:cubicBezTo>
                  <a:cubicBezTo>
                    <a:pt x="443727" y="1758890"/>
                    <a:pt x="176795" y="1621291"/>
                    <a:pt x="65938" y="1326437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8"/>
          <p:cNvGrpSpPr/>
          <p:nvPr/>
        </p:nvGrpSpPr>
        <p:grpSpPr>
          <a:xfrm>
            <a:off x="-1194131" y="-559931"/>
            <a:ext cx="10595334" cy="5978442"/>
            <a:chOff x="-1194131" y="-559931"/>
            <a:chExt cx="10595334" cy="5978442"/>
          </a:xfrm>
        </p:grpSpPr>
        <p:grpSp>
          <p:nvGrpSpPr>
            <p:cNvPr id="92" name="Google Shape;92;p8"/>
            <p:cNvGrpSpPr/>
            <p:nvPr/>
          </p:nvGrpSpPr>
          <p:grpSpPr>
            <a:xfrm>
              <a:off x="-1194131" y="-559931"/>
              <a:ext cx="2269753" cy="2135869"/>
              <a:chOff x="-1194131" y="-559931"/>
              <a:chExt cx="2269753" cy="2135869"/>
            </a:xfrm>
          </p:grpSpPr>
          <p:sp>
            <p:nvSpPr>
              <p:cNvPr id="93" name="Google Shape;93;p8"/>
              <p:cNvSpPr/>
              <p:nvPr/>
            </p:nvSpPr>
            <p:spPr>
              <a:xfrm>
                <a:off x="-1194131" y="-297968"/>
                <a:ext cx="1687691" cy="1873906"/>
              </a:xfrm>
              <a:custGeom>
                <a:avLst/>
                <a:gdLst/>
                <a:ahLst/>
                <a:cxnLst/>
                <a:rect l="l" t="t" r="r" b="b"/>
                <a:pathLst>
                  <a:path w="1928790" h="2141607" extrusionOk="0">
                    <a:moveTo>
                      <a:pt x="1933821" y="1322611"/>
                    </a:moveTo>
                    <a:lnTo>
                      <a:pt x="1933385" y="1304949"/>
                    </a:lnTo>
                    <a:lnTo>
                      <a:pt x="1656981" y="1311645"/>
                    </a:lnTo>
                    <a:cubicBezTo>
                      <a:pt x="1650349" y="1142798"/>
                      <a:pt x="1569993" y="992663"/>
                      <a:pt x="1447187" y="892562"/>
                    </a:cubicBezTo>
                    <a:lnTo>
                      <a:pt x="1640288" y="647577"/>
                    </a:lnTo>
                    <a:lnTo>
                      <a:pt x="1626420" y="636640"/>
                    </a:lnTo>
                    <a:lnTo>
                      <a:pt x="1433308" y="881648"/>
                    </a:lnTo>
                    <a:cubicBezTo>
                      <a:pt x="1336578" y="807477"/>
                      <a:pt x="1218507" y="766472"/>
                      <a:pt x="1096623" y="764731"/>
                    </a:cubicBezTo>
                    <a:lnTo>
                      <a:pt x="1096623" y="23429"/>
                    </a:lnTo>
                    <a:lnTo>
                      <a:pt x="1864744" y="23429"/>
                    </a:lnTo>
                    <a:lnTo>
                      <a:pt x="1864744" y="5767"/>
                    </a:lnTo>
                    <a:lnTo>
                      <a:pt x="1078961" y="5767"/>
                    </a:lnTo>
                    <a:lnTo>
                      <a:pt x="1078961" y="764708"/>
                    </a:lnTo>
                    <a:cubicBezTo>
                      <a:pt x="768868" y="769466"/>
                      <a:pt x="518035" y="1023038"/>
                      <a:pt x="518035" y="1334239"/>
                    </a:cubicBezTo>
                    <a:cubicBezTo>
                      <a:pt x="518035" y="1459790"/>
                      <a:pt x="558941" y="1575917"/>
                      <a:pt x="628000" y="1670193"/>
                    </a:cubicBezTo>
                    <a:lnTo>
                      <a:pt x="5030" y="2140354"/>
                    </a:lnTo>
                    <a:lnTo>
                      <a:pt x="25036" y="2147374"/>
                    </a:lnTo>
                    <a:lnTo>
                      <a:pt x="638717" y="1684258"/>
                    </a:lnTo>
                    <a:cubicBezTo>
                      <a:pt x="743077" y="1817873"/>
                      <a:pt x="905524" y="1904026"/>
                      <a:pt x="1087815" y="1904026"/>
                    </a:cubicBezTo>
                    <a:cubicBezTo>
                      <a:pt x="1401987" y="1904026"/>
                      <a:pt x="1657602" y="1648434"/>
                      <a:pt x="1657602" y="1334239"/>
                    </a:cubicBezTo>
                    <a:cubicBezTo>
                      <a:pt x="1657602" y="1332580"/>
                      <a:pt x="1657492" y="1330944"/>
                      <a:pt x="1657474" y="1329284"/>
                    </a:cubicBezTo>
                    <a:close/>
                    <a:moveTo>
                      <a:pt x="1639330" y="1312063"/>
                    </a:moveTo>
                    <a:lnTo>
                      <a:pt x="1462360" y="1316345"/>
                    </a:lnTo>
                    <a:cubicBezTo>
                      <a:pt x="1457457" y="1210882"/>
                      <a:pt x="1408300" y="1112377"/>
                      <a:pt x="1326969" y="1045058"/>
                    </a:cubicBezTo>
                    <a:lnTo>
                      <a:pt x="1436250" y="906412"/>
                    </a:lnTo>
                    <a:cubicBezTo>
                      <a:pt x="1555069" y="1003380"/>
                      <a:pt x="1632832" y="1148693"/>
                      <a:pt x="1639330" y="1312063"/>
                    </a:cubicBezTo>
                    <a:close/>
                    <a:moveTo>
                      <a:pt x="1096623" y="976881"/>
                    </a:moveTo>
                    <a:cubicBezTo>
                      <a:pt x="1170846" y="978651"/>
                      <a:pt x="1242650" y="1003618"/>
                      <a:pt x="1301955" y="1048278"/>
                    </a:cubicBezTo>
                    <a:lnTo>
                      <a:pt x="1096623" y="1308802"/>
                    </a:lnTo>
                    <a:close/>
                    <a:moveTo>
                      <a:pt x="1078961" y="1329853"/>
                    </a:moveTo>
                    <a:lnTo>
                      <a:pt x="797323" y="1542414"/>
                    </a:lnTo>
                    <a:cubicBezTo>
                      <a:pt x="755117" y="1483689"/>
                      <a:pt x="729970" y="1411932"/>
                      <a:pt x="729970" y="1334257"/>
                    </a:cubicBezTo>
                    <a:cubicBezTo>
                      <a:pt x="729970" y="1139938"/>
                      <a:pt x="885756" y="981633"/>
                      <a:pt x="1078961" y="976887"/>
                    </a:cubicBezTo>
                    <a:close/>
                    <a:moveTo>
                      <a:pt x="1078961" y="1351983"/>
                    </a:moveTo>
                    <a:lnTo>
                      <a:pt x="1078961" y="1359717"/>
                    </a:lnTo>
                    <a:lnTo>
                      <a:pt x="1092150" y="1342983"/>
                    </a:lnTo>
                    <a:lnTo>
                      <a:pt x="1445609" y="1334425"/>
                    </a:lnTo>
                    <a:cubicBezTo>
                      <a:pt x="1445516" y="1531663"/>
                      <a:pt x="1285036" y="1692114"/>
                      <a:pt x="1087815" y="1692114"/>
                    </a:cubicBezTo>
                    <a:cubicBezTo>
                      <a:pt x="974514" y="1692114"/>
                      <a:pt x="873536" y="1639017"/>
                      <a:pt x="807924" y="1556584"/>
                    </a:cubicBezTo>
                    <a:close/>
                    <a:moveTo>
                      <a:pt x="1106348" y="1324967"/>
                    </a:moveTo>
                    <a:lnTo>
                      <a:pt x="1316038" y="1058943"/>
                    </a:lnTo>
                    <a:cubicBezTo>
                      <a:pt x="1393249" y="1122995"/>
                      <a:pt x="1439952" y="1216568"/>
                      <a:pt x="1444733" y="1316774"/>
                    </a:cubicBezTo>
                    <a:close/>
                    <a:moveTo>
                      <a:pt x="1422382" y="895498"/>
                    </a:moveTo>
                    <a:lnTo>
                      <a:pt x="1312875" y="1034428"/>
                    </a:lnTo>
                    <a:cubicBezTo>
                      <a:pt x="1250460" y="987308"/>
                      <a:pt x="1174809" y="960994"/>
                      <a:pt x="1096623" y="959219"/>
                    </a:cubicBezTo>
                    <a:lnTo>
                      <a:pt x="1096623" y="782382"/>
                    </a:lnTo>
                    <a:cubicBezTo>
                      <a:pt x="1214544" y="784128"/>
                      <a:pt x="1328762" y="823793"/>
                      <a:pt x="1422382" y="895510"/>
                    </a:cubicBezTo>
                    <a:close/>
                    <a:moveTo>
                      <a:pt x="535697" y="1334262"/>
                    </a:moveTo>
                    <a:cubicBezTo>
                      <a:pt x="535697" y="1032798"/>
                      <a:pt x="778605" y="787146"/>
                      <a:pt x="1078961" y="782393"/>
                    </a:cubicBezTo>
                    <a:lnTo>
                      <a:pt x="1078961" y="959230"/>
                    </a:lnTo>
                    <a:cubicBezTo>
                      <a:pt x="876020" y="963988"/>
                      <a:pt x="712308" y="1130207"/>
                      <a:pt x="712308" y="1334262"/>
                    </a:cubicBezTo>
                    <a:cubicBezTo>
                      <a:pt x="712308" y="1415924"/>
                      <a:pt x="738807" y="1491354"/>
                      <a:pt x="783241" y="1553009"/>
                    </a:cubicBezTo>
                    <a:lnTo>
                      <a:pt x="642094" y="1659540"/>
                    </a:lnTo>
                    <a:cubicBezTo>
                      <a:pt x="575274" y="1568264"/>
                      <a:pt x="535697" y="1455821"/>
                      <a:pt x="535697" y="1334262"/>
                    </a:cubicBezTo>
                    <a:close/>
                    <a:moveTo>
                      <a:pt x="1639876" y="1334262"/>
                    </a:moveTo>
                    <a:cubicBezTo>
                      <a:pt x="1639876" y="1638692"/>
                      <a:pt x="1392199" y="1886369"/>
                      <a:pt x="1087775" y="1886369"/>
                    </a:cubicBezTo>
                    <a:cubicBezTo>
                      <a:pt x="911234" y="1886369"/>
                      <a:pt x="753898" y="1802979"/>
                      <a:pt x="652764" y="1673622"/>
                    </a:cubicBezTo>
                    <a:lnTo>
                      <a:pt x="793807" y="1567179"/>
                    </a:lnTo>
                    <a:cubicBezTo>
                      <a:pt x="862686" y="1653883"/>
                      <a:pt x="968740" y="1709753"/>
                      <a:pt x="1087815" y="1709753"/>
                    </a:cubicBezTo>
                    <a:cubicBezTo>
                      <a:pt x="1294859" y="1709753"/>
                      <a:pt x="1463300" y="1541312"/>
                      <a:pt x="1463300" y="1334262"/>
                    </a:cubicBezTo>
                    <a:cubicBezTo>
                      <a:pt x="1463300" y="1334176"/>
                      <a:pt x="1463300" y="1334094"/>
                      <a:pt x="1463300" y="1334007"/>
                    </a:cubicBezTo>
                    <a:lnTo>
                      <a:pt x="1639812" y="1329737"/>
                    </a:lnTo>
                    <a:cubicBezTo>
                      <a:pt x="1639789" y="1331251"/>
                      <a:pt x="1639893" y="1332742"/>
                      <a:pt x="1639893" y="1334262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4" name="Google Shape;94;p8"/>
              <p:cNvSpPr/>
              <p:nvPr/>
            </p:nvSpPr>
            <p:spPr>
              <a:xfrm>
                <a:off x="-397817" y="220552"/>
                <a:ext cx="951075" cy="790293"/>
              </a:xfrm>
              <a:custGeom>
                <a:avLst/>
                <a:gdLst/>
                <a:ahLst/>
                <a:cxnLst/>
                <a:rect l="l" t="t" r="r" b="b"/>
                <a:pathLst>
                  <a:path w="1086943" h="903192" extrusionOk="0">
                    <a:moveTo>
                      <a:pt x="176543" y="908959"/>
                    </a:moveTo>
                    <a:cubicBezTo>
                      <a:pt x="163116" y="908954"/>
                      <a:pt x="149742" y="907369"/>
                      <a:pt x="136687" y="904242"/>
                    </a:cubicBezTo>
                    <a:cubicBezTo>
                      <a:pt x="44715" y="882263"/>
                      <a:pt x="-12229" y="789548"/>
                      <a:pt x="9744" y="697581"/>
                    </a:cubicBezTo>
                    <a:lnTo>
                      <a:pt x="9744" y="697581"/>
                    </a:lnTo>
                    <a:cubicBezTo>
                      <a:pt x="31735" y="605603"/>
                      <a:pt x="124467" y="548671"/>
                      <a:pt x="216405" y="570644"/>
                    </a:cubicBezTo>
                    <a:cubicBezTo>
                      <a:pt x="308342" y="592618"/>
                      <a:pt x="365321" y="685338"/>
                      <a:pt x="343336" y="777305"/>
                    </a:cubicBezTo>
                    <a:cubicBezTo>
                      <a:pt x="324548" y="855926"/>
                      <a:pt x="254068" y="908959"/>
                      <a:pt x="176543" y="908959"/>
                    </a:cubicBezTo>
                    <a:close/>
                    <a:moveTo>
                      <a:pt x="26925" y="701689"/>
                    </a:moveTo>
                    <a:lnTo>
                      <a:pt x="26925" y="701689"/>
                    </a:lnTo>
                    <a:cubicBezTo>
                      <a:pt x="7197" y="784187"/>
                      <a:pt x="58298" y="867345"/>
                      <a:pt x="140789" y="887067"/>
                    </a:cubicBezTo>
                    <a:cubicBezTo>
                      <a:pt x="223281" y="906789"/>
                      <a:pt x="306445" y="855694"/>
                      <a:pt x="326161" y="773197"/>
                    </a:cubicBezTo>
                    <a:cubicBezTo>
                      <a:pt x="345878" y="690700"/>
                      <a:pt x="294829" y="607541"/>
                      <a:pt x="212303" y="587819"/>
                    </a:cubicBezTo>
                    <a:cubicBezTo>
                      <a:pt x="129776" y="568097"/>
                      <a:pt x="46653" y="619204"/>
                      <a:pt x="26925" y="701689"/>
                    </a:cubicBezTo>
                    <a:close/>
                    <a:moveTo>
                      <a:pt x="176398" y="648999"/>
                    </a:moveTo>
                    <a:cubicBezTo>
                      <a:pt x="225172" y="648999"/>
                      <a:pt x="264709" y="688536"/>
                      <a:pt x="264709" y="737310"/>
                    </a:cubicBezTo>
                    <a:cubicBezTo>
                      <a:pt x="264709" y="786078"/>
                      <a:pt x="225172" y="825615"/>
                      <a:pt x="176404" y="825615"/>
                    </a:cubicBezTo>
                    <a:cubicBezTo>
                      <a:pt x="176404" y="825615"/>
                      <a:pt x="176398" y="825615"/>
                      <a:pt x="176398" y="825615"/>
                    </a:cubicBezTo>
                    <a:cubicBezTo>
                      <a:pt x="127630" y="825615"/>
                      <a:pt x="88093" y="786078"/>
                      <a:pt x="88093" y="737310"/>
                    </a:cubicBezTo>
                    <a:cubicBezTo>
                      <a:pt x="88087" y="688541"/>
                      <a:pt x="127624" y="649004"/>
                      <a:pt x="176392" y="648999"/>
                    </a:cubicBezTo>
                    <a:cubicBezTo>
                      <a:pt x="176392" y="648999"/>
                      <a:pt x="176398" y="648999"/>
                      <a:pt x="176398" y="648999"/>
                    </a:cubicBezTo>
                    <a:close/>
                    <a:moveTo>
                      <a:pt x="1047817" y="682025"/>
                    </a:moveTo>
                    <a:cubicBezTo>
                      <a:pt x="1072205" y="682025"/>
                      <a:pt x="1091973" y="701794"/>
                      <a:pt x="1091973" y="726181"/>
                    </a:cubicBezTo>
                    <a:cubicBezTo>
                      <a:pt x="1091973" y="750568"/>
                      <a:pt x="1072205" y="770336"/>
                      <a:pt x="1047817" y="770336"/>
                    </a:cubicBezTo>
                    <a:cubicBezTo>
                      <a:pt x="1023436" y="770331"/>
                      <a:pt x="1003668" y="750568"/>
                      <a:pt x="1003668" y="726181"/>
                    </a:cubicBezTo>
                    <a:cubicBezTo>
                      <a:pt x="1003668" y="701800"/>
                      <a:pt x="1023436" y="682031"/>
                      <a:pt x="1047817" y="682025"/>
                    </a:cubicBezTo>
                    <a:close/>
                    <a:moveTo>
                      <a:pt x="723910" y="5767"/>
                    </a:moveTo>
                    <a:cubicBezTo>
                      <a:pt x="748297" y="5772"/>
                      <a:pt x="768059" y="25541"/>
                      <a:pt x="768059" y="49922"/>
                    </a:cubicBezTo>
                    <a:cubicBezTo>
                      <a:pt x="768059" y="74309"/>
                      <a:pt x="748297" y="94072"/>
                      <a:pt x="723910" y="94078"/>
                    </a:cubicBezTo>
                    <a:cubicBezTo>
                      <a:pt x="699522" y="94078"/>
                      <a:pt x="679754" y="74309"/>
                      <a:pt x="679754" y="49922"/>
                    </a:cubicBezTo>
                    <a:cubicBezTo>
                      <a:pt x="679754" y="25535"/>
                      <a:pt x="699522" y="5767"/>
                      <a:pt x="723910" y="576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5" name="Google Shape;95;p8"/>
              <p:cNvSpPr/>
              <p:nvPr/>
            </p:nvSpPr>
            <p:spPr>
              <a:xfrm>
                <a:off x="481797" y="-559931"/>
                <a:ext cx="593825" cy="371934"/>
              </a:xfrm>
              <a:custGeom>
                <a:avLst/>
                <a:gdLst/>
                <a:ahLst/>
                <a:cxnLst/>
                <a:rect l="l" t="t" r="r" b="b"/>
                <a:pathLst>
                  <a:path w="678657" h="425067" extrusionOk="0">
                    <a:moveTo>
                      <a:pt x="68497" y="32523"/>
                    </a:moveTo>
                    <a:lnTo>
                      <a:pt x="18870" y="32523"/>
                    </a:lnTo>
                    <a:cubicBezTo>
                      <a:pt x="12140" y="32621"/>
                      <a:pt x="6604" y="27248"/>
                      <a:pt x="6506" y="20518"/>
                    </a:cubicBezTo>
                    <a:cubicBezTo>
                      <a:pt x="6506" y="20518"/>
                      <a:pt x="6506" y="20512"/>
                      <a:pt x="6506" y="20512"/>
                    </a:cubicBezTo>
                    <a:lnTo>
                      <a:pt x="6506" y="20332"/>
                    </a:lnTo>
                    <a:cubicBezTo>
                      <a:pt x="6511" y="13503"/>
                      <a:pt x="12047" y="7973"/>
                      <a:pt x="18870" y="7973"/>
                    </a:cubicBezTo>
                    <a:lnTo>
                      <a:pt x="68497" y="7973"/>
                    </a:lnTo>
                    <a:cubicBezTo>
                      <a:pt x="75327" y="7973"/>
                      <a:pt x="80856" y="13503"/>
                      <a:pt x="80862" y="20332"/>
                    </a:cubicBezTo>
                    <a:cubicBezTo>
                      <a:pt x="80862" y="27063"/>
                      <a:pt x="75408" y="32517"/>
                      <a:pt x="68677" y="32517"/>
                    </a:cubicBezTo>
                    <a:close/>
                    <a:moveTo>
                      <a:pt x="80862" y="77201"/>
                    </a:moveTo>
                    <a:cubicBezTo>
                      <a:pt x="80862" y="70371"/>
                      <a:pt x="75327" y="64836"/>
                      <a:pt x="68497" y="64836"/>
                    </a:cubicBezTo>
                    <a:lnTo>
                      <a:pt x="18870" y="64836"/>
                    </a:lnTo>
                    <a:cubicBezTo>
                      <a:pt x="12041" y="64836"/>
                      <a:pt x="6506" y="70371"/>
                      <a:pt x="6506" y="77201"/>
                    </a:cubicBezTo>
                    <a:cubicBezTo>
                      <a:pt x="6511" y="84030"/>
                      <a:pt x="12047" y="89559"/>
                      <a:pt x="18870" y="89559"/>
                    </a:cubicBezTo>
                    <a:lnTo>
                      <a:pt x="68497" y="89559"/>
                    </a:lnTo>
                    <a:cubicBezTo>
                      <a:pt x="75327" y="89559"/>
                      <a:pt x="80856" y="84030"/>
                      <a:pt x="80862" y="77201"/>
                    </a:cubicBezTo>
                    <a:close/>
                    <a:moveTo>
                      <a:pt x="80862" y="134063"/>
                    </a:moveTo>
                    <a:cubicBezTo>
                      <a:pt x="80862" y="127332"/>
                      <a:pt x="75408" y="121878"/>
                      <a:pt x="68677" y="121878"/>
                    </a:cubicBezTo>
                    <a:lnTo>
                      <a:pt x="18870" y="121878"/>
                    </a:lnTo>
                    <a:cubicBezTo>
                      <a:pt x="12140" y="121780"/>
                      <a:pt x="6604" y="127153"/>
                      <a:pt x="6506" y="133883"/>
                    </a:cubicBezTo>
                    <a:cubicBezTo>
                      <a:pt x="6506" y="133883"/>
                      <a:pt x="6506" y="133883"/>
                      <a:pt x="6506" y="133883"/>
                    </a:cubicBezTo>
                    <a:lnTo>
                      <a:pt x="6506" y="134063"/>
                    </a:lnTo>
                    <a:cubicBezTo>
                      <a:pt x="6506" y="140892"/>
                      <a:pt x="12041" y="146428"/>
                      <a:pt x="18870" y="146428"/>
                    </a:cubicBezTo>
                    <a:lnTo>
                      <a:pt x="68497" y="146428"/>
                    </a:lnTo>
                    <a:cubicBezTo>
                      <a:pt x="75321" y="146422"/>
                      <a:pt x="80850" y="140898"/>
                      <a:pt x="80856" y="134075"/>
                    </a:cubicBezTo>
                    <a:close/>
                    <a:moveTo>
                      <a:pt x="80862" y="190926"/>
                    </a:moveTo>
                    <a:cubicBezTo>
                      <a:pt x="80862" y="184195"/>
                      <a:pt x="75408" y="178741"/>
                      <a:pt x="68677" y="178741"/>
                    </a:cubicBezTo>
                    <a:lnTo>
                      <a:pt x="18870" y="178741"/>
                    </a:lnTo>
                    <a:cubicBezTo>
                      <a:pt x="12093" y="177929"/>
                      <a:pt x="5937" y="182762"/>
                      <a:pt x="5119" y="189539"/>
                    </a:cubicBezTo>
                    <a:cubicBezTo>
                      <a:pt x="4306" y="196316"/>
                      <a:pt x="9140" y="202472"/>
                      <a:pt x="15917" y="203291"/>
                    </a:cubicBezTo>
                    <a:cubicBezTo>
                      <a:pt x="16897" y="203406"/>
                      <a:pt x="17889" y="203406"/>
                      <a:pt x="18870" y="203291"/>
                    </a:cubicBezTo>
                    <a:lnTo>
                      <a:pt x="68497" y="203291"/>
                    </a:lnTo>
                    <a:cubicBezTo>
                      <a:pt x="75315" y="203285"/>
                      <a:pt x="80844" y="197761"/>
                      <a:pt x="80856" y="190943"/>
                    </a:cubicBezTo>
                    <a:close/>
                    <a:moveTo>
                      <a:pt x="80862" y="247788"/>
                    </a:moveTo>
                    <a:cubicBezTo>
                      <a:pt x="80862" y="241058"/>
                      <a:pt x="75408" y="235604"/>
                      <a:pt x="68677" y="235604"/>
                    </a:cubicBezTo>
                    <a:lnTo>
                      <a:pt x="18870" y="235604"/>
                    </a:lnTo>
                    <a:cubicBezTo>
                      <a:pt x="12093" y="234791"/>
                      <a:pt x="5937" y="239624"/>
                      <a:pt x="5119" y="246402"/>
                    </a:cubicBezTo>
                    <a:cubicBezTo>
                      <a:pt x="4306" y="253179"/>
                      <a:pt x="9140" y="259335"/>
                      <a:pt x="15917" y="260153"/>
                    </a:cubicBezTo>
                    <a:cubicBezTo>
                      <a:pt x="16897" y="260269"/>
                      <a:pt x="17889" y="260269"/>
                      <a:pt x="18870" y="260153"/>
                    </a:cubicBezTo>
                    <a:lnTo>
                      <a:pt x="68497" y="260153"/>
                    </a:lnTo>
                    <a:cubicBezTo>
                      <a:pt x="75327" y="260153"/>
                      <a:pt x="80862" y="254618"/>
                      <a:pt x="80862" y="247788"/>
                    </a:cubicBezTo>
                    <a:close/>
                    <a:moveTo>
                      <a:pt x="80862" y="304651"/>
                    </a:moveTo>
                    <a:cubicBezTo>
                      <a:pt x="80862" y="297920"/>
                      <a:pt x="75408" y="292466"/>
                      <a:pt x="68677" y="292466"/>
                    </a:cubicBezTo>
                    <a:lnTo>
                      <a:pt x="18870" y="292466"/>
                    </a:lnTo>
                    <a:cubicBezTo>
                      <a:pt x="12093" y="291654"/>
                      <a:pt x="5931" y="296487"/>
                      <a:pt x="5119" y="303270"/>
                    </a:cubicBezTo>
                    <a:cubicBezTo>
                      <a:pt x="5119" y="303270"/>
                      <a:pt x="5119" y="303270"/>
                      <a:pt x="5119" y="303270"/>
                    </a:cubicBezTo>
                    <a:cubicBezTo>
                      <a:pt x="4306" y="310047"/>
                      <a:pt x="9140" y="316203"/>
                      <a:pt x="15917" y="317016"/>
                    </a:cubicBezTo>
                    <a:cubicBezTo>
                      <a:pt x="15917" y="317016"/>
                      <a:pt x="15917" y="317016"/>
                      <a:pt x="15917" y="317016"/>
                    </a:cubicBezTo>
                    <a:cubicBezTo>
                      <a:pt x="16897" y="317138"/>
                      <a:pt x="17889" y="317138"/>
                      <a:pt x="18870" y="317016"/>
                    </a:cubicBezTo>
                    <a:lnTo>
                      <a:pt x="68497" y="317016"/>
                    </a:lnTo>
                    <a:cubicBezTo>
                      <a:pt x="75321" y="317021"/>
                      <a:pt x="80856" y="311486"/>
                      <a:pt x="80862" y="304663"/>
                    </a:cubicBezTo>
                    <a:cubicBezTo>
                      <a:pt x="80862" y="304663"/>
                      <a:pt x="80862" y="304657"/>
                      <a:pt x="80862" y="304657"/>
                    </a:cubicBezTo>
                    <a:close/>
                    <a:moveTo>
                      <a:pt x="80862" y="361514"/>
                    </a:moveTo>
                    <a:cubicBezTo>
                      <a:pt x="80862" y="354783"/>
                      <a:pt x="75408" y="349329"/>
                      <a:pt x="68677" y="349329"/>
                    </a:cubicBezTo>
                    <a:lnTo>
                      <a:pt x="18870" y="349329"/>
                    </a:lnTo>
                    <a:cubicBezTo>
                      <a:pt x="12093" y="348516"/>
                      <a:pt x="5937" y="353350"/>
                      <a:pt x="5119" y="360127"/>
                    </a:cubicBezTo>
                    <a:cubicBezTo>
                      <a:pt x="4306" y="366904"/>
                      <a:pt x="9140" y="373060"/>
                      <a:pt x="15917" y="373878"/>
                    </a:cubicBezTo>
                    <a:cubicBezTo>
                      <a:pt x="16897" y="373994"/>
                      <a:pt x="17889" y="373994"/>
                      <a:pt x="18870" y="373878"/>
                    </a:cubicBezTo>
                    <a:lnTo>
                      <a:pt x="68497" y="373878"/>
                    </a:lnTo>
                    <a:cubicBezTo>
                      <a:pt x="75327" y="373878"/>
                      <a:pt x="80862" y="368343"/>
                      <a:pt x="80862" y="361514"/>
                    </a:cubicBezTo>
                    <a:close/>
                    <a:moveTo>
                      <a:pt x="80862" y="418562"/>
                    </a:moveTo>
                    <a:cubicBezTo>
                      <a:pt x="80862" y="411732"/>
                      <a:pt x="75327" y="406197"/>
                      <a:pt x="68497" y="406197"/>
                    </a:cubicBezTo>
                    <a:lnTo>
                      <a:pt x="18870" y="406197"/>
                    </a:lnTo>
                    <a:cubicBezTo>
                      <a:pt x="12093" y="405385"/>
                      <a:pt x="5937" y="410218"/>
                      <a:pt x="5119" y="416995"/>
                    </a:cubicBezTo>
                    <a:cubicBezTo>
                      <a:pt x="4306" y="423772"/>
                      <a:pt x="9140" y="429928"/>
                      <a:pt x="15917" y="430747"/>
                    </a:cubicBezTo>
                    <a:cubicBezTo>
                      <a:pt x="16897" y="430863"/>
                      <a:pt x="17889" y="430863"/>
                      <a:pt x="18870" y="430747"/>
                    </a:cubicBezTo>
                    <a:lnTo>
                      <a:pt x="68497" y="430747"/>
                    </a:lnTo>
                    <a:cubicBezTo>
                      <a:pt x="75228" y="430845"/>
                      <a:pt x="80763" y="425472"/>
                      <a:pt x="80862" y="418742"/>
                    </a:cubicBezTo>
                    <a:cubicBezTo>
                      <a:pt x="80862" y="418742"/>
                      <a:pt x="80862" y="418736"/>
                      <a:pt x="80862" y="418736"/>
                    </a:cubicBezTo>
                    <a:close/>
                    <a:moveTo>
                      <a:pt x="267012" y="20292"/>
                    </a:moveTo>
                    <a:cubicBezTo>
                      <a:pt x="267017" y="13532"/>
                      <a:pt x="261586" y="8025"/>
                      <a:pt x="254827" y="7933"/>
                    </a:cubicBezTo>
                    <a:lnTo>
                      <a:pt x="124124" y="7933"/>
                    </a:lnTo>
                    <a:cubicBezTo>
                      <a:pt x="117335" y="8025"/>
                      <a:pt x="111858" y="13503"/>
                      <a:pt x="111765" y="20292"/>
                    </a:cubicBezTo>
                    <a:cubicBezTo>
                      <a:pt x="111858" y="27051"/>
                      <a:pt x="117364" y="32476"/>
                      <a:pt x="124124" y="32476"/>
                    </a:cubicBezTo>
                    <a:lnTo>
                      <a:pt x="254821" y="32476"/>
                    </a:lnTo>
                    <a:cubicBezTo>
                      <a:pt x="261552" y="32476"/>
                      <a:pt x="267006" y="27022"/>
                      <a:pt x="267006" y="20292"/>
                    </a:cubicBezTo>
                    <a:close/>
                    <a:moveTo>
                      <a:pt x="267012" y="77154"/>
                    </a:moveTo>
                    <a:cubicBezTo>
                      <a:pt x="267012" y="70394"/>
                      <a:pt x="261586" y="64888"/>
                      <a:pt x="254827" y="64789"/>
                    </a:cubicBezTo>
                    <a:lnTo>
                      <a:pt x="124124" y="64789"/>
                    </a:lnTo>
                    <a:cubicBezTo>
                      <a:pt x="117295" y="64795"/>
                      <a:pt x="111765" y="70325"/>
                      <a:pt x="111765" y="77154"/>
                    </a:cubicBezTo>
                    <a:cubicBezTo>
                      <a:pt x="111765" y="83977"/>
                      <a:pt x="117300" y="89513"/>
                      <a:pt x="124124" y="89513"/>
                    </a:cubicBezTo>
                    <a:lnTo>
                      <a:pt x="254821" y="89513"/>
                    </a:lnTo>
                    <a:cubicBezTo>
                      <a:pt x="261581" y="89420"/>
                      <a:pt x="267012" y="83914"/>
                      <a:pt x="267006" y="77154"/>
                    </a:cubicBezTo>
                    <a:close/>
                    <a:moveTo>
                      <a:pt x="267012" y="134017"/>
                    </a:moveTo>
                    <a:cubicBezTo>
                      <a:pt x="267012" y="127286"/>
                      <a:pt x="261557" y="121832"/>
                      <a:pt x="254827" y="121832"/>
                    </a:cubicBezTo>
                    <a:lnTo>
                      <a:pt x="124124" y="121832"/>
                    </a:lnTo>
                    <a:cubicBezTo>
                      <a:pt x="117364" y="121826"/>
                      <a:pt x="111858" y="127257"/>
                      <a:pt x="111765" y="134017"/>
                    </a:cubicBezTo>
                    <a:cubicBezTo>
                      <a:pt x="111858" y="140806"/>
                      <a:pt x="117335" y="146283"/>
                      <a:pt x="124124" y="146381"/>
                    </a:cubicBezTo>
                    <a:lnTo>
                      <a:pt x="254821" y="146381"/>
                    </a:lnTo>
                    <a:cubicBezTo>
                      <a:pt x="261581" y="146283"/>
                      <a:pt x="267006" y="140776"/>
                      <a:pt x="267006" y="134017"/>
                    </a:cubicBezTo>
                    <a:close/>
                    <a:moveTo>
                      <a:pt x="267012" y="190879"/>
                    </a:moveTo>
                    <a:cubicBezTo>
                      <a:pt x="267012" y="184149"/>
                      <a:pt x="261557" y="178694"/>
                      <a:pt x="254827" y="178694"/>
                    </a:cubicBezTo>
                    <a:lnTo>
                      <a:pt x="124124" y="178694"/>
                    </a:lnTo>
                    <a:cubicBezTo>
                      <a:pt x="117347" y="177882"/>
                      <a:pt x="111191" y="182716"/>
                      <a:pt x="110378" y="189492"/>
                    </a:cubicBezTo>
                    <a:cubicBezTo>
                      <a:pt x="110378" y="189492"/>
                      <a:pt x="110378" y="189492"/>
                      <a:pt x="110378" y="189492"/>
                    </a:cubicBezTo>
                    <a:cubicBezTo>
                      <a:pt x="109560" y="196270"/>
                      <a:pt x="114394" y="202426"/>
                      <a:pt x="121170" y="203244"/>
                    </a:cubicBezTo>
                    <a:cubicBezTo>
                      <a:pt x="121170" y="203244"/>
                      <a:pt x="121176" y="203244"/>
                      <a:pt x="121176" y="203244"/>
                    </a:cubicBezTo>
                    <a:cubicBezTo>
                      <a:pt x="122157" y="203360"/>
                      <a:pt x="123143" y="203360"/>
                      <a:pt x="124124" y="203244"/>
                    </a:cubicBezTo>
                    <a:lnTo>
                      <a:pt x="254821" y="203244"/>
                    </a:lnTo>
                    <a:cubicBezTo>
                      <a:pt x="261552" y="203244"/>
                      <a:pt x="267006" y="197790"/>
                      <a:pt x="267006" y="191059"/>
                    </a:cubicBezTo>
                    <a:cubicBezTo>
                      <a:pt x="267006" y="191001"/>
                      <a:pt x="267006" y="190937"/>
                      <a:pt x="267006" y="190879"/>
                    </a:cubicBezTo>
                    <a:close/>
                    <a:moveTo>
                      <a:pt x="267012" y="247742"/>
                    </a:moveTo>
                    <a:cubicBezTo>
                      <a:pt x="267012" y="241011"/>
                      <a:pt x="261557" y="235557"/>
                      <a:pt x="254827" y="235557"/>
                    </a:cubicBezTo>
                    <a:lnTo>
                      <a:pt x="124124" y="235557"/>
                    </a:lnTo>
                    <a:cubicBezTo>
                      <a:pt x="117347" y="234745"/>
                      <a:pt x="111191" y="239578"/>
                      <a:pt x="110378" y="246355"/>
                    </a:cubicBezTo>
                    <a:cubicBezTo>
                      <a:pt x="110378" y="246355"/>
                      <a:pt x="110378" y="246355"/>
                      <a:pt x="110378" y="246355"/>
                    </a:cubicBezTo>
                    <a:cubicBezTo>
                      <a:pt x="109560" y="253132"/>
                      <a:pt x="114394" y="259288"/>
                      <a:pt x="121170" y="260107"/>
                    </a:cubicBezTo>
                    <a:cubicBezTo>
                      <a:pt x="121170" y="260107"/>
                      <a:pt x="121176" y="260107"/>
                      <a:pt x="121176" y="260107"/>
                    </a:cubicBezTo>
                    <a:cubicBezTo>
                      <a:pt x="122157" y="260228"/>
                      <a:pt x="123143" y="260228"/>
                      <a:pt x="124124" y="260107"/>
                    </a:cubicBezTo>
                    <a:lnTo>
                      <a:pt x="254821" y="260107"/>
                    </a:lnTo>
                    <a:cubicBezTo>
                      <a:pt x="261552" y="260107"/>
                      <a:pt x="267006" y="254653"/>
                      <a:pt x="267006" y="247922"/>
                    </a:cubicBezTo>
                    <a:cubicBezTo>
                      <a:pt x="267006" y="247864"/>
                      <a:pt x="267006" y="247806"/>
                      <a:pt x="267006" y="247742"/>
                    </a:cubicBezTo>
                    <a:close/>
                    <a:moveTo>
                      <a:pt x="423494" y="304605"/>
                    </a:moveTo>
                    <a:cubicBezTo>
                      <a:pt x="423494" y="297874"/>
                      <a:pt x="418040" y="292420"/>
                      <a:pt x="411309" y="292420"/>
                    </a:cubicBezTo>
                    <a:lnTo>
                      <a:pt x="280606" y="292420"/>
                    </a:lnTo>
                    <a:cubicBezTo>
                      <a:pt x="273829" y="291601"/>
                      <a:pt x="267673" y="296435"/>
                      <a:pt x="266855" y="303212"/>
                    </a:cubicBezTo>
                    <a:cubicBezTo>
                      <a:pt x="266855" y="303212"/>
                      <a:pt x="266855" y="303218"/>
                      <a:pt x="266855" y="303218"/>
                    </a:cubicBezTo>
                    <a:cubicBezTo>
                      <a:pt x="266043" y="310001"/>
                      <a:pt x="270882" y="316151"/>
                      <a:pt x="277659" y="316969"/>
                    </a:cubicBezTo>
                    <a:cubicBezTo>
                      <a:pt x="278639" y="317085"/>
                      <a:pt x="279626" y="317085"/>
                      <a:pt x="280606" y="316969"/>
                    </a:cubicBezTo>
                    <a:lnTo>
                      <a:pt x="411123" y="316969"/>
                    </a:lnTo>
                    <a:cubicBezTo>
                      <a:pt x="417953" y="316969"/>
                      <a:pt x="423488" y="311434"/>
                      <a:pt x="423488" y="304605"/>
                    </a:cubicBezTo>
                    <a:close/>
                    <a:moveTo>
                      <a:pt x="423494" y="361467"/>
                    </a:moveTo>
                    <a:cubicBezTo>
                      <a:pt x="423494" y="354736"/>
                      <a:pt x="418040" y="349282"/>
                      <a:pt x="411309" y="349282"/>
                    </a:cubicBezTo>
                    <a:lnTo>
                      <a:pt x="280606" y="349282"/>
                    </a:lnTo>
                    <a:cubicBezTo>
                      <a:pt x="273829" y="348470"/>
                      <a:pt x="267673" y="353303"/>
                      <a:pt x="266855" y="360080"/>
                    </a:cubicBezTo>
                    <a:cubicBezTo>
                      <a:pt x="266043" y="366857"/>
                      <a:pt x="270882" y="373014"/>
                      <a:pt x="277659" y="373832"/>
                    </a:cubicBezTo>
                    <a:cubicBezTo>
                      <a:pt x="278639" y="373948"/>
                      <a:pt x="279626" y="373948"/>
                      <a:pt x="280606" y="373832"/>
                    </a:cubicBezTo>
                    <a:lnTo>
                      <a:pt x="411123" y="373832"/>
                    </a:lnTo>
                    <a:cubicBezTo>
                      <a:pt x="417953" y="373832"/>
                      <a:pt x="423488" y="368296"/>
                      <a:pt x="423488" y="361467"/>
                    </a:cubicBezTo>
                    <a:close/>
                    <a:moveTo>
                      <a:pt x="423494" y="418515"/>
                    </a:moveTo>
                    <a:cubicBezTo>
                      <a:pt x="423494" y="411686"/>
                      <a:pt x="417958" y="406151"/>
                      <a:pt x="411129" y="406151"/>
                    </a:cubicBezTo>
                    <a:lnTo>
                      <a:pt x="280606" y="406151"/>
                    </a:lnTo>
                    <a:cubicBezTo>
                      <a:pt x="273829" y="405338"/>
                      <a:pt x="267673" y="410172"/>
                      <a:pt x="266855" y="416949"/>
                    </a:cubicBezTo>
                    <a:cubicBezTo>
                      <a:pt x="266043" y="423726"/>
                      <a:pt x="270876" y="429888"/>
                      <a:pt x="277659" y="430700"/>
                    </a:cubicBezTo>
                    <a:cubicBezTo>
                      <a:pt x="277659" y="430700"/>
                      <a:pt x="277659" y="430700"/>
                      <a:pt x="277659" y="430700"/>
                    </a:cubicBezTo>
                    <a:cubicBezTo>
                      <a:pt x="278639" y="430816"/>
                      <a:pt x="279626" y="430816"/>
                      <a:pt x="280606" y="430700"/>
                    </a:cubicBezTo>
                    <a:lnTo>
                      <a:pt x="411123" y="430700"/>
                    </a:lnTo>
                    <a:cubicBezTo>
                      <a:pt x="417854" y="430799"/>
                      <a:pt x="423390" y="425426"/>
                      <a:pt x="423488" y="418695"/>
                    </a:cubicBezTo>
                    <a:cubicBezTo>
                      <a:pt x="423488" y="418695"/>
                      <a:pt x="423488" y="418690"/>
                      <a:pt x="423488" y="418690"/>
                    </a:cubicBezTo>
                    <a:lnTo>
                      <a:pt x="423488" y="418515"/>
                    </a:lnTo>
                    <a:close/>
                    <a:moveTo>
                      <a:pt x="324588" y="20245"/>
                    </a:moveTo>
                    <a:cubicBezTo>
                      <a:pt x="324686" y="12348"/>
                      <a:pt x="318368" y="5867"/>
                      <a:pt x="310471" y="5768"/>
                    </a:cubicBezTo>
                    <a:cubicBezTo>
                      <a:pt x="310471" y="5768"/>
                      <a:pt x="310465" y="5768"/>
                      <a:pt x="310459" y="5768"/>
                    </a:cubicBezTo>
                    <a:cubicBezTo>
                      <a:pt x="302562" y="5670"/>
                      <a:pt x="296081" y="11988"/>
                      <a:pt x="295983" y="19885"/>
                    </a:cubicBezTo>
                    <a:cubicBezTo>
                      <a:pt x="295983" y="19885"/>
                      <a:pt x="295983" y="19891"/>
                      <a:pt x="295983" y="19897"/>
                    </a:cubicBezTo>
                    <a:cubicBezTo>
                      <a:pt x="295884" y="27794"/>
                      <a:pt x="302208" y="34275"/>
                      <a:pt x="310111" y="34374"/>
                    </a:cubicBezTo>
                    <a:cubicBezTo>
                      <a:pt x="310111" y="34374"/>
                      <a:pt x="310111" y="34374"/>
                      <a:pt x="310111" y="34374"/>
                    </a:cubicBezTo>
                    <a:lnTo>
                      <a:pt x="310285" y="34374"/>
                    </a:lnTo>
                    <a:cubicBezTo>
                      <a:pt x="318118" y="34379"/>
                      <a:pt x="324495" y="28078"/>
                      <a:pt x="324588" y="20245"/>
                    </a:cubicBezTo>
                    <a:close/>
                    <a:moveTo>
                      <a:pt x="367154" y="20245"/>
                    </a:moveTo>
                    <a:cubicBezTo>
                      <a:pt x="367252" y="12348"/>
                      <a:pt x="360934" y="5867"/>
                      <a:pt x="353037" y="5768"/>
                    </a:cubicBezTo>
                    <a:cubicBezTo>
                      <a:pt x="353037" y="5768"/>
                      <a:pt x="353031" y="5768"/>
                      <a:pt x="353025" y="5768"/>
                    </a:cubicBezTo>
                    <a:cubicBezTo>
                      <a:pt x="345128" y="5658"/>
                      <a:pt x="338635" y="11965"/>
                      <a:pt x="338519" y="19868"/>
                    </a:cubicBezTo>
                    <a:cubicBezTo>
                      <a:pt x="338519" y="19874"/>
                      <a:pt x="338519" y="19885"/>
                      <a:pt x="338519" y="19897"/>
                    </a:cubicBezTo>
                    <a:cubicBezTo>
                      <a:pt x="338426" y="27794"/>
                      <a:pt x="344751" y="34275"/>
                      <a:pt x="352648" y="34374"/>
                    </a:cubicBezTo>
                    <a:cubicBezTo>
                      <a:pt x="352770" y="34374"/>
                      <a:pt x="352886" y="34374"/>
                      <a:pt x="353002" y="34374"/>
                    </a:cubicBezTo>
                    <a:cubicBezTo>
                      <a:pt x="360800" y="34588"/>
                      <a:pt x="367293" y="28438"/>
                      <a:pt x="367508" y="20645"/>
                    </a:cubicBezTo>
                    <a:cubicBezTo>
                      <a:pt x="367508" y="20628"/>
                      <a:pt x="367508" y="20616"/>
                      <a:pt x="367508" y="20605"/>
                    </a:cubicBezTo>
                    <a:cubicBezTo>
                      <a:pt x="367508" y="20483"/>
                      <a:pt x="367508" y="20367"/>
                      <a:pt x="367508" y="20245"/>
                    </a:cubicBezTo>
                    <a:close/>
                    <a:moveTo>
                      <a:pt x="409893" y="20245"/>
                    </a:moveTo>
                    <a:cubicBezTo>
                      <a:pt x="409992" y="12348"/>
                      <a:pt x="403673" y="5867"/>
                      <a:pt x="395776" y="5768"/>
                    </a:cubicBezTo>
                    <a:cubicBezTo>
                      <a:pt x="395776" y="5768"/>
                      <a:pt x="395771" y="5768"/>
                      <a:pt x="395765" y="5768"/>
                    </a:cubicBezTo>
                    <a:cubicBezTo>
                      <a:pt x="387868" y="5652"/>
                      <a:pt x="381375" y="11959"/>
                      <a:pt x="381259" y="19856"/>
                    </a:cubicBezTo>
                    <a:cubicBezTo>
                      <a:pt x="381259" y="19868"/>
                      <a:pt x="381259" y="19880"/>
                      <a:pt x="381259" y="19897"/>
                    </a:cubicBezTo>
                    <a:cubicBezTo>
                      <a:pt x="381160" y="27794"/>
                      <a:pt x="387485" y="34275"/>
                      <a:pt x="395382" y="34374"/>
                    </a:cubicBezTo>
                    <a:lnTo>
                      <a:pt x="395562" y="34374"/>
                    </a:lnTo>
                    <a:cubicBezTo>
                      <a:pt x="403395" y="34379"/>
                      <a:pt x="409771" y="28078"/>
                      <a:pt x="409864" y="20245"/>
                    </a:cubicBezTo>
                    <a:close/>
                    <a:moveTo>
                      <a:pt x="452459" y="20245"/>
                    </a:moveTo>
                    <a:cubicBezTo>
                      <a:pt x="452558" y="12348"/>
                      <a:pt x="446233" y="5867"/>
                      <a:pt x="438331" y="5768"/>
                    </a:cubicBezTo>
                    <a:cubicBezTo>
                      <a:pt x="438331" y="5768"/>
                      <a:pt x="438331" y="5768"/>
                      <a:pt x="438331" y="5768"/>
                    </a:cubicBezTo>
                    <a:cubicBezTo>
                      <a:pt x="430433" y="5658"/>
                      <a:pt x="423941" y="11965"/>
                      <a:pt x="423825" y="19868"/>
                    </a:cubicBezTo>
                    <a:cubicBezTo>
                      <a:pt x="423825" y="19874"/>
                      <a:pt x="423825" y="19885"/>
                      <a:pt x="423825" y="19897"/>
                    </a:cubicBezTo>
                    <a:cubicBezTo>
                      <a:pt x="423732" y="27794"/>
                      <a:pt x="430056" y="34275"/>
                      <a:pt x="437953" y="34374"/>
                    </a:cubicBezTo>
                    <a:cubicBezTo>
                      <a:pt x="438075" y="34374"/>
                      <a:pt x="438191" y="34374"/>
                      <a:pt x="438307" y="34374"/>
                    </a:cubicBezTo>
                    <a:cubicBezTo>
                      <a:pt x="446111" y="34374"/>
                      <a:pt x="452436" y="28049"/>
                      <a:pt x="452436" y="20245"/>
                    </a:cubicBezTo>
                    <a:close/>
                    <a:moveTo>
                      <a:pt x="495199" y="20245"/>
                    </a:moveTo>
                    <a:cubicBezTo>
                      <a:pt x="495297" y="12348"/>
                      <a:pt x="488979" y="5867"/>
                      <a:pt x="481082" y="5768"/>
                    </a:cubicBezTo>
                    <a:cubicBezTo>
                      <a:pt x="481082" y="5768"/>
                      <a:pt x="481076" y="5768"/>
                      <a:pt x="481070" y="5768"/>
                    </a:cubicBezTo>
                    <a:cubicBezTo>
                      <a:pt x="473168" y="5658"/>
                      <a:pt x="466675" y="11977"/>
                      <a:pt x="466564" y="19880"/>
                    </a:cubicBezTo>
                    <a:cubicBezTo>
                      <a:pt x="466564" y="19885"/>
                      <a:pt x="466564" y="19891"/>
                      <a:pt x="466564" y="19897"/>
                    </a:cubicBezTo>
                    <a:cubicBezTo>
                      <a:pt x="466472" y="27800"/>
                      <a:pt x="472796" y="34281"/>
                      <a:pt x="480699" y="34374"/>
                    </a:cubicBezTo>
                    <a:cubicBezTo>
                      <a:pt x="480815" y="34374"/>
                      <a:pt x="480931" y="34374"/>
                      <a:pt x="481047" y="34374"/>
                    </a:cubicBezTo>
                    <a:cubicBezTo>
                      <a:pt x="488851" y="34374"/>
                      <a:pt x="495176" y="28049"/>
                      <a:pt x="495176" y="20245"/>
                    </a:cubicBezTo>
                    <a:close/>
                    <a:moveTo>
                      <a:pt x="537939" y="20245"/>
                    </a:moveTo>
                    <a:cubicBezTo>
                      <a:pt x="538037" y="12348"/>
                      <a:pt x="531719" y="5867"/>
                      <a:pt x="523822" y="5768"/>
                    </a:cubicBezTo>
                    <a:cubicBezTo>
                      <a:pt x="523822" y="5768"/>
                      <a:pt x="523816" y="5768"/>
                      <a:pt x="523810" y="5768"/>
                    </a:cubicBezTo>
                    <a:cubicBezTo>
                      <a:pt x="515913" y="5670"/>
                      <a:pt x="509432" y="11988"/>
                      <a:pt x="509333" y="19885"/>
                    </a:cubicBezTo>
                    <a:cubicBezTo>
                      <a:pt x="509333" y="19885"/>
                      <a:pt x="509333" y="19891"/>
                      <a:pt x="509333" y="19897"/>
                    </a:cubicBezTo>
                    <a:cubicBezTo>
                      <a:pt x="509235" y="27794"/>
                      <a:pt x="515559" y="34275"/>
                      <a:pt x="523462" y="34374"/>
                    </a:cubicBezTo>
                    <a:cubicBezTo>
                      <a:pt x="523462" y="34374"/>
                      <a:pt x="523462" y="34374"/>
                      <a:pt x="523462" y="34374"/>
                    </a:cubicBezTo>
                    <a:lnTo>
                      <a:pt x="523636" y="34374"/>
                    </a:lnTo>
                    <a:cubicBezTo>
                      <a:pt x="531469" y="34379"/>
                      <a:pt x="537846" y="28078"/>
                      <a:pt x="537939" y="20245"/>
                    </a:cubicBezTo>
                    <a:close/>
                    <a:moveTo>
                      <a:pt x="324588" y="133970"/>
                    </a:moveTo>
                    <a:cubicBezTo>
                      <a:pt x="324588" y="126067"/>
                      <a:pt x="318188" y="119668"/>
                      <a:pt x="310285" y="119662"/>
                    </a:cubicBezTo>
                    <a:cubicBezTo>
                      <a:pt x="302382" y="119662"/>
                      <a:pt x="295977" y="126067"/>
                      <a:pt x="295977" y="133970"/>
                    </a:cubicBezTo>
                    <a:cubicBezTo>
                      <a:pt x="295930" y="141867"/>
                      <a:pt x="302301" y="148308"/>
                      <a:pt x="310198" y="148354"/>
                    </a:cubicBezTo>
                    <a:cubicBezTo>
                      <a:pt x="310227" y="148354"/>
                      <a:pt x="310250" y="148354"/>
                      <a:pt x="310279" y="148354"/>
                    </a:cubicBezTo>
                    <a:lnTo>
                      <a:pt x="310279" y="148354"/>
                    </a:lnTo>
                    <a:cubicBezTo>
                      <a:pt x="318072" y="148453"/>
                      <a:pt x="324472" y="142221"/>
                      <a:pt x="324582" y="134429"/>
                    </a:cubicBezTo>
                    <a:cubicBezTo>
                      <a:pt x="324582" y="134312"/>
                      <a:pt x="324582" y="134191"/>
                      <a:pt x="324582" y="134075"/>
                    </a:cubicBezTo>
                    <a:close/>
                    <a:moveTo>
                      <a:pt x="367154" y="133970"/>
                    </a:moveTo>
                    <a:cubicBezTo>
                      <a:pt x="367159" y="126073"/>
                      <a:pt x="360760" y="119673"/>
                      <a:pt x="352862" y="119668"/>
                    </a:cubicBezTo>
                    <a:cubicBezTo>
                      <a:pt x="352857" y="119668"/>
                      <a:pt x="352851" y="119668"/>
                      <a:pt x="352845" y="119668"/>
                    </a:cubicBezTo>
                    <a:cubicBezTo>
                      <a:pt x="344948" y="119668"/>
                      <a:pt x="338542" y="126073"/>
                      <a:pt x="338542" y="133970"/>
                    </a:cubicBezTo>
                    <a:cubicBezTo>
                      <a:pt x="338542" y="141873"/>
                      <a:pt x="344948" y="148279"/>
                      <a:pt x="352851" y="148279"/>
                    </a:cubicBezTo>
                    <a:lnTo>
                      <a:pt x="353025" y="148279"/>
                    </a:lnTo>
                    <a:cubicBezTo>
                      <a:pt x="360823" y="148494"/>
                      <a:pt x="367316" y="142343"/>
                      <a:pt x="367531" y="134550"/>
                    </a:cubicBezTo>
                    <a:cubicBezTo>
                      <a:pt x="367531" y="134533"/>
                      <a:pt x="367531" y="134522"/>
                      <a:pt x="367531" y="134510"/>
                    </a:cubicBezTo>
                    <a:cubicBezTo>
                      <a:pt x="367531" y="134330"/>
                      <a:pt x="367531" y="134156"/>
                      <a:pt x="367531" y="133976"/>
                    </a:cubicBezTo>
                    <a:close/>
                    <a:moveTo>
                      <a:pt x="409893" y="133970"/>
                    </a:moveTo>
                    <a:cubicBezTo>
                      <a:pt x="409893" y="126067"/>
                      <a:pt x="403493" y="119668"/>
                      <a:pt x="395591" y="119662"/>
                    </a:cubicBezTo>
                    <a:cubicBezTo>
                      <a:pt x="387688" y="119662"/>
                      <a:pt x="381282" y="126067"/>
                      <a:pt x="381282" y="133970"/>
                    </a:cubicBezTo>
                    <a:cubicBezTo>
                      <a:pt x="381282" y="141867"/>
                      <a:pt x="387688" y="148273"/>
                      <a:pt x="395585" y="148273"/>
                    </a:cubicBezTo>
                    <a:cubicBezTo>
                      <a:pt x="395585" y="148273"/>
                      <a:pt x="395591" y="148273"/>
                      <a:pt x="395591" y="148273"/>
                    </a:cubicBezTo>
                    <a:lnTo>
                      <a:pt x="395591" y="148273"/>
                    </a:lnTo>
                    <a:cubicBezTo>
                      <a:pt x="403383" y="148371"/>
                      <a:pt x="409783" y="142140"/>
                      <a:pt x="409893" y="134347"/>
                    </a:cubicBezTo>
                    <a:cubicBezTo>
                      <a:pt x="409893" y="134231"/>
                      <a:pt x="409893" y="134110"/>
                      <a:pt x="409893" y="133993"/>
                    </a:cubicBezTo>
                    <a:close/>
                    <a:moveTo>
                      <a:pt x="452459" y="133970"/>
                    </a:moveTo>
                    <a:cubicBezTo>
                      <a:pt x="452465" y="126073"/>
                      <a:pt x="446065" y="119673"/>
                      <a:pt x="438168" y="119668"/>
                    </a:cubicBezTo>
                    <a:cubicBezTo>
                      <a:pt x="438162" y="119668"/>
                      <a:pt x="438156" y="119668"/>
                      <a:pt x="438151" y="119668"/>
                    </a:cubicBezTo>
                    <a:cubicBezTo>
                      <a:pt x="430254" y="119668"/>
                      <a:pt x="423848" y="126073"/>
                      <a:pt x="423848" y="133970"/>
                    </a:cubicBezTo>
                    <a:cubicBezTo>
                      <a:pt x="423848" y="141873"/>
                      <a:pt x="430254" y="148279"/>
                      <a:pt x="438156" y="148279"/>
                    </a:cubicBezTo>
                    <a:lnTo>
                      <a:pt x="438331" y="148279"/>
                    </a:lnTo>
                    <a:cubicBezTo>
                      <a:pt x="446129" y="148284"/>
                      <a:pt x="452453" y="141960"/>
                      <a:pt x="452459" y="134162"/>
                    </a:cubicBezTo>
                    <a:cubicBezTo>
                      <a:pt x="452459" y="134162"/>
                      <a:pt x="452459" y="134156"/>
                      <a:pt x="452459" y="134156"/>
                    </a:cubicBezTo>
                    <a:lnTo>
                      <a:pt x="452459" y="133976"/>
                    </a:lnTo>
                    <a:close/>
                    <a:moveTo>
                      <a:pt x="495199" y="133970"/>
                    </a:moveTo>
                    <a:cubicBezTo>
                      <a:pt x="495205" y="126073"/>
                      <a:pt x="488805" y="119673"/>
                      <a:pt x="480908" y="119668"/>
                    </a:cubicBezTo>
                    <a:cubicBezTo>
                      <a:pt x="480902" y="119668"/>
                      <a:pt x="480896" y="119668"/>
                      <a:pt x="480891" y="119668"/>
                    </a:cubicBezTo>
                    <a:cubicBezTo>
                      <a:pt x="472993" y="119668"/>
                      <a:pt x="466588" y="126073"/>
                      <a:pt x="466588" y="133970"/>
                    </a:cubicBezTo>
                    <a:cubicBezTo>
                      <a:pt x="466588" y="141873"/>
                      <a:pt x="472993" y="148279"/>
                      <a:pt x="480896" y="148279"/>
                    </a:cubicBezTo>
                    <a:lnTo>
                      <a:pt x="481070" y="148279"/>
                    </a:lnTo>
                    <a:cubicBezTo>
                      <a:pt x="488869" y="148284"/>
                      <a:pt x="495193" y="141960"/>
                      <a:pt x="495199" y="134162"/>
                    </a:cubicBezTo>
                    <a:cubicBezTo>
                      <a:pt x="495199" y="134162"/>
                      <a:pt x="495199" y="134156"/>
                      <a:pt x="495199" y="134156"/>
                    </a:cubicBezTo>
                    <a:lnTo>
                      <a:pt x="495199" y="133976"/>
                    </a:lnTo>
                    <a:close/>
                    <a:moveTo>
                      <a:pt x="537939" y="133970"/>
                    </a:moveTo>
                    <a:cubicBezTo>
                      <a:pt x="537944" y="126073"/>
                      <a:pt x="531539" y="119668"/>
                      <a:pt x="523642" y="119662"/>
                    </a:cubicBezTo>
                    <a:cubicBezTo>
                      <a:pt x="523642" y="119662"/>
                      <a:pt x="523636" y="119662"/>
                      <a:pt x="523636" y="119662"/>
                    </a:cubicBezTo>
                    <a:cubicBezTo>
                      <a:pt x="515733" y="119662"/>
                      <a:pt x="509327" y="126067"/>
                      <a:pt x="509327" y="133970"/>
                    </a:cubicBezTo>
                    <a:cubicBezTo>
                      <a:pt x="509281" y="141867"/>
                      <a:pt x="515652" y="148308"/>
                      <a:pt x="523549" y="148354"/>
                    </a:cubicBezTo>
                    <a:cubicBezTo>
                      <a:pt x="523578" y="148354"/>
                      <a:pt x="523601" y="148354"/>
                      <a:pt x="523630" y="148354"/>
                    </a:cubicBezTo>
                    <a:lnTo>
                      <a:pt x="523630" y="148354"/>
                    </a:lnTo>
                    <a:cubicBezTo>
                      <a:pt x="531423" y="148453"/>
                      <a:pt x="537823" y="142221"/>
                      <a:pt x="537933" y="134429"/>
                    </a:cubicBezTo>
                    <a:cubicBezTo>
                      <a:pt x="537933" y="134312"/>
                      <a:pt x="537933" y="134191"/>
                      <a:pt x="537933" y="134075"/>
                    </a:cubicBezTo>
                    <a:close/>
                    <a:moveTo>
                      <a:pt x="470295" y="298396"/>
                    </a:moveTo>
                    <a:cubicBezTo>
                      <a:pt x="470295" y="290499"/>
                      <a:pt x="463890" y="284093"/>
                      <a:pt x="455993" y="284093"/>
                    </a:cubicBezTo>
                    <a:cubicBezTo>
                      <a:pt x="448090" y="284093"/>
                      <a:pt x="441684" y="290499"/>
                      <a:pt x="441684" y="298402"/>
                    </a:cubicBezTo>
                    <a:cubicBezTo>
                      <a:pt x="441690" y="306305"/>
                      <a:pt x="448090" y="312704"/>
                      <a:pt x="455993" y="312704"/>
                    </a:cubicBezTo>
                    <a:lnTo>
                      <a:pt x="456167" y="312704"/>
                    </a:lnTo>
                    <a:cubicBezTo>
                      <a:pt x="463971" y="312704"/>
                      <a:pt x="470295" y="306380"/>
                      <a:pt x="470301" y="298576"/>
                    </a:cubicBezTo>
                    <a:cubicBezTo>
                      <a:pt x="470295" y="298634"/>
                      <a:pt x="470290" y="298564"/>
                      <a:pt x="470290" y="298500"/>
                    </a:cubicBezTo>
                    <a:close/>
                    <a:moveTo>
                      <a:pt x="513041" y="298396"/>
                    </a:moveTo>
                    <a:cubicBezTo>
                      <a:pt x="513035" y="290493"/>
                      <a:pt x="506635" y="284093"/>
                      <a:pt x="498733" y="284093"/>
                    </a:cubicBezTo>
                    <a:cubicBezTo>
                      <a:pt x="490830" y="284093"/>
                      <a:pt x="484430" y="290493"/>
                      <a:pt x="484424" y="298396"/>
                    </a:cubicBezTo>
                    <a:cubicBezTo>
                      <a:pt x="484424" y="306299"/>
                      <a:pt x="490830" y="312704"/>
                      <a:pt x="498733" y="312704"/>
                    </a:cubicBezTo>
                    <a:lnTo>
                      <a:pt x="498733" y="312704"/>
                    </a:lnTo>
                    <a:cubicBezTo>
                      <a:pt x="506525" y="312803"/>
                      <a:pt x="512925" y="306572"/>
                      <a:pt x="513041" y="298779"/>
                    </a:cubicBezTo>
                    <a:close/>
                    <a:moveTo>
                      <a:pt x="555601" y="298396"/>
                    </a:moveTo>
                    <a:cubicBezTo>
                      <a:pt x="555601" y="290499"/>
                      <a:pt x="549195" y="284093"/>
                      <a:pt x="541298" y="284093"/>
                    </a:cubicBezTo>
                    <a:cubicBezTo>
                      <a:pt x="533395" y="284093"/>
                      <a:pt x="526990" y="290499"/>
                      <a:pt x="526990" y="298402"/>
                    </a:cubicBezTo>
                    <a:cubicBezTo>
                      <a:pt x="526996" y="306305"/>
                      <a:pt x="533395" y="312704"/>
                      <a:pt x="541298" y="312704"/>
                    </a:cubicBezTo>
                    <a:lnTo>
                      <a:pt x="541472" y="312704"/>
                    </a:lnTo>
                    <a:cubicBezTo>
                      <a:pt x="549276" y="312704"/>
                      <a:pt x="555601" y="306380"/>
                      <a:pt x="555601" y="298576"/>
                    </a:cubicBezTo>
                    <a:lnTo>
                      <a:pt x="555601" y="298396"/>
                    </a:lnTo>
                    <a:close/>
                    <a:moveTo>
                      <a:pt x="598341" y="298396"/>
                    </a:moveTo>
                    <a:cubicBezTo>
                      <a:pt x="598341" y="290499"/>
                      <a:pt x="591935" y="284093"/>
                      <a:pt x="584038" y="284093"/>
                    </a:cubicBezTo>
                    <a:cubicBezTo>
                      <a:pt x="576141" y="284093"/>
                      <a:pt x="569735" y="290493"/>
                      <a:pt x="569730" y="298396"/>
                    </a:cubicBezTo>
                    <a:cubicBezTo>
                      <a:pt x="569730" y="306299"/>
                      <a:pt x="576135" y="312704"/>
                      <a:pt x="584038" y="312704"/>
                    </a:cubicBezTo>
                    <a:lnTo>
                      <a:pt x="584038" y="312704"/>
                    </a:lnTo>
                    <a:cubicBezTo>
                      <a:pt x="591830" y="312803"/>
                      <a:pt x="598231" y="306572"/>
                      <a:pt x="598341" y="298779"/>
                    </a:cubicBezTo>
                    <a:cubicBezTo>
                      <a:pt x="598341" y="298738"/>
                      <a:pt x="598341" y="298634"/>
                      <a:pt x="598335" y="298500"/>
                    </a:cubicBezTo>
                    <a:close/>
                    <a:moveTo>
                      <a:pt x="640906" y="298396"/>
                    </a:moveTo>
                    <a:cubicBezTo>
                      <a:pt x="640906" y="290499"/>
                      <a:pt x="634501" y="284093"/>
                      <a:pt x="626604" y="284093"/>
                    </a:cubicBezTo>
                    <a:cubicBezTo>
                      <a:pt x="618701" y="284093"/>
                      <a:pt x="612295" y="290499"/>
                      <a:pt x="612295" y="298402"/>
                    </a:cubicBezTo>
                    <a:cubicBezTo>
                      <a:pt x="612301" y="306305"/>
                      <a:pt x="618701" y="312704"/>
                      <a:pt x="626604" y="312704"/>
                    </a:cubicBezTo>
                    <a:lnTo>
                      <a:pt x="626778" y="312704"/>
                    </a:lnTo>
                    <a:cubicBezTo>
                      <a:pt x="634582" y="312704"/>
                      <a:pt x="640906" y="306380"/>
                      <a:pt x="640906" y="298576"/>
                    </a:cubicBezTo>
                    <a:lnTo>
                      <a:pt x="640906" y="298396"/>
                    </a:lnTo>
                    <a:close/>
                    <a:moveTo>
                      <a:pt x="683646" y="298396"/>
                    </a:moveTo>
                    <a:cubicBezTo>
                      <a:pt x="683646" y="290499"/>
                      <a:pt x="677241" y="284093"/>
                      <a:pt x="669343" y="284093"/>
                    </a:cubicBezTo>
                    <a:cubicBezTo>
                      <a:pt x="661447" y="284093"/>
                      <a:pt x="655041" y="290493"/>
                      <a:pt x="655035" y="298396"/>
                    </a:cubicBezTo>
                    <a:cubicBezTo>
                      <a:pt x="655035" y="306299"/>
                      <a:pt x="661441" y="312704"/>
                      <a:pt x="669343" y="312704"/>
                    </a:cubicBezTo>
                    <a:lnTo>
                      <a:pt x="669343" y="312704"/>
                    </a:lnTo>
                    <a:cubicBezTo>
                      <a:pt x="677136" y="312803"/>
                      <a:pt x="683536" y="306572"/>
                      <a:pt x="683646" y="298779"/>
                    </a:cubicBezTo>
                    <a:cubicBezTo>
                      <a:pt x="683646" y="298657"/>
                      <a:pt x="683646" y="298541"/>
                      <a:pt x="683646" y="298419"/>
                    </a:cubicBezTo>
                    <a:close/>
                    <a:moveTo>
                      <a:pt x="470295" y="415672"/>
                    </a:moveTo>
                    <a:cubicBezTo>
                      <a:pt x="470295" y="407769"/>
                      <a:pt x="463896" y="401370"/>
                      <a:pt x="455993" y="401364"/>
                    </a:cubicBezTo>
                    <a:cubicBezTo>
                      <a:pt x="448090" y="401364"/>
                      <a:pt x="441684" y="407769"/>
                      <a:pt x="441684" y="415672"/>
                    </a:cubicBezTo>
                    <a:cubicBezTo>
                      <a:pt x="441678" y="423569"/>
                      <a:pt x="448078" y="429969"/>
                      <a:pt x="455975" y="429975"/>
                    </a:cubicBezTo>
                    <a:cubicBezTo>
                      <a:pt x="455981" y="429975"/>
                      <a:pt x="455987" y="429975"/>
                      <a:pt x="455993" y="429975"/>
                    </a:cubicBezTo>
                    <a:lnTo>
                      <a:pt x="456167" y="429975"/>
                    </a:lnTo>
                    <a:cubicBezTo>
                      <a:pt x="463971" y="429998"/>
                      <a:pt x="470313" y="423691"/>
                      <a:pt x="470336" y="415887"/>
                    </a:cubicBezTo>
                    <a:cubicBezTo>
                      <a:pt x="470336" y="415521"/>
                      <a:pt x="470336" y="415156"/>
                      <a:pt x="470295" y="414790"/>
                    </a:cubicBezTo>
                    <a:close/>
                    <a:moveTo>
                      <a:pt x="513041" y="415672"/>
                    </a:moveTo>
                    <a:cubicBezTo>
                      <a:pt x="513041" y="407769"/>
                      <a:pt x="506635" y="401364"/>
                      <a:pt x="498733" y="401364"/>
                    </a:cubicBezTo>
                    <a:cubicBezTo>
                      <a:pt x="490830" y="401364"/>
                      <a:pt x="484424" y="407769"/>
                      <a:pt x="484424" y="415672"/>
                    </a:cubicBezTo>
                    <a:cubicBezTo>
                      <a:pt x="484424" y="423575"/>
                      <a:pt x="490830" y="429975"/>
                      <a:pt x="498733" y="429975"/>
                    </a:cubicBezTo>
                    <a:lnTo>
                      <a:pt x="498733" y="429975"/>
                    </a:lnTo>
                    <a:cubicBezTo>
                      <a:pt x="506531" y="430097"/>
                      <a:pt x="512954" y="423877"/>
                      <a:pt x="513076" y="416078"/>
                    </a:cubicBezTo>
                    <a:cubicBezTo>
                      <a:pt x="513076" y="416067"/>
                      <a:pt x="513076" y="416061"/>
                      <a:pt x="513076" y="416049"/>
                    </a:cubicBezTo>
                    <a:cubicBezTo>
                      <a:pt x="513076" y="415620"/>
                      <a:pt x="513076" y="415197"/>
                      <a:pt x="513041" y="414773"/>
                    </a:cubicBezTo>
                    <a:close/>
                    <a:moveTo>
                      <a:pt x="555601" y="415672"/>
                    </a:moveTo>
                    <a:cubicBezTo>
                      <a:pt x="555601" y="407769"/>
                      <a:pt x="549201" y="401370"/>
                      <a:pt x="541298" y="401364"/>
                    </a:cubicBezTo>
                    <a:cubicBezTo>
                      <a:pt x="533395" y="401364"/>
                      <a:pt x="526990" y="407769"/>
                      <a:pt x="526990" y="415672"/>
                    </a:cubicBezTo>
                    <a:cubicBezTo>
                      <a:pt x="526984" y="423569"/>
                      <a:pt x="533384" y="429969"/>
                      <a:pt x="541281" y="429975"/>
                    </a:cubicBezTo>
                    <a:cubicBezTo>
                      <a:pt x="541287" y="429975"/>
                      <a:pt x="541292" y="429975"/>
                      <a:pt x="541298" y="429975"/>
                    </a:cubicBezTo>
                    <a:lnTo>
                      <a:pt x="541472" y="429975"/>
                    </a:lnTo>
                    <a:cubicBezTo>
                      <a:pt x="549276" y="429998"/>
                      <a:pt x="555618" y="423691"/>
                      <a:pt x="555641" y="415887"/>
                    </a:cubicBezTo>
                    <a:cubicBezTo>
                      <a:pt x="555641" y="415521"/>
                      <a:pt x="555641" y="415156"/>
                      <a:pt x="555601" y="414790"/>
                    </a:cubicBezTo>
                    <a:close/>
                    <a:moveTo>
                      <a:pt x="598341" y="415672"/>
                    </a:moveTo>
                    <a:cubicBezTo>
                      <a:pt x="598346" y="407775"/>
                      <a:pt x="591941" y="401370"/>
                      <a:pt x="584044" y="401364"/>
                    </a:cubicBezTo>
                    <a:cubicBezTo>
                      <a:pt x="584044" y="401364"/>
                      <a:pt x="584038" y="401364"/>
                      <a:pt x="584038" y="401364"/>
                    </a:cubicBezTo>
                    <a:cubicBezTo>
                      <a:pt x="576135" y="401364"/>
                      <a:pt x="569730" y="407769"/>
                      <a:pt x="569730" y="415672"/>
                    </a:cubicBezTo>
                    <a:cubicBezTo>
                      <a:pt x="569735" y="423575"/>
                      <a:pt x="576135" y="429975"/>
                      <a:pt x="584038" y="429975"/>
                    </a:cubicBezTo>
                    <a:lnTo>
                      <a:pt x="584038" y="429975"/>
                    </a:lnTo>
                    <a:cubicBezTo>
                      <a:pt x="591842" y="430097"/>
                      <a:pt x="598259" y="423865"/>
                      <a:pt x="598381" y="416067"/>
                    </a:cubicBezTo>
                    <a:cubicBezTo>
                      <a:pt x="598381" y="416061"/>
                      <a:pt x="598381" y="416055"/>
                      <a:pt x="598381" y="416049"/>
                    </a:cubicBezTo>
                    <a:cubicBezTo>
                      <a:pt x="598381" y="415620"/>
                      <a:pt x="598381" y="415197"/>
                      <a:pt x="598341" y="414773"/>
                    </a:cubicBezTo>
                    <a:close/>
                    <a:moveTo>
                      <a:pt x="640906" y="415672"/>
                    </a:moveTo>
                    <a:cubicBezTo>
                      <a:pt x="640906" y="407769"/>
                      <a:pt x="634507" y="401370"/>
                      <a:pt x="626604" y="401364"/>
                    </a:cubicBezTo>
                    <a:cubicBezTo>
                      <a:pt x="618701" y="401364"/>
                      <a:pt x="612295" y="407769"/>
                      <a:pt x="612295" y="415672"/>
                    </a:cubicBezTo>
                    <a:cubicBezTo>
                      <a:pt x="612290" y="423569"/>
                      <a:pt x="618689" y="429969"/>
                      <a:pt x="626586" y="429975"/>
                    </a:cubicBezTo>
                    <a:cubicBezTo>
                      <a:pt x="626592" y="429975"/>
                      <a:pt x="626598" y="429975"/>
                      <a:pt x="626604" y="429975"/>
                    </a:cubicBezTo>
                    <a:lnTo>
                      <a:pt x="626778" y="429975"/>
                    </a:lnTo>
                    <a:cubicBezTo>
                      <a:pt x="634582" y="429998"/>
                      <a:pt x="640924" y="423691"/>
                      <a:pt x="640947" y="415887"/>
                    </a:cubicBezTo>
                    <a:cubicBezTo>
                      <a:pt x="640947" y="415521"/>
                      <a:pt x="640947" y="415156"/>
                      <a:pt x="640906" y="414790"/>
                    </a:cubicBezTo>
                    <a:close/>
                    <a:moveTo>
                      <a:pt x="683646" y="415672"/>
                    </a:moveTo>
                    <a:cubicBezTo>
                      <a:pt x="683652" y="407775"/>
                      <a:pt x="677246" y="401370"/>
                      <a:pt x="669349" y="401364"/>
                    </a:cubicBezTo>
                    <a:cubicBezTo>
                      <a:pt x="669349" y="401364"/>
                      <a:pt x="669343" y="401364"/>
                      <a:pt x="669343" y="401364"/>
                    </a:cubicBezTo>
                    <a:cubicBezTo>
                      <a:pt x="661441" y="401364"/>
                      <a:pt x="655035" y="407769"/>
                      <a:pt x="655035" y="415672"/>
                    </a:cubicBezTo>
                    <a:cubicBezTo>
                      <a:pt x="655041" y="423575"/>
                      <a:pt x="661441" y="429975"/>
                      <a:pt x="669343" y="429975"/>
                    </a:cubicBezTo>
                    <a:lnTo>
                      <a:pt x="669343" y="429975"/>
                    </a:lnTo>
                    <a:cubicBezTo>
                      <a:pt x="677148" y="430097"/>
                      <a:pt x="683565" y="423865"/>
                      <a:pt x="683687" y="416067"/>
                    </a:cubicBezTo>
                    <a:cubicBezTo>
                      <a:pt x="683687" y="416061"/>
                      <a:pt x="683687" y="416055"/>
                      <a:pt x="683687" y="416049"/>
                    </a:cubicBezTo>
                    <a:cubicBezTo>
                      <a:pt x="683687" y="415620"/>
                      <a:pt x="683687" y="415197"/>
                      <a:pt x="683646" y="41477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6" name="Google Shape;96;p8"/>
              <p:cNvSpPr/>
              <p:nvPr/>
            </p:nvSpPr>
            <p:spPr>
              <a:xfrm>
                <a:off x="481797" y="-151591"/>
                <a:ext cx="593786" cy="371876"/>
              </a:xfrm>
              <a:custGeom>
                <a:avLst/>
                <a:gdLst/>
                <a:ahLst/>
                <a:cxnLst/>
                <a:rect l="l" t="t" r="r" b="b"/>
                <a:pathLst>
                  <a:path w="678612" h="425001" extrusionOk="0">
                    <a:moveTo>
                      <a:pt x="68497" y="32459"/>
                    </a:moveTo>
                    <a:lnTo>
                      <a:pt x="18870" y="32459"/>
                    </a:lnTo>
                    <a:cubicBezTo>
                      <a:pt x="12093" y="33271"/>
                      <a:pt x="5937" y="28438"/>
                      <a:pt x="5119" y="21661"/>
                    </a:cubicBezTo>
                    <a:cubicBezTo>
                      <a:pt x="4306" y="14884"/>
                      <a:pt x="9140" y="8727"/>
                      <a:pt x="15917" y="7909"/>
                    </a:cubicBezTo>
                    <a:cubicBezTo>
                      <a:pt x="16897" y="7793"/>
                      <a:pt x="17889" y="7793"/>
                      <a:pt x="18870" y="7909"/>
                    </a:cubicBezTo>
                    <a:lnTo>
                      <a:pt x="68497" y="7909"/>
                    </a:lnTo>
                    <a:cubicBezTo>
                      <a:pt x="75274" y="7097"/>
                      <a:pt x="81431" y="11930"/>
                      <a:pt x="82249" y="18707"/>
                    </a:cubicBezTo>
                    <a:cubicBezTo>
                      <a:pt x="83061" y="25484"/>
                      <a:pt x="78228" y="31641"/>
                      <a:pt x="71451" y="32459"/>
                    </a:cubicBezTo>
                    <a:cubicBezTo>
                      <a:pt x="70470" y="32575"/>
                      <a:pt x="69478" y="32575"/>
                      <a:pt x="68497" y="32459"/>
                    </a:cubicBezTo>
                    <a:close/>
                    <a:moveTo>
                      <a:pt x="80862" y="77137"/>
                    </a:moveTo>
                    <a:cubicBezTo>
                      <a:pt x="80862" y="70307"/>
                      <a:pt x="75327" y="64772"/>
                      <a:pt x="68497" y="64772"/>
                    </a:cubicBezTo>
                    <a:lnTo>
                      <a:pt x="18870" y="64772"/>
                    </a:lnTo>
                    <a:cubicBezTo>
                      <a:pt x="12093" y="63960"/>
                      <a:pt x="5931" y="68793"/>
                      <a:pt x="5119" y="75576"/>
                    </a:cubicBezTo>
                    <a:cubicBezTo>
                      <a:pt x="5119" y="75576"/>
                      <a:pt x="5119" y="75576"/>
                      <a:pt x="5119" y="75576"/>
                    </a:cubicBezTo>
                    <a:cubicBezTo>
                      <a:pt x="4306" y="82353"/>
                      <a:pt x="9140" y="88509"/>
                      <a:pt x="15917" y="89321"/>
                    </a:cubicBezTo>
                    <a:cubicBezTo>
                      <a:pt x="15917" y="89321"/>
                      <a:pt x="15917" y="89321"/>
                      <a:pt x="15917" y="89321"/>
                    </a:cubicBezTo>
                    <a:cubicBezTo>
                      <a:pt x="16897" y="89443"/>
                      <a:pt x="17889" y="89443"/>
                      <a:pt x="18870" y="89321"/>
                    </a:cubicBezTo>
                    <a:lnTo>
                      <a:pt x="68497" y="89321"/>
                    </a:lnTo>
                    <a:cubicBezTo>
                      <a:pt x="75228" y="89420"/>
                      <a:pt x="80763" y="84047"/>
                      <a:pt x="80862" y="77316"/>
                    </a:cubicBezTo>
                    <a:cubicBezTo>
                      <a:pt x="80862" y="77316"/>
                      <a:pt x="80862" y="77316"/>
                      <a:pt x="80862" y="77316"/>
                    </a:cubicBezTo>
                    <a:close/>
                    <a:moveTo>
                      <a:pt x="80862" y="133999"/>
                    </a:moveTo>
                    <a:cubicBezTo>
                      <a:pt x="80862" y="127176"/>
                      <a:pt x="75327" y="121640"/>
                      <a:pt x="68503" y="121640"/>
                    </a:cubicBezTo>
                    <a:cubicBezTo>
                      <a:pt x="68503" y="121640"/>
                      <a:pt x="68497" y="121640"/>
                      <a:pt x="68497" y="121640"/>
                    </a:cubicBezTo>
                    <a:lnTo>
                      <a:pt x="18870" y="121640"/>
                    </a:lnTo>
                    <a:cubicBezTo>
                      <a:pt x="12093" y="120822"/>
                      <a:pt x="5937" y="125655"/>
                      <a:pt x="5119" y="132427"/>
                    </a:cubicBezTo>
                    <a:cubicBezTo>
                      <a:pt x="5119" y="132433"/>
                      <a:pt x="5119" y="132433"/>
                      <a:pt x="5119" y="132438"/>
                    </a:cubicBezTo>
                    <a:cubicBezTo>
                      <a:pt x="4306" y="139215"/>
                      <a:pt x="9140" y="145372"/>
                      <a:pt x="15917" y="146190"/>
                    </a:cubicBezTo>
                    <a:cubicBezTo>
                      <a:pt x="16897" y="146306"/>
                      <a:pt x="17889" y="146306"/>
                      <a:pt x="18870" y="146190"/>
                    </a:cubicBezTo>
                    <a:lnTo>
                      <a:pt x="68497" y="146190"/>
                    </a:lnTo>
                    <a:cubicBezTo>
                      <a:pt x="75228" y="146288"/>
                      <a:pt x="80763" y="140915"/>
                      <a:pt x="80862" y="134185"/>
                    </a:cubicBezTo>
                    <a:cubicBezTo>
                      <a:pt x="80862" y="134185"/>
                      <a:pt x="80862" y="134179"/>
                      <a:pt x="80862" y="134179"/>
                    </a:cubicBezTo>
                    <a:close/>
                    <a:moveTo>
                      <a:pt x="80862" y="190862"/>
                    </a:moveTo>
                    <a:cubicBezTo>
                      <a:pt x="80862" y="184032"/>
                      <a:pt x="75327" y="178497"/>
                      <a:pt x="68497" y="178497"/>
                    </a:cubicBezTo>
                    <a:lnTo>
                      <a:pt x="18870" y="178497"/>
                    </a:lnTo>
                    <a:cubicBezTo>
                      <a:pt x="12093" y="177685"/>
                      <a:pt x="5937" y="182518"/>
                      <a:pt x="5119" y="189295"/>
                    </a:cubicBezTo>
                    <a:cubicBezTo>
                      <a:pt x="4306" y="196072"/>
                      <a:pt x="9140" y="202229"/>
                      <a:pt x="15917" y="203047"/>
                    </a:cubicBezTo>
                    <a:cubicBezTo>
                      <a:pt x="16897" y="203163"/>
                      <a:pt x="17889" y="203163"/>
                      <a:pt x="18870" y="203047"/>
                    </a:cubicBezTo>
                    <a:lnTo>
                      <a:pt x="68497" y="203047"/>
                    </a:lnTo>
                    <a:cubicBezTo>
                      <a:pt x="75228" y="203145"/>
                      <a:pt x="80763" y="197772"/>
                      <a:pt x="80862" y="191042"/>
                    </a:cubicBezTo>
                    <a:cubicBezTo>
                      <a:pt x="80862" y="191042"/>
                      <a:pt x="80862" y="191036"/>
                      <a:pt x="80862" y="191036"/>
                    </a:cubicBezTo>
                    <a:close/>
                    <a:moveTo>
                      <a:pt x="80862" y="247724"/>
                    </a:moveTo>
                    <a:cubicBezTo>
                      <a:pt x="80862" y="240895"/>
                      <a:pt x="75327" y="235360"/>
                      <a:pt x="68497" y="235360"/>
                    </a:cubicBezTo>
                    <a:lnTo>
                      <a:pt x="18870" y="235360"/>
                    </a:lnTo>
                    <a:cubicBezTo>
                      <a:pt x="12093" y="234547"/>
                      <a:pt x="5937" y="239381"/>
                      <a:pt x="5119" y="246158"/>
                    </a:cubicBezTo>
                    <a:cubicBezTo>
                      <a:pt x="4306" y="252935"/>
                      <a:pt x="9140" y="259091"/>
                      <a:pt x="15917" y="259909"/>
                    </a:cubicBezTo>
                    <a:cubicBezTo>
                      <a:pt x="16897" y="260025"/>
                      <a:pt x="17889" y="260025"/>
                      <a:pt x="18870" y="259909"/>
                    </a:cubicBezTo>
                    <a:lnTo>
                      <a:pt x="68497" y="259909"/>
                    </a:lnTo>
                    <a:cubicBezTo>
                      <a:pt x="75228" y="260008"/>
                      <a:pt x="80763" y="254635"/>
                      <a:pt x="80862" y="247904"/>
                    </a:cubicBezTo>
                    <a:cubicBezTo>
                      <a:pt x="80862" y="247904"/>
                      <a:pt x="80862" y="247898"/>
                      <a:pt x="80862" y="247898"/>
                    </a:cubicBezTo>
                    <a:close/>
                    <a:moveTo>
                      <a:pt x="80862" y="304587"/>
                    </a:moveTo>
                    <a:cubicBezTo>
                      <a:pt x="80856" y="297758"/>
                      <a:pt x="75327" y="292228"/>
                      <a:pt x="68497" y="292228"/>
                    </a:cubicBezTo>
                    <a:lnTo>
                      <a:pt x="18870" y="292228"/>
                    </a:lnTo>
                    <a:cubicBezTo>
                      <a:pt x="12041" y="292228"/>
                      <a:pt x="6506" y="297763"/>
                      <a:pt x="6506" y="304593"/>
                    </a:cubicBezTo>
                    <a:cubicBezTo>
                      <a:pt x="6506" y="311323"/>
                      <a:pt x="11960" y="316778"/>
                      <a:pt x="18690" y="316778"/>
                    </a:cubicBezTo>
                    <a:lnTo>
                      <a:pt x="68497" y="316778"/>
                    </a:lnTo>
                    <a:cubicBezTo>
                      <a:pt x="75228" y="316876"/>
                      <a:pt x="80763" y="311503"/>
                      <a:pt x="80862" y="304773"/>
                    </a:cubicBezTo>
                    <a:cubicBezTo>
                      <a:pt x="80862" y="304773"/>
                      <a:pt x="80862" y="304773"/>
                      <a:pt x="80862" y="304773"/>
                    </a:cubicBezTo>
                    <a:close/>
                    <a:moveTo>
                      <a:pt x="80862" y="361450"/>
                    </a:moveTo>
                    <a:cubicBezTo>
                      <a:pt x="80862" y="354719"/>
                      <a:pt x="75408" y="349265"/>
                      <a:pt x="68677" y="349265"/>
                    </a:cubicBezTo>
                    <a:lnTo>
                      <a:pt x="18870" y="349265"/>
                    </a:lnTo>
                    <a:cubicBezTo>
                      <a:pt x="12140" y="349166"/>
                      <a:pt x="6604" y="354539"/>
                      <a:pt x="6506" y="361270"/>
                    </a:cubicBezTo>
                    <a:cubicBezTo>
                      <a:pt x="6506" y="361270"/>
                      <a:pt x="6506" y="361275"/>
                      <a:pt x="6506" y="361275"/>
                    </a:cubicBezTo>
                    <a:lnTo>
                      <a:pt x="6506" y="361450"/>
                    </a:lnTo>
                    <a:cubicBezTo>
                      <a:pt x="6506" y="368279"/>
                      <a:pt x="12041" y="373814"/>
                      <a:pt x="18870" y="373814"/>
                    </a:cubicBezTo>
                    <a:lnTo>
                      <a:pt x="68497" y="373814"/>
                    </a:lnTo>
                    <a:cubicBezTo>
                      <a:pt x="75123" y="373820"/>
                      <a:pt x="80578" y="368604"/>
                      <a:pt x="80862" y="361983"/>
                    </a:cubicBezTo>
                    <a:close/>
                    <a:moveTo>
                      <a:pt x="80862" y="418312"/>
                    </a:moveTo>
                    <a:cubicBezTo>
                      <a:pt x="80862" y="411581"/>
                      <a:pt x="75408" y="406127"/>
                      <a:pt x="68677" y="406127"/>
                    </a:cubicBezTo>
                    <a:lnTo>
                      <a:pt x="18870" y="406127"/>
                    </a:lnTo>
                    <a:cubicBezTo>
                      <a:pt x="12093" y="405315"/>
                      <a:pt x="5931" y="410148"/>
                      <a:pt x="5119" y="416931"/>
                    </a:cubicBezTo>
                    <a:cubicBezTo>
                      <a:pt x="5119" y="416931"/>
                      <a:pt x="5119" y="416931"/>
                      <a:pt x="5119" y="416931"/>
                    </a:cubicBezTo>
                    <a:cubicBezTo>
                      <a:pt x="4306" y="423708"/>
                      <a:pt x="9140" y="429864"/>
                      <a:pt x="15917" y="430677"/>
                    </a:cubicBezTo>
                    <a:cubicBezTo>
                      <a:pt x="15917" y="430677"/>
                      <a:pt x="15917" y="430677"/>
                      <a:pt x="15917" y="430677"/>
                    </a:cubicBezTo>
                    <a:cubicBezTo>
                      <a:pt x="16897" y="430799"/>
                      <a:pt x="17889" y="430799"/>
                      <a:pt x="18870" y="430677"/>
                    </a:cubicBezTo>
                    <a:lnTo>
                      <a:pt x="68497" y="430677"/>
                    </a:lnTo>
                    <a:cubicBezTo>
                      <a:pt x="75327" y="430671"/>
                      <a:pt x="80856" y="425141"/>
                      <a:pt x="80856" y="418312"/>
                    </a:cubicBezTo>
                    <a:close/>
                    <a:moveTo>
                      <a:pt x="267006" y="20274"/>
                    </a:moveTo>
                    <a:cubicBezTo>
                      <a:pt x="267104" y="13543"/>
                      <a:pt x="261731" y="8008"/>
                      <a:pt x="255001" y="7909"/>
                    </a:cubicBezTo>
                    <a:cubicBezTo>
                      <a:pt x="255001" y="7909"/>
                      <a:pt x="255001" y="7909"/>
                      <a:pt x="255001" y="7909"/>
                    </a:cubicBezTo>
                    <a:lnTo>
                      <a:pt x="124124" y="7909"/>
                    </a:lnTo>
                    <a:cubicBezTo>
                      <a:pt x="117347" y="7097"/>
                      <a:pt x="111191" y="11930"/>
                      <a:pt x="110378" y="18707"/>
                    </a:cubicBezTo>
                    <a:cubicBezTo>
                      <a:pt x="110378" y="18707"/>
                      <a:pt x="110378" y="18707"/>
                      <a:pt x="110378" y="18707"/>
                    </a:cubicBezTo>
                    <a:cubicBezTo>
                      <a:pt x="109560" y="25484"/>
                      <a:pt x="114394" y="31641"/>
                      <a:pt x="121170" y="32459"/>
                    </a:cubicBezTo>
                    <a:cubicBezTo>
                      <a:pt x="121170" y="32459"/>
                      <a:pt x="121176" y="32459"/>
                      <a:pt x="121176" y="32459"/>
                    </a:cubicBezTo>
                    <a:cubicBezTo>
                      <a:pt x="122157" y="32575"/>
                      <a:pt x="123143" y="32575"/>
                      <a:pt x="124124" y="32459"/>
                    </a:cubicBezTo>
                    <a:lnTo>
                      <a:pt x="254821" y="32459"/>
                    </a:lnTo>
                    <a:cubicBezTo>
                      <a:pt x="261552" y="32459"/>
                      <a:pt x="267006" y="27005"/>
                      <a:pt x="267006" y="20274"/>
                    </a:cubicBezTo>
                    <a:close/>
                    <a:moveTo>
                      <a:pt x="267006" y="77137"/>
                    </a:moveTo>
                    <a:cubicBezTo>
                      <a:pt x="267104" y="70406"/>
                      <a:pt x="261731" y="64871"/>
                      <a:pt x="255001" y="64772"/>
                    </a:cubicBezTo>
                    <a:cubicBezTo>
                      <a:pt x="255001" y="64772"/>
                      <a:pt x="255001" y="64772"/>
                      <a:pt x="255001" y="64772"/>
                    </a:cubicBezTo>
                    <a:lnTo>
                      <a:pt x="124124" y="64772"/>
                    </a:lnTo>
                    <a:cubicBezTo>
                      <a:pt x="117347" y="63960"/>
                      <a:pt x="111191" y="68793"/>
                      <a:pt x="110378" y="75570"/>
                    </a:cubicBezTo>
                    <a:cubicBezTo>
                      <a:pt x="110378" y="75570"/>
                      <a:pt x="110378" y="75576"/>
                      <a:pt x="110378" y="75576"/>
                    </a:cubicBezTo>
                    <a:cubicBezTo>
                      <a:pt x="109566" y="82353"/>
                      <a:pt x="114399" y="88509"/>
                      <a:pt x="121176" y="89321"/>
                    </a:cubicBezTo>
                    <a:cubicBezTo>
                      <a:pt x="121176" y="89321"/>
                      <a:pt x="121176" y="89321"/>
                      <a:pt x="121176" y="89321"/>
                    </a:cubicBezTo>
                    <a:cubicBezTo>
                      <a:pt x="122157" y="89443"/>
                      <a:pt x="123143" y="89443"/>
                      <a:pt x="124124" y="89321"/>
                    </a:cubicBezTo>
                    <a:lnTo>
                      <a:pt x="254821" y="89321"/>
                    </a:lnTo>
                    <a:cubicBezTo>
                      <a:pt x="261552" y="89321"/>
                      <a:pt x="267006" y="83867"/>
                      <a:pt x="267006" y="77137"/>
                    </a:cubicBezTo>
                    <a:close/>
                    <a:moveTo>
                      <a:pt x="267006" y="133999"/>
                    </a:moveTo>
                    <a:cubicBezTo>
                      <a:pt x="267104" y="127274"/>
                      <a:pt x="261726" y="121739"/>
                      <a:pt x="255001" y="121640"/>
                    </a:cubicBezTo>
                    <a:lnTo>
                      <a:pt x="124124" y="121640"/>
                    </a:lnTo>
                    <a:cubicBezTo>
                      <a:pt x="117353" y="120822"/>
                      <a:pt x="111196" y="125650"/>
                      <a:pt x="110378" y="132427"/>
                    </a:cubicBezTo>
                    <a:cubicBezTo>
                      <a:pt x="110378" y="132427"/>
                      <a:pt x="110378" y="132433"/>
                      <a:pt x="110378" y="132438"/>
                    </a:cubicBezTo>
                    <a:cubicBezTo>
                      <a:pt x="109566" y="139215"/>
                      <a:pt x="114399" y="145372"/>
                      <a:pt x="121176" y="146190"/>
                    </a:cubicBezTo>
                    <a:cubicBezTo>
                      <a:pt x="122157" y="146306"/>
                      <a:pt x="123143" y="146306"/>
                      <a:pt x="124124" y="146190"/>
                    </a:cubicBezTo>
                    <a:lnTo>
                      <a:pt x="254821" y="146190"/>
                    </a:lnTo>
                    <a:cubicBezTo>
                      <a:pt x="261552" y="146190"/>
                      <a:pt x="267006" y="140736"/>
                      <a:pt x="267006" y="134005"/>
                    </a:cubicBezTo>
                    <a:close/>
                    <a:moveTo>
                      <a:pt x="267006" y="190862"/>
                    </a:moveTo>
                    <a:cubicBezTo>
                      <a:pt x="267104" y="184131"/>
                      <a:pt x="261731" y="178596"/>
                      <a:pt x="255001" y="178497"/>
                    </a:cubicBezTo>
                    <a:cubicBezTo>
                      <a:pt x="255001" y="178497"/>
                      <a:pt x="255001" y="178497"/>
                      <a:pt x="255001" y="178497"/>
                    </a:cubicBezTo>
                    <a:lnTo>
                      <a:pt x="124124" y="178497"/>
                    </a:lnTo>
                    <a:cubicBezTo>
                      <a:pt x="117347" y="177685"/>
                      <a:pt x="111191" y="182518"/>
                      <a:pt x="110378" y="189295"/>
                    </a:cubicBezTo>
                    <a:cubicBezTo>
                      <a:pt x="110378" y="189295"/>
                      <a:pt x="110378" y="189295"/>
                      <a:pt x="110378" y="189295"/>
                    </a:cubicBezTo>
                    <a:cubicBezTo>
                      <a:pt x="109566" y="196072"/>
                      <a:pt x="114399" y="202229"/>
                      <a:pt x="121176" y="203047"/>
                    </a:cubicBezTo>
                    <a:cubicBezTo>
                      <a:pt x="122157" y="203163"/>
                      <a:pt x="123143" y="203163"/>
                      <a:pt x="124124" y="203047"/>
                    </a:cubicBezTo>
                    <a:lnTo>
                      <a:pt x="254821" y="203047"/>
                    </a:lnTo>
                    <a:cubicBezTo>
                      <a:pt x="261552" y="203047"/>
                      <a:pt x="267006" y="197592"/>
                      <a:pt x="267006" y="190862"/>
                    </a:cubicBezTo>
                    <a:close/>
                    <a:moveTo>
                      <a:pt x="267006" y="247724"/>
                    </a:moveTo>
                    <a:cubicBezTo>
                      <a:pt x="267104" y="240994"/>
                      <a:pt x="261731" y="235458"/>
                      <a:pt x="255001" y="235360"/>
                    </a:cubicBezTo>
                    <a:cubicBezTo>
                      <a:pt x="255001" y="235360"/>
                      <a:pt x="255001" y="235360"/>
                      <a:pt x="255001" y="235360"/>
                    </a:cubicBezTo>
                    <a:lnTo>
                      <a:pt x="124124" y="235360"/>
                    </a:lnTo>
                    <a:cubicBezTo>
                      <a:pt x="117347" y="234547"/>
                      <a:pt x="111191" y="239381"/>
                      <a:pt x="110378" y="246158"/>
                    </a:cubicBezTo>
                    <a:cubicBezTo>
                      <a:pt x="110378" y="246158"/>
                      <a:pt x="110378" y="246158"/>
                      <a:pt x="110378" y="246158"/>
                    </a:cubicBezTo>
                    <a:cubicBezTo>
                      <a:pt x="109560" y="252935"/>
                      <a:pt x="114394" y="259091"/>
                      <a:pt x="121170" y="259909"/>
                    </a:cubicBezTo>
                    <a:cubicBezTo>
                      <a:pt x="121170" y="259909"/>
                      <a:pt x="121176" y="259909"/>
                      <a:pt x="121176" y="259909"/>
                    </a:cubicBezTo>
                    <a:cubicBezTo>
                      <a:pt x="122157" y="260025"/>
                      <a:pt x="123143" y="260025"/>
                      <a:pt x="124124" y="259909"/>
                    </a:cubicBezTo>
                    <a:lnTo>
                      <a:pt x="254821" y="259909"/>
                    </a:lnTo>
                    <a:cubicBezTo>
                      <a:pt x="261552" y="259909"/>
                      <a:pt x="267006" y="254455"/>
                      <a:pt x="267006" y="247724"/>
                    </a:cubicBezTo>
                    <a:close/>
                    <a:moveTo>
                      <a:pt x="423488" y="304587"/>
                    </a:moveTo>
                    <a:cubicBezTo>
                      <a:pt x="423488" y="297758"/>
                      <a:pt x="417953" y="292222"/>
                      <a:pt x="411123" y="292222"/>
                    </a:cubicBezTo>
                    <a:lnTo>
                      <a:pt x="280606" y="292222"/>
                    </a:lnTo>
                    <a:cubicBezTo>
                      <a:pt x="273777" y="292222"/>
                      <a:pt x="268242" y="297758"/>
                      <a:pt x="268242" y="304587"/>
                    </a:cubicBezTo>
                    <a:cubicBezTo>
                      <a:pt x="268242" y="311318"/>
                      <a:pt x="273696" y="316772"/>
                      <a:pt x="280427" y="316772"/>
                    </a:cubicBezTo>
                    <a:lnTo>
                      <a:pt x="411123" y="316772"/>
                    </a:lnTo>
                    <a:cubicBezTo>
                      <a:pt x="417854" y="316870"/>
                      <a:pt x="423390" y="311497"/>
                      <a:pt x="423488" y="304767"/>
                    </a:cubicBezTo>
                    <a:cubicBezTo>
                      <a:pt x="423488" y="304767"/>
                      <a:pt x="423488" y="304767"/>
                      <a:pt x="423488" y="304767"/>
                    </a:cubicBezTo>
                    <a:close/>
                    <a:moveTo>
                      <a:pt x="423488" y="361450"/>
                    </a:moveTo>
                    <a:cubicBezTo>
                      <a:pt x="423488" y="354719"/>
                      <a:pt x="418034" y="349265"/>
                      <a:pt x="411303" y="349265"/>
                    </a:cubicBezTo>
                    <a:lnTo>
                      <a:pt x="280606" y="349265"/>
                    </a:lnTo>
                    <a:cubicBezTo>
                      <a:pt x="273876" y="349166"/>
                      <a:pt x="268346" y="354545"/>
                      <a:pt x="268247" y="361275"/>
                    </a:cubicBezTo>
                    <a:cubicBezTo>
                      <a:pt x="268247" y="361275"/>
                      <a:pt x="268247" y="361275"/>
                      <a:pt x="268247" y="361275"/>
                    </a:cubicBezTo>
                    <a:cubicBezTo>
                      <a:pt x="268247" y="361334"/>
                      <a:pt x="268247" y="361391"/>
                      <a:pt x="268247" y="361450"/>
                    </a:cubicBezTo>
                    <a:cubicBezTo>
                      <a:pt x="268247" y="368279"/>
                      <a:pt x="273783" y="373814"/>
                      <a:pt x="280612" y="373814"/>
                    </a:cubicBezTo>
                    <a:lnTo>
                      <a:pt x="411123" y="373814"/>
                    </a:lnTo>
                    <a:cubicBezTo>
                      <a:pt x="417750" y="373820"/>
                      <a:pt x="423204" y="368604"/>
                      <a:pt x="423488" y="361983"/>
                    </a:cubicBezTo>
                    <a:close/>
                    <a:moveTo>
                      <a:pt x="423488" y="418312"/>
                    </a:moveTo>
                    <a:cubicBezTo>
                      <a:pt x="423488" y="411581"/>
                      <a:pt x="418034" y="406127"/>
                      <a:pt x="411303" y="406127"/>
                    </a:cubicBezTo>
                    <a:lnTo>
                      <a:pt x="280606" y="406127"/>
                    </a:lnTo>
                    <a:cubicBezTo>
                      <a:pt x="273829" y="405315"/>
                      <a:pt x="267673" y="410154"/>
                      <a:pt x="266855" y="416931"/>
                    </a:cubicBezTo>
                    <a:cubicBezTo>
                      <a:pt x="266043" y="423708"/>
                      <a:pt x="270876" y="429864"/>
                      <a:pt x="277653" y="430677"/>
                    </a:cubicBezTo>
                    <a:cubicBezTo>
                      <a:pt x="277653" y="430677"/>
                      <a:pt x="277659" y="430677"/>
                      <a:pt x="277659" y="430677"/>
                    </a:cubicBezTo>
                    <a:cubicBezTo>
                      <a:pt x="278639" y="430799"/>
                      <a:pt x="279626" y="430799"/>
                      <a:pt x="280606" y="430677"/>
                    </a:cubicBezTo>
                    <a:lnTo>
                      <a:pt x="411123" y="430677"/>
                    </a:lnTo>
                    <a:cubicBezTo>
                      <a:pt x="417953" y="430677"/>
                      <a:pt x="423482" y="425147"/>
                      <a:pt x="423488" y="418318"/>
                    </a:cubicBezTo>
                    <a:close/>
                    <a:moveTo>
                      <a:pt x="324582" y="20274"/>
                    </a:moveTo>
                    <a:cubicBezTo>
                      <a:pt x="324692" y="12377"/>
                      <a:pt x="318385" y="5878"/>
                      <a:pt x="310482" y="5768"/>
                    </a:cubicBezTo>
                    <a:cubicBezTo>
                      <a:pt x="310477" y="5768"/>
                      <a:pt x="310465" y="5768"/>
                      <a:pt x="310453" y="5768"/>
                    </a:cubicBezTo>
                    <a:cubicBezTo>
                      <a:pt x="302557" y="5670"/>
                      <a:pt x="296075" y="11988"/>
                      <a:pt x="295977" y="19885"/>
                    </a:cubicBezTo>
                    <a:cubicBezTo>
                      <a:pt x="295977" y="19885"/>
                      <a:pt x="295977" y="19891"/>
                      <a:pt x="295977" y="19897"/>
                    </a:cubicBezTo>
                    <a:cubicBezTo>
                      <a:pt x="295866" y="27800"/>
                      <a:pt x="302185" y="34292"/>
                      <a:pt x="310088" y="34403"/>
                    </a:cubicBezTo>
                    <a:cubicBezTo>
                      <a:pt x="310094" y="34403"/>
                      <a:pt x="310100" y="34403"/>
                      <a:pt x="310105" y="34403"/>
                    </a:cubicBezTo>
                    <a:lnTo>
                      <a:pt x="310279" y="34403"/>
                    </a:lnTo>
                    <a:cubicBezTo>
                      <a:pt x="318113" y="34403"/>
                      <a:pt x="324489" y="28107"/>
                      <a:pt x="324582" y="20274"/>
                    </a:cubicBezTo>
                    <a:close/>
                    <a:moveTo>
                      <a:pt x="367148" y="20274"/>
                    </a:moveTo>
                    <a:cubicBezTo>
                      <a:pt x="367258" y="12377"/>
                      <a:pt x="360951" y="5878"/>
                      <a:pt x="353048" y="5768"/>
                    </a:cubicBezTo>
                    <a:cubicBezTo>
                      <a:pt x="353042" y="5768"/>
                      <a:pt x="353031" y="5768"/>
                      <a:pt x="353019" y="5768"/>
                    </a:cubicBezTo>
                    <a:cubicBezTo>
                      <a:pt x="345117" y="5658"/>
                      <a:pt x="338624" y="11977"/>
                      <a:pt x="338513" y="19879"/>
                    </a:cubicBezTo>
                    <a:cubicBezTo>
                      <a:pt x="338513" y="19885"/>
                      <a:pt x="338513" y="19891"/>
                      <a:pt x="338513" y="19897"/>
                    </a:cubicBezTo>
                    <a:cubicBezTo>
                      <a:pt x="338409" y="27800"/>
                      <a:pt x="344728" y="34298"/>
                      <a:pt x="352636" y="34403"/>
                    </a:cubicBezTo>
                    <a:cubicBezTo>
                      <a:pt x="352636" y="34403"/>
                      <a:pt x="352642" y="34403"/>
                      <a:pt x="352642" y="34403"/>
                    </a:cubicBezTo>
                    <a:lnTo>
                      <a:pt x="352996" y="34403"/>
                    </a:lnTo>
                    <a:cubicBezTo>
                      <a:pt x="360794" y="34611"/>
                      <a:pt x="367293" y="28461"/>
                      <a:pt x="367502" y="20663"/>
                    </a:cubicBezTo>
                    <a:cubicBezTo>
                      <a:pt x="367502" y="20651"/>
                      <a:pt x="367502" y="20639"/>
                      <a:pt x="367502" y="20628"/>
                    </a:cubicBezTo>
                    <a:cubicBezTo>
                      <a:pt x="367502" y="20512"/>
                      <a:pt x="367502" y="20390"/>
                      <a:pt x="367502" y="20274"/>
                    </a:cubicBezTo>
                    <a:close/>
                    <a:moveTo>
                      <a:pt x="409888" y="20274"/>
                    </a:moveTo>
                    <a:cubicBezTo>
                      <a:pt x="409998" y="12377"/>
                      <a:pt x="403691" y="5878"/>
                      <a:pt x="395788" y="5768"/>
                    </a:cubicBezTo>
                    <a:cubicBezTo>
                      <a:pt x="395782" y="5768"/>
                      <a:pt x="395771" y="5768"/>
                      <a:pt x="395759" y="5768"/>
                    </a:cubicBezTo>
                    <a:cubicBezTo>
                      <a:pt x="387862" y="5652"/>
                      <a:pt x="381369" y="11959"/>
                      <a:pt x="381253" y="19856"/>
                    </a:cubicBezTo>
                    <a:cubicBezTo>
                      <a:pt x="381253" y="19868"/>
                      <a:pt x="381253" y="19885"/>
                      <a:pt x="381253" y="19897"/>
                    </a:cubicBezTo>
                    <a:cubicBezTo>
                      <a:pt x="381143" y="27800"/>
                      <a:pt x="387462" y="34292"/>
                      <a:pt x="395364" y="34403"/>
                    </a:cubicBezTo>
                    <a:cubicBezTo>
                      <a:pt x="395364" y="34403"/>
                      <a:pt x="395370" y="34403"/>
                      <a:pt x="395376" y="34403"/>
                    </a:cubicBezTo>
                    <a:lnTo>
                      <a:pt x="395556" y="34403"/>
                    </a:lnTo>
                    <a:cubicBezTo>
                      <a:pt x="403401" y="34420"/>
                      <a:pt x="409795" y="28119"/>
                      <a:pt x="409888" y="20274"/>
                    </a:cubicBezTo>
                    <a:close/>
                    <a:moveTo>
                      <a:pt x="452453" y="20274"/>
                    </a:moveTo>
                    <a:cubicBezTo>
                      <a:pt x="452563" y="12371"/>
                      <a:pt x="446245" y="5878"/>
                      <a:pt x="438342" y="5768"/>
                    </a:cubicBezTo>
                    <a:cubicBezTo>
                      <a:pt x="438336" y="5768"/>
                      <a:pt x="438331" y="5768"/>
                      <a:pt x="438325" y="5768"/>
                    </a:cubicBezTo>
                    <a:cubicBezTo>
                      <a:pt x="430422" y="5658"/>
                      <a:pt x="423929" y="11977"/>
                      <a:pt x="423819" y="19879"/>
                    </a:cubicBezTo>
                    <a:cubicBezTo>
                      <a:pt x="423819" y="19885"/>
                      <a:pt x="423819" y="19891"/>
                      <a:pt x="423819" y="19897"/>
                    </a:cubicBezTo>
                    <a:cubicBezTo>
                      <a:pt x="423715" y="27800"/>
                      <a:pt x="430033" y="34298"/>
                      <a:pt x="437942" y="34403"/>
                    </a:cubicBezTo>
                    <a:cubicBezTo>
                      <a:pt x="437942" y="34403"/>
                      <a:pt x="437948" y="34403"/>
                      <a:pt x="437948" y="34403"/>
                    </a:cubicBezTo>
                    <a:lnTo>
                      <a:pt x="438301" y="34403"/>
                    </a:lnTo>
                    <a:cubicBezTo>
                      <a:pt x="446106" y="34403"/>
                      <a:pt x="452430" y="28078"/>
                      <a:pt x="452430" y="20274"/>
                    </a:cubicBezTo>
                    <a:close/>
                    <a:moveTo>
                      <a:pt x="495193" y="20274"/>
                    </a:moveTo>
                    <a:cubicBezTo>
                      <a:pt x="495303" y="12377"/>
                      <a:pt x="488996" y="5878"/>
                      <a:pt x="481093" y="5768"/>
                    </a:cubicBezTo>
                    <a:cubicBezTo>
                      <a:pt x="481088" y="5768"/>
                      <a:pt x="481076" y="5768"/>
                      <a:pt x="481064" y="5768"/>
                    </a:cubicBezTo>
                    <a:cubicBezTo>
                      <a:pt x="473162" y="5664"/>
                      <a:pt x="466663" y="11982"/>
                      <a:pt x="466559" y="19891"/>
                    </a:cubicBezTo>
                    <a:cubicBezTo>
                      <a:pt x="466559" y="19891"/>
                      <a:pt x="466559" y="19897"/>
                      <a:pt x="466559" y="19897"/>
                    </a:cubicBezTo>
                    <a:cubicBezTo>
                      <a:pt x="466454" y="27800"/>
                      <a:pt x="472773" y="34298"/>
                      <a:pt x="480681" y="34403"/>
                    </a:cubicBezTo>
                    <a:cubicBezTo>
                      <a:pt x="480681" y="34403"/>
                      <a:pt x="480687" y="34403"/>
                      <a:pt x="480693" y="34403"/>
                    </a:cubicBezTo>
                    <a:lnTo>
                      <a:pt x="481041" y="34403"/>
                    </a:lnTo>
                    <a:cubicBezTo>
                      <a:pt x="488845" y="34403"/>
                      <a:pt x="495170" y="28078"/>
                      <a:pt x="495170" y="20274"/>
                    </a:cubicBezTo>
                    <a:close/>
                    <a:moveTo>
                      <a:pt x="537933" y="20274"/>
                    </a:moveTo>
                    <a:cubicBezTo>
                      <a:pt x="538043" y="12377"/>
                      <a:pt x="531736" y="5878"/>
                      <a:pt x="523833" y="5768"/>
                    </a:cubicBezTo>
                    <a:cubicBezTo>
                      <a:pt x="523828" y="5768"/>
                      <a:pt x="523816" y="5768"/>
                      <a:pt x="523804" y="5768"/>
                    </a:cubicBezTo>
                    <a:cubicBezTo>
                      <a:pt x="515907" y="5670"/>
                      <a:pt x="509426" y="11988"/>
                      <a:pt x="509327" y="19885"/>
                    </a:cubicBezTo>
                    <a:cubicBezTo>
                      <a:pt x="509327" y="19885"/>
                      <a:pt x="509327" y="19891"/>
                      <a:pt x="509327" y="19897"/>
                    </a:cubicBezTo>
                    <a:cubicBezTo>
                      <a:pt x="509217" y="27800"/>
                      <a:pt x="515536" y="34292"/>
                      <a:pt x="523439" y="34403"/>
                    </a:cubicBezTo>
                    <a:cubicBezTo>
                      <a:pt x="523445" y="34403"/>
                      <a:pt x="523450" y="34403"/>
                      <a:pt x="523456" y="34403"/>
                    </a:cubicBezTo>
                    <a:lnTo>
                      <a:pt x="523630" y="34403"/>
                    </a:lnTo>
                    <a:cubicBezTo>
                      <a:pt x="531463" y="34403"/>
                      <a:pt x="537840" y="28107"/>
                      <a:pt x="537933" y="20274"/>
                    </a:cubicBezTo>
                    <a:close/>
                    <a:moveTo>
                      <a:pt x="324582" y="133999"/>
                    </a:moveTo>
                    <a:cubicBezTo>
                      <a:pt x="324698" y="126102"/>
                      <a:pt x="318391" y="119609"/>
                      <a:pt x="310494" y="119493"/>
                    </a:cubicBezTo>
                    <a:cubicBezTo>
                      <a:pt x="310482" y="119493"/>
                      <a:pt x="310465" y="119493"/>
                      <a:pt x="310453" y="119493"/>
                    </a:cubicBezTo>
                    <a:cubicBezTo>
                      <a:pt x="302557" y="119395"/>
                      <a:pt x="296075" y="125713"/>
                      <a:pt x="295977" y="133610"/>
                    </a:cubicBezTo>
                    <a:cubicBezTo>
                      <a:pt x="295977" y="133610"/>
                      <a:pt x="295977" y="133616"/>
                      <a:pt x="295977" y="133616"/>
                    </a:cubicBezTo>
                    <a:cubicBezTo>
                      <a:pt x="295866" y="141513"/>
                      <a:pt x="302174" y="148006"/>
                      <a:pt x="310076" y="148122"/>
                    </a:cubicBezTo>
                    <a:cubicBezTo>
                      <a:pt x="310082" y="148122"/>
                      <a:pt x="310094" y="148122"/>
                      <a:pt x="310105" y="148122"/>
                    </a:cubicBezTo>
                    <a:lnTo>
                      <a:pt x="310279" y="148122"/>
                    </a:lnTo>
                    <a:cubicBezTo>
                      <a:pt x="318113" y="148128"/>
                      <a:pt x="324489" y="141826"/>
                      <a:pt x="324582" y="133993"/>
                    </a:cubicBezTo>
                    <a:close/>
                    <a:moveTo>
                      <a:pt x="367148" y="133999"/>
                    </a:moveTo>
                    <a:cubicBezTo>
                      <a:pt x="367246" y="126102"/>
                      <a:pt x="360928" y="119621"/>
                      <a:pt x="353031" y="119522"/>
                    </a:cubicBezTo>
                    <a:cubicBezTo>
                      <a:pt x="353031" y="119522"/>
                      <a:pt x="353025" y="119522"/>
                      <a:pt x="353019" y="119522"/>
                    </a:cubicBezTo>
                    <a:cubicBezTo>
                      <a:pt x="345122" y="119412"/>
                      <a:pt x="338629" y="125719"/>
                      <a:pt x="338513" y="133622"/>
                    </a:cubicBezTo>
                    <a:cubicBezTo>
                      <a:pt x="338513" y="133628"/>
                      <a:pt x="338513" y="133639"/>
                      <a:pt x="338513" y="133651"/>
                    </a:cubicBezTo>
                    <a:cubicBezTo>
                      <a:pt x="338403" y="141554"/>
                      <a:pt x="344722" y="148047"/>
                      <a:pt x="352625" y="148157"/>
                    </a:cubicBezTo>
                    <a:cubicBezTo>
                      <a:pt x="352630" y="148157"/>
                      <a:pt x="352636" y="148157"/>
                      <a:pt x="352642" y="148157"/>
                    </a:cubicBezTo>
                    <a:lnTo>
                      <a:pt x="352996" y="148157"/>
                    </a:lnTo>
                    <a:cubicBezTo>
                      <a:pt x="360794" y="148371"/>
                      <a:pt x="367287" y="142221"/>
                      <a:pt x="367502" y="134429"/>
                    </a:cubicBezTo>
                    <a:cubicBezTo>
                      <a:pt x="367502" y="134411"/>
                      <a:pt x="367502" y="134399"/>
                      <a:pt x="367502" y="134388"/>
                    </a:cubicBezTo>
                    <a:cubicBezTo>
                      <a:pt x="367502" y="134266"/>
                      <a:pt x="367502" y="134150"/>
                      <a:pt x="367502" y="134028"/>
                    </a:cubicBezTo>
                    <a:close/>
                    <a:moveTo>
                      <a:pt x="409888" y="133999"/>
                    </a:moveTo>
                    <a:cubicBezTo>
                      <a:pt x="410004" y="126102"/>
                      <a:pt x="403697" y="119609"/>
                      <a:pt x="395799" y="119493"/>
                    </a:cubicBezTo>
                    <a:cubicBezTo>
                      <a:pt x="395782" y="119493"/>
                      <a:pt x="395765" y="119493"/>
                      <a:pt x="395747" y="119493"/>
                    </a:cubicBezTo>
                    <a:cubicBezTo>
                      <a:pt x="387850" y="119377"/>
                      <a:pt x="381358" y="125684"/>
                      <a:pt x="381242" y="133581"/>
                    </a:cubicBezTo>
                    <a:cubicBezTo>
                      <a:pt x="381242" y="133593"/>
                      <a:pt x="381242" y="133605"/>
                      <a:pt x="381242" y="133616"/>
                    </a:cubicBezTo>
                    <a:cubicBezTo>
                      <a:pt x="381131" y="141513"/>
                      <a:pt x="387439" y="148012"/>
                      <a:pt x="395341" y="148122"/>
                    </a:cubicBezTo>
                    <a:cubicBezTo>
                      <a:pt x="395347" y="148122"/>
                      <a:pt x="395359" y="148122"/>
                      <a:pt x="395364" y="148122"/>
                    </a:cubicBezTo>
                    <a:lnTo>
                      <a:pt x="395544" y="148122"/>
                    </a:lnTo>
                    <a:cubicBezTo>
                      <a:pt x="403377" y="148128"/>
                      <a:pt x="409754" y="141826"/>
                      <a:pt x="409847" y="133993"/>
                    </a:cubicBezTo>
                    <a:close/>
                    <a:moveTo>
                      <a:pt x="452453" y="133999"/>
                    </a:moveTo>
                    <a:cubicBezTo>
                      <a:pt x="452552" y="126102"/>
                      <a:pt x="446227" y="119621"/>
                      <a:pt x="438325" y="119522"/>
                    </a:cubicBezTo>
                    <a:cubicBezTo>
                      <a:pt x="438325" y="119522"/>
                      <a:pt x="438325" y="119522"/>
                      <a:pt x="438325" y="119522"/>
                    </a:cubicBezTo>
                    <a:cubicBezTo>
                      <a:pt x="430428" y="119412"/>
                      <a:pt x="423935" y="125719"/>
                      <a:pt x="423819" y="133622"/>
                    </a:cubicBezTo>
                    <a:cubicBezTo>
                      <a:pt x="423819" y="133628"/>
                      <a:pt x="423819" y="133639"/>
                      <a:pt x="423819" y="133651"/>
                    </a:cubicBezTo>
                    <a:cubicBezTo>
                      <a:pt x="423709" y="141554"/>
                      <a:pt x="430027" y="148047"/>
                      <a:pt x="437930" y="148157"/>
                    </a:cubicBezTo>
                    <a:cubicBezTo>
                      <a:pt x="437936" y="148157"/>
                      <a:pt x="437942" y="148157"/>
                      <a:pt x="437948" y="148157"/>
                    </a:cubicBezTo>
                    <a:lnTo>
                      <a:pt x="438301" y="148157"/>
                    </a:lnTo>
                    <a:cubicBezTo>
                      <a:pt x="446106" y="148157"/>
                      <a:pt x="452430" y="141832"/>
                      <a:pt x="452430" y="134028"/>
                    </a:cubicBezTo>
                    <a:close/>
                    <a:moveTo>
                      <a:pt x="495193" y="133999"/>
                    </a:moveTo>
                    <a:cubicBezTo>
                      <a:pt x="495309" y="126102"/>
                      <a:pt x="489002" y="119609"/>
                      <a:pt x="481105" y="119493"/>
                    </a:cubicBezTo>
                    <a:cubicBezTo>
                      <a:pt x="481088" y="119493"/>
                      <a:pt x="481064" y="119493"/>
                      <a:pt x="481041" y="119493"/>
                    </a:cubicBezTo>
                    <a:cubicBezTo>
                      <a:pt x="473138" y="119383"/>
                      <a:pt x="466646" y="125702"/>
                      <a:pt x="466535" y="133605"/>
                    </a:cubicBezTo>
                    <a:cubicBezTo>
                      <a:pt x="466535" y="133610"/>
                      <a:pt x="466535" y="133616"/>
                      <a:pt x="466535" y="133622"/>
                    </a:cubicBezTo>
                    <a:cubicBezTo>
                      <a:pt x="466425" y="141525"/>
                      <a:pt x="472744" y="148017"/>
                      <a:pt x="480647" y="148128"/>
                    </a:cubicBezTo>
                    <a:cubicBezTo>
                      <a:pt x="480653" y="148128"/>
                      <a:pt x="480664" y="148128"/>
                      <a:pt x="480670" y="148128"/>
                    </a:cubicBezTo>
                    <a:lnTo>
                      <a:pt x="481018" y="148128"/>
                    </a:lnTo>
                    <a:cubicBezTo>
                      <a:pt x="488822" y="148128"/>
                      <a:pt x="495147" y="141803"/>
                      <a:pt x="495147" y="133999"/>
                    </a:cubicBezTo>
                    <a:close/>
                    <a:moveTo>
                      <a:pt x="537933" y="133999"/>
                    </a:moveTo>
                    <a:cubicBezTo>
                      <a:pt x="538049" y="126102"/>
                      <a:pt x="531742" y="119609"/>
                      <a:pt x="523845" y="119493"/>
                    </a:cubicBezTo>
                    <a:cubicBezTo>
                      <a:pt x="523833" y="119493"/>
                      <a:pt x="523816" y="119493"/>
                      <a:pt x="523804" y="119493"/>
                    </a:cubicBezTo>
                    <a:cubicBezTo>
                      <a:pt x="515907" y="119395"/>
                      <a:pt x="509426" y="125713"/>
                      <a:pt x="509327" y="133610"/>
                    </a:cubicBezTo>
                    <a:cubicBezTo>
                      <a:pt x="509327" y="133610"/>
                      <a:pt x="509327" y="133616"/>
                      <a:pt x="509327" y="133616"/>
                    </a:cubicBezTo>
                    <a:cubicBezTo>
                      <a:pt x="509217" y="141513"/>
                      <a:pt x="515524" y="148006"/>
                      <a:pt x="523427" y="148122"/>
                    </a:cubicBezTo>
                    <a:cubicBezTo>
                      <a:pt x="523433" y="148122"/>
                      <a:pt x="523445" y="148122"/>
                      <a:pt x="523456" y="148122"/>
                    </a:cubicBezTo>
                    <a:lnTo>
                      <a:pt x="523630" y="148122"/>
                    </a:lnTo>
                    <a:cubicBezTo>
                      <a:pt x="531463" y="148128"/>
                      <a:pt x="537840" y="141826"/>
                      <a:pt x="537933" y="133993"/>
                    </a:cubicBezTo>
                    <a:close/>
                    <a:moveTo>
                      <a:pt x="470290" y="297549"/>
                    </a:moveTo>
                    <a:cubicBezTo>
                      <a:pt x="470400" y="289652"/>
                      <a:pt x="464093" y="283159"/>
                      <a:pt x="456190" y="283043"/>
                    </a:cubicBezTo>
                    <a:cubicBezTo>
                      <a:pt x="456184" y="283043"/>
                      <a:pt x="456173" y="283043"/>
                      <a:pt x="456161" y="283043"/>
                    </a:cubicBezTo>
                    <a:cubicBezTo>
                      <a:pt x="448264" y="282944"/>
                      <a:pt x="441783" y="289269"/>
                      <a:pt x="441684" y="297172"/>
                    </a:cubicBezTo>
                    <a:cubicBezTo>
                      <a:pt x="441684" y="297172"/>
                      <a:pt x="441684" y="297172"/>
                      <a:pt x="441684" y="297172"/>
                    </a:cubicBezTo>
                    <a:cubicBezTo>
                      <a:pt x="441574" y="305069"/>
                      <a:pt x="447881" y="311567"/>
                      <a:pt x="455784" y="311677"/>
                    </a:cubicBezTo>
                    <a:cubicBezTo>
                      <a:pt x="455790" y="311677"/>
                      <a:pt x="455801" y="311677"/>
                      <a:pt x="455813" y="311677"/>
                    </a:cubicBezTo>
                    <a:lnTo>
                      <a:pt x="456161" y="311677"/>
                    </a:lnTo>
                    <a:cubicBezTo>
                      <a:pt x="463965" y="311677"/>
                      <a:pt x="470290" y="305353"/>
                      <a:pt x="470290" y="297549"/>
                    </a:cubicBezTo>
                    <a:close/>
                    <a:moveTo>
                      <a:pt x="513029" y="297549"/>
                    </a:moveTo>
                    <a:cubicBezTo>
                      <a:pt x="513139" y="289652"/>
                      <a:pt x="506833" y="283159"/>
                      <a:pt x="498930" y="283043"/>
                    </a:cubicBezTo>
                    <a:cubicBezTo>
                      <a:pt x="498924" y="283043"/>
                      <a:pt x="498912" y="283043"/>
                      <a:pt x="498907" y="283043"/>
                    </a:cubicBezTo>
                    <a:cubicBezTo>
                      <a:pt x="491010" y="282933"/>
                      <a:pt x="484511" y="289240"/>
                      <a:pt x="484401" y="297143"/>
                    </a:cubicBezTo>
                    <a:cubicBezTo>
                      <a:pt x="484401" y="297148"/>
                      <a:pt x="484401" y="297160"/>
                      <a:pt x="484401" y="297172"/>
                    </a:cubicBezTo>
                    <a:cubicBezTo>
                      <a:pt x="484291" y="305074"/>
                      <a:pt x="490609" y="311567"/>
                      <a:pt x="498512" y="311677"/>
                    </a:cubicBezTo>
                    <a:cubicBezTo>
                      <a:pt x="498518" y="311677"/>
                      <a:pt x="498524" y="311677"/>
                      <a:pt x="498529" y="311677"/>
                    </a:cubicBezTo>
                    <a:lnTo>
                      <a:pt x="498703" y="311677"/>
                    </a:lnTo>
                    <a:cubicBezTo>
                      <a:pt x="506537" y="311677"/>
                      <a:pt x="512907" y="305382"/>
                      <a:pt x="513012" y="297549"/>
                    </a:cubicBezTo>
                    <a:close/>
                    <a:moveTo>
                      <a:pt x="555595" y="297549"/>
                    </a:moveTo>
                    <a:cubicBezTo>
                      <a:pt x="555705" y="289652"/>
                      <a:pt x="549398" y="283159"/>
                      <a:pt x="541495" y="283043"/>
                    </a:cubicBezTo>
                    <a:cubicBezTo>
                      <a:pt x="541490" y="283043"/>
                      <a:pt x="541478" y="283043"/>
                      <a:pt x="541467" y="283043"/>
                    </a:cubicBezTo>
                    <a:cubicBezTo>
                      <a:pt x="533569" y="282933"/>
                      <a:pt x="527071" y="289240"/>
                      <a:pt x="526961" y="297143"/>
                    </a:cubicBezTo>
                    <a:cubicBezTo>
                      <a:pt x="526961" y="297148"/>
                      <a:pt x="526961" y="297160"/>
                      <a:pt x="526961" y="297172"/>
                    </a:cubicBezTo>
                    <a:cubicBezTo>
                      <a:pt x="526851" y="305069"/>
                      <a:pt x="533157" y="311561"/>
                      <a:pt x="541060" y="311677"/>
                    </a:cubicBezTo>
                    <a:cubicBezTo>
                      <a:pt x="541066" y="311677"/>
                      <a:pt x="541078" y="311677"/>
                      <a:pt x="541089" y="311677"/>
                    </a:cubicBezTo>
                    <a:lnTo>
                      <a:pt x="541437" y="311677"/>
                    </a:lnTo>
                    <a:cubicBezTo>
                      <a:pt x="549242" y="311677"/>
                      <a:pt x="555566" y="305353"/>
                      <a:pt x="555566" y="297549"/>
                    </a:cubicBezTo>
                    <a:close/>
                    <a:moveTo>
                      <a:pt x="598335" y="297549"/>
                    </a:moveTo>
                    <a:cubicBezTo>
                      <a:pt x="598445" y="289652"/>
                      <a:pt x="592138" y="283159"/>
                      <a:pt x="584235" y="283043"/>
                    </a:cubicBezTo>
                    <a:cubicBezTo>
                      <a:pt x="584229" y="283043"/>
                      <a:pt x="584218" y="283043"/>
                      <a:pt x="584212" y="283043"/>
                    </a:cubicBezTo>
                    <a:cubicBezTo>
                      <a:pt x="576315" y="282933"/>
                      <a:pt x="569817" y="289240"/>
                      <a:pt x="569706" y="297143"/>
                    </a:cubicBezTo>
                    <a:cubicBezTo>
                      <a:pt x="569706" y="297148"/>
                      <a:pt x="569706" y="297160"/>
                      <a:pt x="569706" y="297172"/>
                    </a:cubicBezTo>
                    <a:cubicBezTo>
                      <a:pt x="569596" y="305074"/>
                      <a:pt x="575915" y="311567"/>
                      <a:pt x="583817" y="311677"/>
                    </a:cubicBezTo>
                    <a:cubicBezTo>
                      <a:pt x="583823" y="311677"/>
                      <a:pt x="583829" y="311677"/>
                      <a:pt x="583835" y="311677"/>
                    </a:cubicBezTo>
                    <a:lnTo>
                      <a:pt x="584009" y="311677"/>
                    </a:lnTo>
                    <a:cubicBezTo>
                      <a:pt x="591842" y="311677"/>
                      <a:pt x="598219" y="305382"/>
                      <a:pt x="598312" y="297549"/>
                    </a:cubicBezTo>
                    <a:close/>
                    <a:moveTo>
                      <a:pt x="640900" y="297549"/>
                    </a:moveTo>
                    <a:cubicBezTo>
                      <a:pt x="641011" y="289652"/>
                      <a:pt x="634704" y="283159"/>
                      <a:pt x="626801" y="283043"/>
                    </a:cubicBezTo>
                    <a:cubicBezTo>
                      <a:pt x="626795" y="283043"/>
                      <a:pt x="626784" y="283043"/>
                      <a:pt x="626772" y="283043"/>
                    </a:cubicBezTo>
                    <a:cubicBezTo>
                      <a:pt x="618869" y="282939"/>
                      <a:pt x="612371" y="289257"/>
                      <a:pt x="612266" y="297166"/>
                    </a:cubicBezTo>
                    <a:cubicBezTo>
                      <a:pt x="612266" y="297166"/>
                      <a:pt x="612266" y="297172"/>
                      <a:pt x="612266" y="297172"/>
                    </a:cubicBezTo>
                    <a:cubicBezTo>
                      <a:pt x="612162" y="305074"/>
                      <a:pt x="618481" y="311573"/>
                      <a:pt x="626389" y="311677"/>
                    </a:cubicBezTo>
                    <a:cubicBezTo>
                      <a:pt x="626389" y="311677"/>
                      <a:pt x="626395" y="311677"/>
                      <a:pt x="626401" y="311677"/>
                    </a:cubicBezTo>
                    <a:lnTo>
                      <a:pt x="626749" y="311677"/>
                    </a:lnTo>
                    <a:cubicBezTo>
                      <a:pt x="634553" y="311677"/>
                      <a:pt x="640878" y="305353"/>
                      <a:pt x="640878" y="297549"/>
                    </a:cubicBezTo>
                    <a:close/>
                    <a:moveTo>
                      <a:pt x="683640" y="297549"/>
                    </a:moveTo>
                    <a:cubicBezTo>
                      <a:pt x="683751" y="289652"/>
                      <a:pt x="677444" y="283159"/>
                      <a:pt x="669541" y="283043"/>
                    </a:cubicBezTo>
                    <a:cubicBezTo>
                      <a:pt x="669535" y="283043"/>
                      <a:pt x="669523" y="283043"/>
                      <a:pt x="669512" y="283043"/>
                    </a:cubicBezTo>
                    <a:cubicBezTo>
                      <a:pt x="661615" y="282944"/>
                      <a:pt x="655134" y="289263"/>
                      <a:pt x="655035" y="297160"/>
                    </a:cubicBezTo>
                    <a:cubicBezTo>
                      <a:pt x="655035" y="297160"/>
                      <a:pt x="655035" y="297166"/>
                      <a:pt x="655035" y="297172"/>
                    </a:cubicBezTo>
                    <a:cubicBezTo>
                      <a:pt x="654925" y="305074"/>
                      <a:pt x="661243" y="311567"/>
                      <a:pt x="669146" y="311677"/>
                    </a:cubicBezTo>
                    <a:cubicBezTo>
                      <a:pt x="669152" y="311677"/>
                      <a:pt x="669158" y="311677"/>
                      <a:pt x="669164" y="311677"/>
                    </a:cubicBezTo>
                    <a:lnTo>
                      <a:pt x="669338" y="311677"/>
                    </a:lnTo>
                    <a:cubicBezTo>
                      <a:pt x="677171" y="311677"/>
                      <a:pt x="683547" y="305382"/>
                      <a:pt x="683640" y="297549"/>
                    </a:cubicBezTo>
                    <a:close/>
                    <a:moveTo>
                      <a:pt x="470290" y="414993"/>
                    </a:moveTo>
                    <a:cubicBezTo>
                      <a:pt x="470290" y="407096"/>
                      <a:pt x="463884" y="400690"/>
                      <a:pt x="455987" y="400690"/>
                    </a:cubicBezTo>
                    <a:cubicBezTo>
                      <a:pt x="448084" y="400690"/>
                      <a:pt x="441678" y="407096"/>
                      <a:pt x="441678" y="414999"/>
                    </a:cubicBezTo>
                    <a:cubicBezTo>
                      <a:pt x="441684" y="422902"/>
                      <a:pt x="448084" y="429302"/>
                      <a:pt x="455987" y="429302"/>
                    </a:cubicBezTo>
                    <a:lnTo>
                      <a:pt x="456161" y="429302"/>
                    </a:lnTo>
                    <a:cubicBezTo>
                      <a:pt x="464000" y="429203"/>
                      <a:pt x="470301" y="422815"/>
                      <a:pt x="470290" y="414976"/>
                    </a:cubicBezTo>
                    <a:close/>
                    <a:moveTo>
                      <a:pt x="513035" y="414993"/>
                    </a:moveTo>
                    <a:cubicBezTo>
                      <a:pt x="513029" y="407090"/>
                      <a:pt x="506629" y="400690"/>
                      <a:pt x="498727" y="400690"/>
                    </a:cubicBezTo>
                    <a:cubicBezTo>
                      <a:pt x="490824" y="400690"/>
                      <a:pt x="484424" y="407090"/>
                      <a:pt x="484418" y="414993"/>
                    </a:cubicBezTo>
                    <a:cubicBezTo>
                      <a:pt x="484418" y="422896"/>
                      <a:pt x="490824" y="429302"/>
                      <a:pt x="498727" y="429302"/>
                    </a:cubicBezTo>
                    <a:lnTo>
                      <a:pt x="498727" y="429302"/>
                    </a:lnTo>
                    <a:cubicBezTo>
                      <a:pt x="506629" y="429302"/>
                      <a:pt x="513035" y="422896"/>
                      <a:pt x="513035" y="414993"/>
                    </a:cubicBezTo>
                    <a:cubicBezTo>
                      <a:pt x="513035" y="414987"/>
                      <a:pt x="513035" y="414982"/>
                      <a:pt x="513035" y="414976"/>
                    </a:cubicBezTo>
                    <a:close/>
                    <a:moveTo>
                      <a:pt x="555595" y="414993"/>
                    </a:moveTo>
                    <a:cubicBezTo>
                      <a:pt x="555595" y="407096"/>
                      <a:pt x="549189" y="400690"/>
                      <a:pt x="541292" y="400690"/>
                    </a:cubicBezTo>
                    <a:cubicBezTo>
                      <a:pt x="533390" y="400690"/>
                      <a:pt x="526984" y="407096"/>
                      <a:pt x="526984" y="414999"/>
                    </a:cubicBezTo>
                    <a:cubicBezTo>
                      <a:pt x="526990" y="422902"/>
                      <a:pt x="533390" y="429302"/>
                      <a:pt x="541292" y="429302"/>
                    </a:cubicBezTo>
                    <a:lnTo>
                      <a:pt x="541467" y="429302"/>
                    </a:lnTo>
                    <a:cubicBezTo>
                      <a:pt x="549300" y="429203"/>
                      <a:pt x="555595" y="422826"/>
                      <a:pt x="555595" y="414993"/>
                    </a:cubicBezTo>
                    <a:close/>
                    <a:moveTo>
                      <a:pt x="598335" y="414993"/>
                    </a:moveTo>
                    <a:cubicBezTo>
                      <a:pt x="598335" y="407096"/>
                      <a:pt x="591929" y="400690"/>
                      <a:pt x="584032" y="400690"/>
                    </a:cubicBezTo>
                    <a:cubicBezTo>
                      <a:pt x="576129" y="400690"/>
                      <a:pt x="569730" y="407090"/>
                      <a:pt x="569724" y="414993"/>
                    </a:cubicBezTo>
                    <a:cubicBezTo>
                      <a:pt x="569724" y="422896"/>
                      <a:pt x="576129" y="429302"/>
                      <a:pt x="584032" y="429302"/>
                    </a:cubicBezTo>
                    <a:lnTo>
                      <a:pt x="584032" y="429302"/>
                    </a:lnTo>
                    <a:cubicBezTo>
                      <a:pt x="591929" y="429302"/>
                      <a:pt x="598335" y="422896"/>
                      <a:pt x="598335" y="414999"/>
                    </a:cubicBezTo>
                    <a:cubicBezTo>
                      <a:pt x="598335" y="414993"/>
                      <a:pt x="598335" y="414982"/>
                      <a:pt x="598335" y="414976"/>
                    </a:cubicBezTo>
                    <a:close/>
                    <a:moveTo>
                      <a:pt x="640900" y="414993"/>
                    </a:moveTo>
                    <a:cubicBezTo>
                      <a:pt x="640900" y="407096"/>
                      <a:pt x="634495" y="400690"/>
                      <a:pt x="626598" y="400690"/>
                    </a:cubicBezTo>
                    <a:cubicBezTo>
                      <a:pt x="618695" y="400690"/>
                      <a:pt x="612290" y="407096"/>
                      <a:pt x="612290" y="414999"/>
                    </a:cubicBezTo>
                    <a:cubicBezTo>
                      <a:pt x="612295" y="422902"/>
                      <a:pt x="618695" y="429302"/>
                      <a:pt x="626598" y="429302"/>
                    </a:cubicBezTo>
                    <a:lnTo>
                      <a:pt x="626772" y="429302"/>
                    </a:lnTo>
                    <a:cubicBezTo>
                      <a:pt x="634605" y="429203"/>
                      <a:pt x="640900" y="422826"/>
                      <a:pt x="640900" y="414993"/>
                    </a:cubicBezTo>
                    <a:close/>
                    <a:moveTo>
                      <a:pt x="683640" y="414993"/>
                    </a:moveTo>
                    <a:cubicBezTo>
                      <a:pt x="683640" y="407096"/>
                      <a:pt x="677235" y="400690"/>
                      <a:pt x="669338" y="400690"/>
                    </a:cubicBezTo>
                    <a:cubicBezTo>
                      <a:pt x="661435" y="400690"/>
                      <a:pt x="655035" y="407090"/>
                      <a:pt x="655029" y="414993"/>
                    </a:cubicBezTo>
                    <a:cubicBezTo>
                      <a:pt x="655029" y="422896"/>
                      <a:pt x="661435" y="429302"/>
                      <a:pt x="669338" y="429302"/>
                    </a:cubicBezTo>
                    <a:lnTo>
                      <a:pt x="669338" y="429302"/>
                    </a:lnTo>
                    <a:cubicBezTo>
                      <a:pt x="677235" y="429302"/>
                      <a:pt x="683640" y="422896"/>
                      <a:pt x="683640" y="414999"/>
                    </a:cubicBezTo>
                    <a:cubicBezTo>
                      <a:pt x="683640" y="414999"/>
                      <a:pt x="683640" y="414993"/>
                      <a:pt x="683640" y="4149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7" name="Google Shape;97;p8"/>
            <p:cNvGrpSpPr/>
            <p:nvPr/>
          </p:nvGrpSpPr>
          <p:grpSpPr>
            <a:xfrm>
              <a:off x="7474336" y="3174083"/>
              <a:ext cx="1926867" cy="2244428"/>
              <a:chOff x="7474336" y="3174083"/>
              <a:chExt cx="1926867" cy="2244428"/>
            </a:xfrm>
          </p:grpSpPr>
          <p:sp>
            <p:nvSpPr>
              <p:cNvPr id="98" name="Google Shape;98;p8"/>
              <p:cNvSpPr/>
              <p:nvPr/>
            </p:nvSpPr>
            <p:spPr>
              <a:xfrm>
                <a:off x="8503837" y="3925685"/>
                <a:ext cx="292080" cy="402729"/>
              </a:xfrm>
              <a:custGeom>
                <a:avLst/>
                <a:gdLst/>
                <a:ahLst/>
                <a:cxnLst/>
                <a:rect l="l" t="t" r="r" b="b"/>
                <a:pathLst>
                  <a:path w="333806" h="460262" extrusionOk="0">
                    <a:moveTo>
                      <a:pt x="330005" y="5767"/>
                    </a:moveTo>
                    <a:lnTo>
                      <a:pt x="97043" y="5767"/>
                    </a:lnTo>
                    <a:cubicBezTo>
                      <a:pt x="94762" y="5765"/>
                      <a:pt x="92563" y="6649"/>
                      <a:pt x="90921" y="8233"/>
                    </a:cubicBezTo>
                    <a:lnTo>
                      <a:pt x="7733" y="88246"/>
                    </a:lnTo>
                    <a:cubicBezTo>
                      <a:pt x="6666" y="89337"/>
                      <a:pt x="5900" y="90690"/>
                      <a:pt x="5523" y="92169"/>
                    </a:cubicBezTo>
                    <a:cubicBezTo>
                      <a:pt x="5424" y="92538"/>
                      <a:pt x="5349" y="92914"/>
                      <a:pt x="5296" y="93294"/>
                    </a:cubicBezTo>
                    <a:cubicBezTo>
                      <a:pt x="5175" y="93726"/>
                      <a:pt x="5082" y="94166"/>
                      <a:pt x="5030" y="94612"/>
                    </a:cubicBezTo>
                    <a:lnTo>
                      <a:pt x="5030" y="457198"/>
                    </a:lnTo>
                    <a:cubicBezTo>
                      <a:pt x="5024" y="462072"/>
                      <a:pt x="8975" y="466025"/>
                      <a:pt x="13849" y="466029"/>
                    </a:cubicBezTo>
                    <a:cubicBezTo>
                      <a:pt x="13855" y="466029"/>
                      <a:pt x="13855" y="466029"/>
                      <a:pt x="13861" y="466029"/>
                    </a:cubicBezTo>
                    <a:lnTo>
                      <a:pt x="330005" y="466029"/>
                    </a:lnTo>
                    <a:cubicBezTo>
                      <a:pt x="334879" y="466032"/>
                      <a:pt x="338831" y="462083"/>
                      <a:pt x="338836" y="457209"/>
                    </a:cubicBezTo>
                    <a:cubicBezTo>
                      <a:pt x="338836" y="457205"/>
                      <a:pt x="338836" y="457202"/>
                      <a:pt x="338836" y="457198"/>
                    </a:cubicBezTo>
                    <a:lnTo>
                      <a:pt x="338836" y="14598"/>
                    </a:lnTo>
                    <a:cubicBezTo>
                      <a:pt x="338842" y="9724"/>
                      <a:pt x="334891" y="5770"/>
                      <a:pt x="330017" y="5767"/>
                    </a:cubicBezTo>
                    <a:cubicBezTo>
                      <a:pt x="330011" y="5767"/>
                      <a:pt x="330011" y="5767"/>
                      <a:pt x="330005" y="5767"/>
                    </a:cubicBezTo>
                    <a:close/>
                    <a:moveTo>
                      <a:pt x="91043" y="34871"/>
                    </a:moveTo>
                    <a:lnTo>
                      <a:pt x="91043" y="85780"/>
                    </a:lnTo>
                    <a:lnTo>
                      <a:pt x="36316" y="85780"/>
                    </a:lnTo>
                    <a:close/>
                    <a:moveTo>
                      <a:pt x="321174" y="448366"/>
                    </a:moveTo>
                    <a:lnTo>
                      <a:pt x="22692" y="448366"/>
                    </a:lnTo>
                    <a:lnTo>
                      <a:pt x="22692" y="103460"/>
                    </a:lnTo>
                    <a:lnTo>
                      <a:pt x="99862" y="103460"/>
                    </a:lnTo>
                    <a:cubicBezTo>
                      <a:pt x="104736" y="103464"/>
                      <a:pt x="108688" y="99514"/>
                      <a:pt x="108694" y="94641"/>
                    </a:cubicBezTo>
                    <a:cubicBezTo>
                      <a:pt x="108694" y="94636"/>
                      <a:pt x="108694" y="94633"/>
                      <a:pt x="108694" y="94629"/>
                    </a:cubicBezTo>
                    <a:lnTo>
                      <a:pt x="108694" y="23446"/>
                    </a:lnTo>
                    <a:lnTo>
                      <a:pt x="321163" y="2344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9" name="Google Shape;99;p8"/>
              <p:cNvSpPr/>
              <p:nvPr/>
            </p:nvSpPr>
            <p:spPr>
              <a:xfrm>
                <a:off x="8806477" y="3925685"/>
                <a:ext cx="292075" cy="402729"/>
              </a:xfrm>
              <a:custGeom>
                <a:avLst/>
                <a:gdLst/>
                <a:ahLst/>
                <a:cxnLst/>
                <a:rect l="l" t="t" r="r" b="b"/>
                <a:pathLst>
                  <a:path w="333800" h="460262" extrusionOk="0">
                    <a:moveTo>
                      <a:pt x="330005" y="5767"/>
                    </a:moveTo>
                    <a:lnTo>
                      <a:pt x="97048" y="5767"/>
                    </a:lnTo>
                    <a:cubicBezTo>
                      <a:pt x="94768" y="5765"/>
                      <a:pt x="92569" y="6649"/>
                      <a:pt x="90927" y="8233"/>
                    </a:cubicBezTo>
                    <a:lnTo>
                      <a:pt x="7739" y="88246"/>
                    </a:lnTo>
                    <a:cubicBezTo>
                      <a:pt x="6672" y="89337"/>
                      <a:pt x="5906" y="90690"/>
                      <a:pt x="5529" y="92169"/>
                    </a:cubicBezTo>
                    <a:cubicBezTo>
                      <a:pt x="5424" y="92538"/>
                      <a:pt x="5349" y="92914"/>
                      <a:pt x="5302" y="93294"/>
                    </a:cubicBezTo>
                    <a:cubicBezTo>
                      <a:pt x="5175" y="93726"/>
                      <a:pt x="5088" y="94166"/>
                      <a:pt x="5030" y="94612"/>
                    </a:cubicBezTo>
                    <a:lnTo>
                      <a:pt x="5030" y="457198"/>
                    </a:lnTo>
                    <a:cubicBezTo>
                      <a:pt x="5024" y="462072"/>
                      <a:pt x="8975" y="466025"/>
                      <a:pt x="13849" y="466029"/>
                    </a:cubicBezTo>
                    <a:cubicBezTo>
                      <a:pt x="13855" y="466029"/>
                      <a:pt x="13855" y="466029"/>
                      <a:pt x="13861" y="466029"/>
                    </a:cubicBezTo>
                    <a:lnTo>
                      <a:pt x="330005" y="466029"/>
                    </a:lnTo>
                    <a:cubicBezTo>
                      <a:pt x="334873" y="466029"/>
                      <a:pt x="338825" y="462084"/>
                      <a:pt x="338831" y="457215"/>
                    </a:cubicBezTo>
                    <a:lnTo>
                      <a:pt x="338831" y="14615"/>
                    </a:lnTo>
                    <a:cubicBezTo>
                      <a:pt x="338842" y="9741"/>
                      <a:pt x="334902" y="5779"/>
                      <a:pt x="330028" y="5767"/>
                    </a:cubicBezTo>
                    <a:cubicBezTo>
                      <a:pt x="330023" y="5767"/>
                      <a:pt x="330011" y="5767"/>
                      <a:pt x="330005" y="5767"/>
                    </a:cubicBezTo>
                    <a:close/>
                    <a:moveTo>
                      <a:pt x="91072" y="34888"/>
                    </a:moveTo>
                    <a:lnTo>
                      <a:pt x="91072" y="85798"/>
                    </a:lnTo>
                    <a:lnTo>
                      <a:pt x="36350" y="85798"/>
                    </a:lnTo>
                    <a:close/>
                    <a:moveTo>
                      <a:pt x="321203" y="448384"/>
                    </a:moveTo>
                    <a:lnTo>
                      <a:pt x="22692" y="448384"/>
                    </a:lnTo>
                    <a:lnTo>
                      <a:pt x="22692" y="103460"/>
                    </a:lnTo>
                    <a:lnTo>
                      <a:pt x="99862" y="103460"/>
                    </a:lnTo>
                    <a:cubicBezTo>
                      <a:pt x="104736" y="103464"/>
                      <a:pt x="108688" y="99514"/>
                      <a:pt x="108694" y="94641"/>
                    </a:cubicBezTo>
                    <a:cubicBezTo>
                      <a:pt x="108694" y="94636"/>
                      <a:pt x="108694" y="94633"/>
                      <a:pt x="108694" y="94629"/>
                    </a:cubicBezTo>
                    <a:lnTo>
                      <a:pt x="108694" y="23446"/>
                    </a:lnTo>
                    <a:lnTo>
                      <a:pt x="321163" y="2344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0" name="Google Shape;100;p8"/>
              <p:cNvSpPr/>
              <p:nvPr/>
            </p:nvSpPr>
            <p:spPr>
              <a:xfrm>
                <a:off x="9109128" y="3925685"/>
                <a:ext cx="292075" cy="402729"/>
              </a:xfrm>
              <a:custGeom>
                <a:avLst/>
                <a:gdLst/>
                <a:ahLst/>
                <a:cxnLst/>
                <a:rect l="l" t="t" r="r" b="b"/>
                <a:pathLst>
                  <a:path w="333800" h="460262" extrusionOk="0">
                    <a:moveTo>
                      <a:pt x="329988" y="5767"/>
                    </a:moveTo>
                    <a:lnTo>
                      <a:pt x="97043" y="5767"/>
                    </a:lnTo>
                    <a:cubicBezTo>
                      <a:pt x="94762" y="5765"/>
                      <a:pt x="92563" y="6649"/>
                      <a:pt x="90921" y="8233"/>
                    </a:cubicBezTo>
                    <a:lnTo>
                      <a:pt x="7734" y="88246"/>
                    </a:lnTo>
                    <a:cubicBezTo>
                      <a:pt x="6666" y="89337"/>
                      <a:pt x="5906" y="90690"/>
                      <a:pt x="5523" y="92169"/>
                    </a:cubicBezTo>
                    <a:cubicBezTo>
                      <a:pt x="5424" y="92538"/>
                      <a:pt x="5349" y="92914"/>
                      <a:pt x="5296" y="93294"/>
                    </a:cubicBezTo>
                    <a:cubicBezTo>
                      <a:pt x="5175" y="93726"/>
                      <a:pt x="5082" y="94166"/>
                      <a:pt x="5030" y="94612"/>
                    </a:cubicBezTo>
                    <a:lnTo>
                      <a:pt x="5030" y="457198"/>
                    </a:lnTo>
                    <a:cubicBezTo>
                      <a:pt x="5024" y="462072"/>
                      <a:pt x="8975" y="466025"/>
                      <a:pt x="13849" y="466029"/>
                    </a:cubicBezTo>
                    <a:cubicBezTo>
                      <a:pt x="13855" y="466029"/>
                      <a:pt x="13855" y="466029"/>
                      <a:pt x="13861" y="466029"/>
                    </a:cubicBezTo>
                    <a:lnTo>
                      <a:pt x="330000" y="466029"/>
                    </a:lnTo>
                    <a:cubicBezTo>
                      <a:pt x="334873" y="466032"/>
                      <a:pt x="338825" y="462083"/>
                      <a:pt x="338831" y="457209"/>
                    </a:cubicBezTo>
                    <a:cubicBezTo>
                      <a:pt x="338831" y="457205"/>
                      <a:pt x="338831" y="457202"/>
                      <a:pt x="338831" y="457198"/>
                    </a:cubicBezTo>
                    <a:lnTo>
                      <a:pt x="338831" y="14598"/>
                    </a:lnTo>
                    <a:cubicBezTo>
                      <a:pt x="338836" y="9724"/>
                      <a:pt x="334885" y="5770"/>
                      <a:pt x="330011" y="5767"/>
                    </a:cubicBezTo>
                    <a:cubicBezTo>
                      <a:pt x="330005" y="5767"/>
                      <a:pt x="329994" y="5767"/>
                      <a:pt x="329988" y="5767"/>
                    </a:cubicBezTo>
                    <a:close/>
                    <a:moveTo>
                      <a:pt x="91031" y="34871"/>
                    </a:moveTo>
                    <a:lnTo>
                      <a:pt x="91031" y="85780"/>
                    </a:lnTo>
                    <a:lnTo>
                      <a:pt x="36304" y="85780"/>
                    </a:lnTo>
                    <a:close/>
                    <a:moveTo>
                      <a:pt x="321157" y="448366"/>
                    </a:moveTo>
                    <a:lnTo>
                      <a:pt x="22675" y="448366"/>
                    </a:lnTo>
                    <a:lnTo>
                      <a:pt x="22675" y="103460"/>
                    </a:lnTo>
                    <a:lnTo>
                      <a:pt x="99845" y="103460"/>
                    </a:lnTo>
                    <a:cubicBezTo>
                      <a:pt x="104719" y="103464"/>
                      <a:pt x="108670" y="99514"/>
                      <a:pt x="108676" y="94641"/>
                    </a:cubicBezTo>
                    <a:cubicBezTo>
                      <a:pt x="108676" y="94636"/>
                      <a:pt x="108676" y="94633"/>
                      <a:pt x="108676" y="94629"/>
                    </a:cubicBezTo>
                    <a:lnTo>
                      <a:pt x="108676" y="23446"/>
                    </a:lnTo>
                    <a:lnTo>
                      <a:pt x="321139" y="2344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1" name="Google Shape;101;p8"/>
              <p:cNvSpPr/>
              <p:nvPr/>
            </p:nvSpPr>
            <p:spPr>
              <a:xfrm rot="5400000">
                <a:off x="7890349" y="4383229"/>
                <a:ext cx="710265" cy="1287404"/>
              </a:xfrm>
              <a:custGeom>
                <a:avLst/>
                <a:gdLst/>
                <a:ahLst/>
                <a:cxnLst/>
                <a:rect l="l" t="t" r="r" b="b"/>
                <a:pathLst>
                  <a:path w="811731" h="1471319" extrusionOk="0">
                    <a:moveTo>
                      <a:pt x="350859" y="504469"/>
                    </a:moveTo>
                    <a:lnTo>
                      <a:pt x="350859" y="1444396"/>
                    </a:lnTo>
                    <a:lnTo>
                      <a:pt x="346890" y="1447013"/>
                    </a:lnTo>
                    <a:lnTo>
                      <a:pt x="313991" y="1477086"/>
                    </a:lnTo>
                    <a:lnTo>
                      <a:pt x="303048" y="1463161"/>
                    </a:lnTo>
                    <a:lnTo>
                      <a:pt x="333220" y="1434904"/>
                    </a:lnTo>
                    <a:lnTo>
                      <a:pt x="333220" y="504469"/>
                    </a:lnTo>
                    <a:close/>
                    <a:moveTo>
                      <a:pt x="339614" y="473496"/>
                    </a:moveTo>
                    <a:lnTo>
                      <a:pt x="267392" y="5767"/>
                    </a:lnTo>
                    <a:lnTo>
                      <a:pt x="249933" y="8459"/>
                    </a:lnTo>
                    <a:lnTo>
                      <a:pt x="320779" y="467253"/>
                    </a:lnTo>
                    <a:lnTo>
                      <a:pt x="5030" y="778471"/>
                    </a:lnTo>
                    <a:lnTo>
                      <a:pt x="17429" y="791045"/>
                    </a:lnTo>
                    <a:close/>
                    <a:moveTo>
                      <a:pt x="816761" y="215154"/>
                    </a:moveTo>
                    <a:lnTo>
                      <a:pt x="808307" y="199651"/>
                    </a:lnTo>
                    <a:lnTo>
                      <a:pt x="325973" y="462623"/>
                    </a:lnTo>
                    <a:lnTo>
                      <a:pt x="334421" y="478127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2" name="Google Shape;102;p8"/>
              <p:cNvSpPr/>
              <p:nvPr/>
            </p:nvSpPr>
            <p:spPr>
              <a:xfrm rot="5400000">
                <a:off x="7813542" y="4305066"/>
                <a:ext cx="774239" cy="1452651"/>
              </a:xfrm>
              <a:custGeom>
                <a:avLst/>
                <a:gdLst/>
                <a:ahLst/>
                <a:cxnLst/>
                <a:rect l="l" t="t" r="r" b="b"/>
                <a:pathLst>
                  <a:path w="884845" h="1660173" extrusionOk="0">
                    <a:moveTo>
                      <a:pt x="361634" y="425273"/>
                    </a:moveTo>
                    <a:cubicBezTo>
                      <a:pt x="410408" y="425273"/>
                      <a:pt x="449945" y="464810"/>
                      <a:pt x="449945" y="513584"/>
                    </a:cubicBezTo>
                    <a:cubicBezTo>
                      <a:pt x="449945" y="562359"/>
                      <a:pt x="410408" y="601896"/>
                      <a:pt x="361634" y="601896"/>
                    </a:cubicBezTo>
                    <a:cubicBezTo>
                      <a:pt x="312859" y="601896"/>
                      <a:pt x="273322" y="562359"/>
                      <a:pt x="273322" y="513584"/>
                    </a:cubicBezTo>
                    <a:cubicBezTo>
                      <a:pt x="273317" y="464816"/>
                      <a:pt x="312854" y="425279"/>
                      <a:pt x="361622" y="425273"/>
                    </a:cubicBezTo>
                    <a:cubicBezTo>
                      <a:pt x="361628" y="425273"/>
                      <a:pt x="361628" y="425273"/>
                      <a:pt x="361634" y="425273"/>
                    </a:cubicBezTo>
                    <a:close/>
                    <a:moveTo>
                      <a:pt x="361866" y="1665940"/>
                    </a:moveTo>
                    <a:cubicBezTo>
                      <a:pt x="348927" y="1665934"/>
                      <a:pt x="336034" y="1664472"/>
                      <a:pt x="323419" y="1661588"/>
                    </a:cubicBezTo>
                    <a:cubicBezTo>
                      <a:pt x="231232" y="1640578"/>
                      <a:pt x="173325" y="1548443"/>
                      <a:pt x="194341" y="1456273"/>
                    </a:cubicBezTo>
                    <a:cubicBezTo>
                      <a:pt x="215462" y="1363982"/>
                      <a:pt x="307399" y="1306284"/>
                      <a:pt x="399691" y="1327398"/>
                    </a:cubicBezTo>
                    <a:cubicBezTo>
                      <a:pt x="491982" y="1348519"/>
                      <a:pt x="549681" y="1440456"/>
                      <a:pt x="528560" y="1532748"/>
                    </a:cubicBezTo>
                    <a:cubicBezTo>
                      <a:pt x="510764" y="1610528"/>
                      <a:pt x="441659" y="1665748"/>
                      <a:pt x="361866" y="1665940"/>
                    </a:cubicBezTo>
                    <a:close/>
                    <a:moveTo>
                      <a:pt x="361245" y="1340500"/>
                    </a:moveTo>
                    <a:cubicBezTo>
                      <a:pt x="289563" y="1340686"/>
                      <a:pt x="227490" y="1390319"/>
                      <a:pt x="211545" y="1460202"/>
                    </a:cubicBezTo>
                    <a:lnTo>
                      <a:pt x="211545" y="1460202"/>
                    </a:lnTo>
                    <a:cubicBezTo>
                      <a:pt x="192694" y="1542896"/>
                      <a:pt x="244618" y="1625521"/>
                      <a:pt x="327342" y="1644373"/>
                    </a:cubicBezTo>
                    <a:cubicBezTo>
                      <a:pt x="410118" y="1663514"/>
                      <a:pt x="492742" y="1611920"/>
                      <a:pt x="511878" y="1529145"/>
                    </a:cubicBezTo>
                    <a:cubicBezTo>
                      <a:pt x="531020" y="1446369"/>
                      <a:pt x="479426" y="1363744"/>
                      <a:pt x="396651" y="1344608"/>
                    </a:cubicBezTo>
                    <a:cubicBezTo>
                      <a:pt x="396337" y="1344533"/>
                      <a:pt x="396024" y="1344463"/>
                      <a:pt x="395710" y="1344393"/>
                    </a:cubicBezTo>
                    <a:cubicBezTo>
                      <a:pt x="384402" y="1341806"/>
                      <a:pt x="372844" y="1340488"/>
                      <a:pt x="361245" y="1340471"/>
                    </a:cubicBezTo>
                    <a:close/>
                    <a:moveTo>
                      <a:pt x="361634" y="1406194"/>
                    </a:moveTo>
                    <a:cubicBezTo>
                      <a:pt x="410408" y="1406194"/>
                      <a:pt x="449945" y="1445731"/>
                      <a:pt x="449945" y="1494505"/>
                    </a:cubicBezTo>
                    <a:cubicBezTo>
                      <a:pt x="449945" y="1543279"/>
                      <a:pt x="410408" y="1582816"/>
                      <a:pt x="361634" y="1582816"/>
                    </a:cubicBezTo>
                    <a:cubicBezTo>
                      <a:pt x="312859" y="1582816"/>
                      <a:pt x="273322" y="1543279"/>
                      <a:pt x="273322" y="1494505"/>
                    </a:cubicBezTo>
                    <a:cubicBezTo>
                      <a:pt x="273305" y="1445736"/>
                      <a:pt x="312824" y="1406182"/>
                      <a:pt x="361593" y="1406165"/>
                    </a:cubicBezTo>
                    <a:cubicBezTo>
                      <a:pt x="361604" y="1406165"/>
                      <a:pt x="361622" y="1406165"/>
                      <a:pt x="361634" y="1406165"/>
                    </a:cubicBezTo>
                    <a:close/>
                    <a:moveTo>
                      <a:pt x="49179" y="779005"/>
                    </a:moveTo>
                    <a:cubicBezTo>
                      <a:pt x="73566" y="778999"/>
                      <a:pt x="93335" y="798768"/>
                      <a:pt x="93341" y="823155"/>
                    </a:cubicBezTo>
                    <a:cubicBezTo>
                      <a:pt x="93347" y="847542"/>
                      <a:pt x="73578" y="867310"/>
                      <a:pt x="49191" y="867316"/>
                    </a:cubicBezTo>
                    <a:cubicBezTo>
                      <a:pt x="24804" y="867322"/>
                      <a:pt x="5035" y="847554"/>
                      <a:pt x="5030" y="823166"/>
                    </a:cubicBezTo>
                    <a:cubicBezTo>
                      <a:pt x="5030" y="823166"/>
                      <a:pt x="5030" y="823161"/>
                      <a:pt x="5030" y="823161"/>
                    </a:cubicBezTo>
                    <a:cubicBezTo>
                      <a:pt x="5030" y="798774"/>
                      <a:pt x="24798" y="779011"/>
                      <a:pt x="49179" y="779005"/>
                    </a:cubicBezTo>
                    <a:close/>
                    <a:moveTo>
                      <a:pt x="845714" y="210838"/>
                    </a:moveTo>
                    <a:cubicBezTo>
                      <a:pt x="870101" y="210832"/>
                      <a:pt x="889870" y="230600"/>
                      <a:pt x="889875" y="254987"/>
                    </a:cubicBezTo>
                    <a:cubicBezTo>
                      <a:pt x="889881" y="279374"/>
                      <a:pt x="870113" y="299143"/>
                      <a:pt x="845726" y="299149"/>
                    </a:cubicBezTo>
                    <a:cubicBezTo>
                      <a:pt x="821339" y="299154"/>
                      <a:pt x="801570" y="279386"/>
                      <a:pt x="801564" y="254999"/>
                    </a:cubicBezTo>
                    <a:cubicBezTo>
                      <a:pt x="801564" y="254993"/>
                      <a:pt x="801564" y="254993"/>
                      <a:pt x="801564" y="254987"/>
                    </a:cubicBezTo>
                    <a:cubicBezTo>
                      <a:pt x="801570" y="230600"/>
                      <a:pt x="821339" y="210832"/>
                      <a:pt x="845726" y="210838"/>
                    </a:cubicBezTo>
                    <a:cubicBezTo>
                      <a:pt x="845726" y="210838"/>
                      <a:pt x="845732" y="210838"/>
                      <a:pt x="845732" y="210838"/>
                    </a:cubicBezTo>
                    <a:close/>
                    <a:moveTo>
                      <a:pt x="283389" y="5767"/>
                    </a:moveTo>
                    <a:cubicBezTo>
                      <a:pt x="307776" y="5764"/>
                      <a:pt x="327545" y="25530"/>
                      <a:pt x="327551" y="49916"/>
                    </a:cubicBezTo>
                    <a:cubicBezTo>
                      <a:pt x="327557" y="74303"/>
                      <a:pt x="307788" y="94075"/>
                      <a:pt x="283401" y="94078"/>
                    </a:cubicBezTo>
                    <a:cubicBezTo>
                      <a:pt x="259014" y="94081"/>
                      <a:pt x="239246" y="74314"/>
                      <a:pt x="239240" y="49928"/>
                    </a:cubicBezTo>
                    <a:cubicBezTo>
                      <a:pt x="239240" y="49926"/>
                      <a:pt x="239240" y="49924"/>
                      <a:pt x="239240" y="49922"/>
                    </a:cubicBezTo>
                    <a:cubicBezTo>
                      <a:pt x="239240" y="25538"/>
                      <a:pt x="259002" y="5770"/>
                      <a:pt x="283389" y="576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3" name="Google Shape;103;p8"/>
              <p:cNvSpPr/>
              <p:nvPr/>
            </p:nvSpPr>
            <p:spPr>
              <a:xfrm>
                <a:off x="8674048" y="3174083"/>
                <a:ext cx="591360" cy="371744"/>
              </a:xfrm>
              <a:custGeom>
                <a:avLst/>
                <a:gdLst/>
                <a:ahLst/>
                <a:cxnLst/>
                <a:rect l="l" t="t" r="r" b="b"/>
                <a:pathLst>
                  <a:path w="675840" h="424850" extrusionOk="0">
                    <a:moveTo>
                      <a:pt x="65715" y="32521"/>
                    </a:moveTo>
                    <a:lnTo>
                      <a:pt x="15908" y="32521"/>
                    </a:lnTo>
                    <a:cubicBezTo>
                      <a:pt x="9131" y="31697"/>
                      <a:pt x="4297" y="25535"/>
                      <a:pt x="5121" y="18758"/>
                    </a:cubicBezTo>
                    <a:cubicBezTo>
                      <a:pt x="5806" y="13106"/>
                      <a:pt x="10256" y="8656"/>
                      <a:pt x="15908" y="7972"/>
                    </a:cubicBezTo>
                    <a:lnTo>
                      <a:pt x="65715" y="7972"/>
                    </a:lnTo>
                    <a:cubicBezTo>
                      <a:pt x="72480" y="7043"/>
                      <a:pt x="78718" y="11772"/>
                      <a:pt x="79646" y="18537"/>
                    </a:cubicBezTo>
                    <a:cubicBezTo>
                      <a:pt x="80574" y="25303"/>
                      <a:pt x="75845" y="31540"/>
                      <a:pt x="69080" y="32469"/>
                    </a:cubicBezTo>
                    <a:cubicBezTo>
                      <a:pt x="68941" y="32492"/>
                      <a:pt x="68801" y="32509"/>
                      <a:pt x="68662" y="32521"/>
                    </a:cubicBezTo>
                    <a:cubicBezTo>
                      <a:pt x="67682" y="32637"/>
                      <a:pt x="66695" y="32637"/>
                      <a:pt x="65715" y="32521"/>
                    </a:cubicBezTo>
                    <a:close/>
                    <a:moveTo>
                      <a:pt x="78079" y="77030"/>
                    </a:moveTo>
                    <a:cubicBezTo>
                      <a:pt x="78079" y="70300"/>
                      <a:pt x="72625" y="64846"/>
                      <a:pt x="65894" y="64846"/>
                    </a:cubicBezTo>
                    <a:lnTo>
                      <a:pt x="15908" y="64846"/>
                    </a:lnTo>
                    <a:cubicBezTo>
                      <a:pt x="9131" y="65670"/>
                      <a:pt x="4297" y="71832"/>
                      <a:pt x="5121" y="78609"/>
                    </a:cubicBezTo>
                    <a:cubicBezTo>
                      <a:pt x="5806" y="84260"/>
                      <a:pt x="10256" y="88711"/>
                      <a:pt x="15908" y="89395"/>
                    </a:cubicBezTo>
                    <a:lnTo>
                      <a:pt x="65715" y="89395"/>
                    </a:lnTo>
                    <a:cubicBezTo>
                      <a:pt x="72544" y="89395"/>
                      <a:pt x="78073" y="83866"/>
                      <a:pt x="78079" y="77036"/>
                    </a:cubicBezTo>
                    <a:close/>
                    <a:moveTo>
                      <a:pt x="78079" y="133893"/>
                    </a:moveTo>
                    <a:cubicBezTo>
                      <a:pt x="78079" y="127162"/>
                      <a:pt x="72625" y="121708"/>
                      <a:pt x="65894" y="121708"/>
                    </a:cubicBezTo>
                    <a:lnTo>
                      <a:pt x="15908" y="121708"/>
                    </a:lnTo>
                    <a:cubicBezTo>
                      <a:pt x="9131" y="122532"/>
                      <a:pt x="4297" y="128694"/>
                      <a:pt x="5121" y="135471"/>
                    </a:cubicBezTo>
                    <a:cubicBezTo>
                      <a:pt x="5806" y="141123"/>
                      <a:pt x="10256" y="145573"/>
                      <a:pt x="15908" y="146258"/>
                    </a:cubicBezTo>
                    <a:lnTo>
                      <a:pt x="65715" y="146258"/>
                    </a:lnTo>
                    <a:cubicBezTo>
                      <a:pt x="72544" y="146258"/>
                      <a:pt x="78079" y="140722"/>
                      <a:pt x="78079" y="133893"/>
                    </a:cubicBezTo>
                    <a:close/>
                    <a:moveTo>
                      <a:pt x="78079" y="190941"/>
                    </a:moveTo>
                    <a:cubicBezTo>
                      <a:pt x="78079" y="184112"/>
                      <a:pt x="72544" y="178577"/>
                      <a:pt x="65715" y="178577"/>
                    </a:cubicBezTo>
                    <a:lnTo>
                      <a:pt x="15908" y="178577"/>
                    </a:lnTo>
                    <a:cubicBezTo>
                      <a:pt x="9131" y="179401"/>
                      <a:pt x="4297" y="185563"/>
                      <a:pt x="5121" y="192340"/>
                    </a:cubicBezTo>
                    <a:cubicBezTo>
                      <a:pt x="5806" y="197991"/>
                      <a:pt x="10256" y="202442"/>
                      <a:pt x="15908" y="203126"/>
                    </a:cubicBezTo>
                    <a:lnTo>
                      <a:pt x="65715" y="203126"/>
                    </a:lnTo>
                    <a:cubicBezTo>
                      <a:pt x="72445" y="203225"/>
                      <a:pt x="77981" y="197852"/>
                      <a:pt x="78079" y="191121"/>
                    </a:cubicBezTo>
                    <a:cubicBezTo>
                      <a:pt x="78079" y="191121"/>
                      <a:pt x="78079" y="191115"/>
                      <a:pt x="78079" y="191115"/>
                    </a:cubicBezTo>
                    <a:close/>
                    <a:moveTo>
                      <a:pt x="78079" y="247804"/>
                    </a:moveTo>
                    <a:cubicBezTo>
                      <a:pt x="78079" y="240975"/>
                      <a:pt x="72544" y="235439"/>
                      <a:pt x="65715" y="235439"/>
                    </a:cubicBezTo>
                    <a:lnTo>
                      <a:pt x="15908" y="235439"/>
                    </a:lnTo>
                    <a:cubicBezTo>
                      <a:pt x="9131" y="236263"/>
                      <a:pt x="4297" y="242425"/>
                      <a:pt x="5121" y="249202"/>
                    </a:cubicBezTo>
                    <a:cubicBezTo>
                      <a:pt x="5806" y="254854"/>
                      <a:pt x="10256" y="259304"/>
                      <a:pt x="15908" y="259989"/>
                    </a:cubicBezTo>
                    <a:lnTo>
                      <a:pt x="65715" y="259989"/>
                    </a:lnTo>
                    <a:cubicBezTo>
                      <a:pt x="72445" y="260099"/>
                      <a:pt x="77986" y="254732"/>
                      <a:pt x="78097" y="248007"/>
                    </a:cubicBezTo>
                    <a:cubicBezTo>
                      <a:pt x="78097" y="248001"/>
                      <a:pt x="78097" y="248001"/>
                      <a:pt x="78097" y="248001"/>
                    </a:cubicBezTo>
                    <a:cubicBezTo>
                      <a:pt x="78097" y="247700"/>
                      <a:pt x="78097" y="247398"/>
                      <a:pt x="78097" y="247096"/>
                    </a:cubicBezTo>
                    <a:close/>
                    <a:moveTo>
                      <a:pt x="78079" y="304667"/>
                    </a:moveTo>
                    <a:cubicBezTo>
                      <a:pt x="78079" y="297843"/>
                      <a:pt x="72544" y="292308"/>
                      <a:pt x="65720" y="292308"/>
                    </a:cubicBezTo>
                    <a:cubicBezTo>
                      <a:pt x="65720" y="292308"/>
                      <a:pt x="65715" y="292308"/>
                      <a:pt x="65715" y="292308"/>
                    </a:cubicBezTo>
                    <a:lnTo>
                      <a:pt x="15908" y="292308"/>
                    </a:lnTo>
                    <a:cubicBezTo>
                      <a:pt x="9131" y="293132"/>
                      <a:pt x="4297" y="299294"/>
                      <a:pt x="5121" y="306071"/>
                    </a:cubicBezTo>
                    <a:cubicBezTo>
                      <a:pt x="5806" y="311722"/>
                      <a:pt x="10256" y="316173"/>
                      <a:pt x="15908" y="316857"/>
                    </a:cubicBezTo>
                    <a:lnTo>
                      <a:pt x="65715" y="316857"/>
                    </a:lnTo>
                    <a:cubicBezTo>
                      <a:pt x="72445" y="316956"/>
                      <a:pt x="77981" y="311583"/>
                      <a:pt x="78079" y="304852"/>
                    </a:cubicBezTo>
                    <a:cubicBezTo>
                      <a:pt x="78079" y="304852"/>
                      <a:pt x="78079" y="304846"/>
                      <a:pt x="78079" y="304846"/>
                    </a:cubicBezTo>
                    <a:lnTo>
                      <a:pt x="78079" y="304667"/>
                    </a:lnTo>
                    <a:close/>
                    <a:moveTo>
                      <a:pt x="78079" y="361529"/>
                    </a:moveTo>
                    <a:cubicBezTo>
                      <a:pt x="78079" y="354700"/>
                      <a:pt x="72544" y="349164"/>
                      <a:pt x="65715" y="349164"/>
                    </a:cubicBezTo>
                    <a:lnTo>
                      <a:pt x="15908" y="349164"/>
                    </a:lnTo>
                    <a:cubicBezTo>
                      <a:pt x="9131" y="349988"/>
                      <a:pt x="4297" y="356150"/>
                      <a:pt x="5121" y="362928"/>
                    </a:cubicBezTo>
                    <a:cubicBezTo>
                      <a:pt x="5806" y="368579"/>
                      <a:pt x="10256" y="373029"/>
                      <a:pt x="15908" y="373714"/>
                    </a:cubicBezTo>
                    <a:lnTo>
                      <a:pt x="65715" y="373714"/>
                    </a:lnTo>
                    <a:cubicBezTo>
                      <a:pt x="72445" y="373813"/>
                      <a:pt x="77981" y="368440"/>
                      <a:pt x="78079" y="361709"/>
                    </a:cubicBezTo>
                    <a:cubicBezTo>
                      <a:pt x="78079" y="361709"/>
                      <a:pt x="78079" y="361703"/>
                      <a:pt x="78079" y="361703"/>
                    </a:cubicBezTo>
                    <a:lnTo>
                      <a:pt x="78079" y="361523"/>
                    </a:lnTo>
                    <a:close/>
                    <a:moveTo>
                      <a:pt x="78079" y="418392"/>
                    </a:moveTo>
                    <a:cubicBezTo>
                      <a:pt x="78079" y="411562"/>
                      <a:pt x="72544" y="406027"/>
                      <a:pt x="65715" y="406027"/>
                    </a:cubicBezTo>
                    <a:lnTo>
                      <a:pt x="15908" y="406027"/>
                    </a:lnTo>
                    <a:cubicBezTo>
                      <a:pt x="9131" y="406851"/>
                      <a:pt x="4297" y="413013"/>
                      <a:pt x="5121" y="419790"/>
                    </a:cubicBezTo>
                    <a:cubicBezTo>
                      <a:pt x="5806" y="425442"/>
                      <a:pt x="10256" y="429892"/>
                      <a:pt x="15908" y="430577"/>
                    </a:cubicBezTo>
                    <a:lnTo>
                      <a:pt x="65715" y="430577"/>
                    </a:lnTo>
                    <a:cubicBezTo>
                      <a:pt x="72445" y="430675"/>
                      <a:pt x="77981" y="425302"/>
                      <a:pt x="78079" y="418572"/>
                    </a:cubicBezTo>
                    <a:cubicBezTo>
                      <a:pt x="78079" y="418572"/>
                      <a:pt x="78079" y="418572"/>
                      <a:pt x="78079" y="418572"/>
                    </a:cubicBezTo>
                    <a:lnTo>
                      <a:pt x="78079" y="418392"/>
                    </a:lnTo>
                    <a:close/>
                    <a:moveTo>
                      <a:pt x="264229" y="20122"/>
                    </a:moveTo>
                    <a:cubicBezTo>
                      <a:pt x="264229" y="13391"/>
                      <a:pt x="258775" y="7937"/>
                      <a:pt x="252044" y="7937"/>
                    </a:cubicBezTo>
                    <a:lnTo>
                      <a:pt x="121359" y="7937"/>
                    </a:lnTo>
                    <a:cubicBezTo>
                      <a:pt x="114564" y="7240"/>
                      <a:pt x="108495" y="12178"/>
                      <a:pt x="107793" y="18973"/>
                    </a:cubicBezTo>
                    <a:cubicBezTo>
                      <a:pt x="107108" y="25599"/>
                      <a:pt x="111808" y="31581"/>
                      <a:pt x="118411" y="32486"/>
                    </a:cubicBezTo>
                    <a:cubicBezTo>
                      <a:pt x="119392" y="32602"/>
                      <a:pt x="120378" y="32602"/>
                      <a:pt x="121359" y="32486"/>
                    </a:cubicBezTo>
                    <a:lnTo>
                      <a:pt x="252938" y="32486"/>
                    </a:lnTo>
                    <a:cubicBezTo>
                      <a:pt x="259390" y="32016"/>
                      <a:pt x="264351" y="26591"/>
                      <a:pt x="264241" y="20122"/>
                    </a:cubicBezTo>
                    <a:close/>
                    <a:moveTo>
                      <a:pt x="264229" y="76984"/>
                    </a:moveTo>
                    <a:cubicBezTo>
                      <a:pt x="264229" y="70253"/>
                      <a:pt x="258775" y="64799"/>
                      <a:pt x="252044" y="64799"/>
                    </a:cubicBezTo>
                    <a:lnTo>
                      <a:pt x="121359" y="64799"/>
                    </a:lnTo>
                    <a:cubicBezTo>
                      <a:pt x="114564" y="64103"/>
                      <a:pt x="108495" y="69041"/>
                      <a:pt x="107793" y="75835"/>
                    </a:cubicBezTo>
                    <a:cubicBezTo>
                      <a:pt x="107108" y="82461"/>
                      <a:pt x="111808" y="88444"/>
                      <a:pt x="118411" y="89349"/>
                    </a:cubicBezTo>
                    <a:cubicBezTo>
                      <a:pt x="119392" y="89471"/>
                      <a:pt x="120378" y="89471"/>
                      <a:pt x="121359" y="89349"/>
                    </a:cubicBezTo>
                    <a:lnTo>
                      <a:pt x="252938" y="89349"/>
                    </a:lnTo>
                    <a:cubicBezTo>
                      <a:pt x="259390" y="88879"/>
                      <a:pt x="264351" y="83454"/>
                      <a:pt x="264241" y="76990"/>
                    </a:cubicBezTo>
                    <a:close/>
                    <a:moveTo>
                      <a:pt x="264229" y="133847"/>
                    </a:moveTo>
                    <a:cubicBezTo>
                      <a:pt x="264229" y="127116"/>
                      <a:pt x="258775" y="121662"/>
                      <a:pt x="252044" y="121662"/>
                    </a:cubicBezTo>
                    <a:lnTo>
                      <a:pt x="121359" y="121662"/>
                    </a:lnTo>
                    <a:cubicBezTo>
                      <a:pt x="114564" y="120966"/>
                      <a:pt x="108495" y="125903"/>
                      <a:pt x="107793" y="132698"/>
                    </a:cubicBezTo>
                    <a:cubicBezTo>
                      <a:pt x="107108" y="139324"/>
                      <a:pt x="111808" y="145306"/>
                      <a:pt x="118411" y="146211"/>
                    </a:cubicBezTo>
                    <a:cubicBezTo>
                      <a:pt x="119392" y="146327"/>
                      <a:pt x="120378" y="146327"/>
                      <a:pt x="121359" y="146211"/>
                    </a:cubicBezTo>
                    <a:lnTo>
                      <a:pt x="252938" y="146211"/>
                    </a:lnTo>
                    <a:cubicBezTo>
                      <a:pt x="259390" y="145741"/>
                      <a:pt x="264351" y="140316"/>
                      <a:pt x="264241" y="133847"/>
                    </a:cubicBezTo>
                    <a:close/>
                    <a:moveTo>
                      <a:pt x="264229" y="190895"/>
                    </a:moveTo>
                    <a:cubicBezTo>
                      <a:pt x="264328" y="184164"/>
                      <a:pt x="258955" y="178629"/>
                      <a:pt x="252224" y="178530"/>
                    </a:cubicBezTo>
                    <a:cubicBezTo>
                      <a:pt x="252224" y="178530"/>
                      <a:pt x="252224" y="178530"/>
                      <a:pt x="252224" y="178530"/>
                    </a:cubicBezTo>
                    <a:lnTo>
                      <a:pt x="121359" y="178530"/>
                    </a:lnTo>
                    <a:cubicBezTo>
                      <a:pt x="114564" y="177834"/>
                      <a:pt x="108495" y="182772"/>
                      <a:pt x="107793" y="189566"/>
                    </a:cubicBezTo>
                    <a:cubicBezTo>
                      <a:pt x="107108" y="196192"/>
                      <a:pt x="111808" y="202175"/>
                      <a:pt x="118411" y="203080"/>
                    </a:cubicBezTo>
                    <a:cubicBezTo>
                      <a:pt x="119392" y="203196"/>
                      <a:pt x="120378" y="203196"/>
                      <a:pt x="121359" y="203080"/>
                    </a:cubicBezTo>
                    <a:lnTo>
                      <a:pt x="252938" y="203080"/>
                    </a:lnTo>
                    <a:cubicBezTo>
                      <a:pt x="259297" y="202610"/>
                      <a:pt x="264217" y="197324"/>
                      <a:pt x="264229" y="190947"/>
                    </a:cubicBezTo>
                    <a:close/>
                    <a:moveTo>
                      <a:pt x="264229" y="247757"/>
                    </a:moveTo>
                    <a:cubicBezTo>
                      <a:pt x="264328" y="241027"/>
                      <a:pt x="258955" y="235491"/>
                      <a:pt x="252224" y="235393"/>
                    </a:cubicBezTo>
                    <a:cubicBezTo>
                      <a:pt x="252224" y="235393"/>
                      <a:pt x="252224" y="235393"/>
                      <a:pt x="252224" y="235393"/>
                    </a:cubicBezTo>
                    <a:lnTo>
                      <a:pt x="121359" y="235393"/>
                    </a:lnTo>
                    <a:cubicBezTo>
                      <a:pt x="114564" y="234697"/>
                      <a:pt x="108495" y="239634"/>
                      <a:pt x="107793" y="246429"/>
                    </a:cubicBezTo>
                    <a:cubicBezTo>
                      <a:pt x="107108" y="253055"/>
                      <a:pt x="111808" y="259037"/>
                      <a:pt x="118411" y="259942"/>
                    </a:cubicBezTo>
                    <a:cubicBezTo>
                      <a:pt x="119392" y="260064"/>
                      <a:pt x="120378" y="260064"/>
                      <a:pt x="121359" y="259942"/>
                    </a:cubicBezTo>
                    <a:lnTo>
                      <a:pt x="252938" y="259942"/>
                    </a:lnTo>
                    <a:cubicBezTo>
                      <a:pt x="259604" y="259472"/>
                      <a:pt x="264647" y="253722"/>
                      <a:pt x="264241" y="247050"/>
                    </a:cubicBezTo>
                    <a:close/>
                    <a:moveTo>
                      <a:pt x="420711" y="304620"/>
                    </a:moveTo>
                    <a:cubicBezTo>
                      <a:pt x="420711" y="297797"/>
                      <a:pt x="415176" y="292261"/>
                      <a:pt x="408352" y="292261"/>
                    </a:cubicBezTo>
                    <a:cubicBezTo>
                      <a:pt x="408352" y="292261"/>
                      <a:pt x="408347" y="292261"/>
                      <a:pt x="408347" y="292261"/>
                    </a:cubicBezTo>
                    <a:lnTo>
                      <a:pt x="277829" y="292261"/>
                    </a:lnTo>
                    <a:cubicBezTo>
                      <a:pt x="271064" y="291333"/>
                      <a:pt x="264826" y="296062"/>
                      <a:pt x="263898" y="302827"/>
                    </a:cubicBezTo>
                    <a:cubicBezTo>
                      <a:pt x="262970" y="309593"/>
                      <a:pt x="267699" y="315830"/>
                      <a:pt x="274464" y="316759"/>
                    </a:cubicBezTo>
                    <a:cubicBezTo>
                      <a:pt x="274603" y="316782"/>
                      <a:pt x="274743" y="316799"/>
                      <a:pt x="274882" y="316811"/>
                    </a:cubicBezTo>
                    <a:cubicBezTo>
                      <a:pt x="275862" y="316927"/>
                      <a:pt x="276849" y="316927"/>
                      <a:pt x="277829" y="316811"/>
                    </a:cubicBezTo>
                    <a:lnTo>
                      <a:pt x="408347" y="316811"/>
                    </a:lnTo>
                    <a:cubicBezTo>
                      <a:pt x="415077" y="316909"/>
                      <a:pt x="420613" y="311537"/>
                      <a:pt x="420711" y="304806"/>
                    </a:cubicBezTo>
                    <a:cubicBezTo>
                      <a:pt x="420711" y="304806"/>
                      <a:pt x="420711" y="304800"/>
                      <a:pt x="420711" y="304800"/>
                    </a:cubicBezTo>
                    <a:lnTo>
                      <a:pt x="420711" y="304620"/>
                    </a:lnTo>
                    <a:close/>
                    <a:moveTo>
                      <a:pt x="420711" y="361483"/>
                    </a:moveTo>
                    <a:cubicBezTo>
                      <a:pt x="420711" y="354653"/>
                      <a:pt x="415176" y="349118"/>
                      <a:pt x="408347" y="349118"/>
                    </a:cubicBezTo>
                    <a:lnTo>
                      <a:pt x="277829" y="349118"/>
                    </a:lnTo>
                    <a:cubicBezTo>
                      <a:pt x="271064" y="348190"/>
                      <a:pt x="264826" y="352919"/>
                      <a:pt x="263898" y="359684"/>
                    </a:cubicBezTo>
                    <a:cubicBezTo>
                      <a:pt x="262970" y="366449"/>
                      <a:pt x="267699" y="372687"/>
                      <a:pt x="274464" y="373615"/>
                    </a:cubicBezTo>
                    <a:cubicBezTo>
                      <a:pt x="274603" y="373639"/>
                      <a:pt x="274743" y="373656"/>
                      <a:pt x="274882" y="373668"/>
                    </a:cubicBezTo>
                    <a:cubicBezTo>
                      <a:pt x="275862" y="373784"/>
                      <a:pt x="276849" y="373784"/>
                      <a:pt x="277829" y="373668"/>
                    </a:cubicBezTo>
                    <a:lnTo>
                      <a:pt x="408347" y="373668"/>
                    </a:lnTo>
                    <a:cubicBezTo>
                      <a:pt x="415077" y="373766"/>
                      <a:pt x="420613" y="368393"/>
                      <a:pt x="420711" y="361663"/>
                    </a:cubicBezTo>
                    <a:cubicBezTo>
                      <a:pt x="420711" y="361663"/>
                      <a:pt x="420711" y="361657"/>
                      <a:pt x="420711" y="361657"/>
                    </a:cubicBezTo>
                    <a:lnTo>
                      <a:pt x="420711" y="361477"/>
                    </a:lnTo>
                    <a:close/>
                    <a:moveTo>
                      <a:pt x="420711" y="418345"/>
                    </a:moveTo>
                    <a:cubicBezTo>
                      <a:pt x="420711" y="411516"/>
                      <a:pt x="415176" y="405981"/>
                      <a:pt x="408347" y="405981"/>
                    </a:cubicBezTo>
                    <a:lnTo>
                      <a:pt x="277829" y="405981"/>
                    </a:lnTo>
                    <a:cubicBezTo>
                      <a:pt x="271064" y="405052"/>
                      <a:pt x="264826" y="409781"/>
                      <a:pt x="263898" y="416547"/>
                    </a:cubicBezTo>
                    <a:cubicBezTo>
                      <a:pt x="262970" y="423312"/>
                      <a:pt x="267699" y="429550"/>
                      <a:pt x="274464" y="430478"/>
                    </a:cubicBezTo>
                    <a:cubicBezTo>
                      <a:pt x="274603" y="430501"/>
                      <a:pt x="274743" y="430519"/>
                      <a:pt x="274882" y="430530"/>
                    </a:cubicBezTo>
                    <a:cubicBezTo>
                      <a:pt x="275862" y="430646"/>
                      <a:pt x="276849" y="430646"/>
                      <a:pt x="277829" y="430530"/>
                    </a:cubicBezTo>
                    <a:lnTo>
                      <a:pt x="408347" y="430530"/>
                    </a:lnTo>
                    <a:cubicBezTo>
                      <a:pt x="415077" y="430629"/>
                      <a:pt x="420613" y="425256"/>
                      <a:pt x="420711" y="418525"/>
                    </a:cubicBezTo>
                    <a:cubicBezTo>
                      <a:pt x="420711" y="418525"/>
                      <a:pt x="420711" y="418525"/>
                      <a:pt x="420711" y="418525"/>
                    </a:cubicBezTo>
                    <a:lnTo>
                      <a:pt x="420711" y="418345"/>
                    </a:lnTo>
                    <a:close/>
                    <a:moveTo>
                      <a:pt x="321805" y="20075"/>
                    </a:moveTo>
                    <a:cubicBezTo>
                      <a:pt x="321805" y="12172"/>
                      <a:pt x="315399" y="5767"/>
                      <a:pt x="307497" y="5767"/>
                    </a:cubicBezTo>
                    <a:cubicBezTo>
                      <a:pt x="299594" y="5767"/>
                      <a:pt x="293188" y="12172"/>
                      <a:pt x="293188" y="20075"/>
                    </a:cubicBezTo>
                    <a:cubicBezTo>
                      <a:pt x="293188" y="27978"/>
                      <a:pt x="299594" y="34383"/>
                      <a:pt x="307497" y="34383"/>
                    </a:cubicBezTo>
                    <a:cubicBezTo>
                      <a:pt x="307497" y="34383"/>
                      <a:pt x="307503" y="34383"/>
                      <a:pt x="307503" y="34383"/>
                    </a:cubicBezTo>
                    <a:lnTo>
                      <a:pt x="307503" y="34383"/>
                    </a:lnTo>
                    <a:cubicBezTo>
                      <a:pt x="315295" y="34482"/>
                      <a:pt x="321695" y="28251"/>
                      <a:pt x="321805" y="20458"/>
                    </a:cubicBezTo>
                    <a:cubicBezTo>
                      <a:pt x="321805" y="20336"/>
                      <a:pt x="321805" y="20220"/>
                      <a:pt x="321805" y="20098"/>
                    </a:cubicBezTo>
                    <a:close/>
                    <a:moveTo>
                      <a:pt x="364371" y="20075"/>
                    </a:moveTo>
                    <a:cubicBezTo>
                      <a:pt x="364371" y="12172"/>
                      <a:pt x="357965" y="5767"/>
                      <a:pt x="350063" y="5767"/>
                    </a:cubicBezTo>
                    <a:cubicBezTo>
                      <a:pt x="342160" y="5767"/>
                      <a:pt x="335754" y="12172"/>
                      <a:pt x="335754" y="20075"/>
                    </a:cubicBezTo>
                    <a:cubicBezTo>
                      <a:pt x="335754" y="27978"/>
                      <a:pt x="342160" y="34383"/>
                      <a:pt x="350063" y="34383"/>
                    </a:cubicBezTo>
                    <a:cubicBezTo>
                      <a:pt x="350063" y="34383"/>
                      <a:pt x="350068" y="34383"/>
                      <a:pt x="350068" y="34383"/>
                    </a:cubicBezTo>
                    <a:lnTo>
                      <a:pt x="350242" y="34383"/>
                    </a:lnTo>
                    <a:cubicBezTo>
                      <a:pt x="358046" y="34383"/>
                      <a:pt x="364371" y="28059"/>
                      <a:pt x="364371" y="20255"/>
                    </a:cubicBezTo>
                    <a:lnTo>
                      <a:pt x="364371" y="20075"/>
                    </a:lnTo>
                    <a:close/>
                    <a:moveTo>
                      <a:pt x="407111" y="20075"/>
                    </a:moveTo>
                    <a:cubicBezTo>
                      <a:pt x="407111" y="12172"/>
                      <a:pt x="400705" y="5767"/>
                      <a:pt x="392802" y="5767"/>
                    </a:cubicBezTo>
                    <a:cubicBezTo>
                      <a:pt x="384900" y="5767"/>
                      <a:pt x="378494" y="12172"/>
                      <a:pt x="378494" y="20075"/>
                    </a:cubicBezTo>
                    <a:cubicBezTo>
                      <a:pt x="378494" y="27978"/>
                      <a:pt x="384900" y="34383"/>
                      <a:pt x="392802" y="34383"/>
                    </a:cubicBezTo>
                    <a:cubicBezTo>
                      <a:pt x="392802" y="34383"/>
                      <a:pt x="392808" y="34383"/>
                      <a:pt x="392808" y="34383"/>
                    </a:cubicBezTo>
                    <a:lnTo>
                      <a:pt x="392808" y="34383"/>
                    </a:lnTo>
                    <a:cubicBezTo>
                      <a:pt x="400600" y="34482"/>
                      <a:pt x="407000" y="28251"/>
                      <a:pt x="407111" y="20458"/>
                    </a:cubicBezTo>
                    <a:cubicBezTo>
                      <a:pt x="407111" y="20336"/>
                      <a:pt x="407111" y="20220"/>
                      <a:pt x="407111" y="20098"/>
                    </a:cubicBezTo>
                    <a:close/>
                    <a:moveTo>
                      <a:pt x="449676" y="20075"/>
                    </a:moveTo>
                    <a:cubicBezTo>
                      <a:pt x="449676" y="12172"/>
                      <a:pt x="443271" y="5767"/>
                      <a:pt x="435368" y="5767"/>
                    </a:cubicBezTo>
                    <a:cubicBezTo>
                      <a:pt x="427465" y="5767"/>
                      <a:pt x="421059" y="12172"/>
                      <a:pt x="421059" y="20075"/>
                    </a:cubicBezTo>
                    <a:cubicBezTo>
                      <a:pt x="421059" y="27978"/>
                      <a:pt x="427465" y="34383"/>
                      <a:pt x="435368" y="34383"/>
                    </a:cubicBezTo>
                    <a:cubicBezTo>
                      <a:pt x="435368" y="34383"/>
                      <a:pt x="435374" y="34383"/>
                      <a:pt x="435374" y="34383"/>
                    </a:cubicBezTo>
                    <a:lnTo>
                      <a:pt x="435548" y="34383"/>
                    </a:lnTo>
                    <a:cubicBezTo>
                      <a:pt x="443352" y="34383"/>
                      <a:pt x="449676" y="28059"/>
                      <a:pt x="449676" y="20255"/>
                    </a:cubicBezTo>
                    <a:lnTo>
                      <a:pt x="449676" y="20075"/>
                    </a:lnTo>
                    <a:close/>
                    <a:moveTo>
                      <a:pt x="492416" y="20075"/>
                    </a:moveTo>
                    <a:cubicBezTo>
                      <a:pt x="492416" y="12172"/>
                      <a:pt x="486010" y="5767"/>
                      <a:pt x="478108" y="5767"/>
                    </a:cubicBezTo>
                    <a:cubicBezTo>
                      <a:pt x="470205" y="5767"/>
                      <a:pt x="463799" y="12172"/>
                      <a:pt x="463799" y="20075"/>
                    </a:cubicBezTo>
                    <a:cubicBezTo>
                      <a:pt x="463799" y="27978"/>
                      <a:pt x="470205" y="34383"/>
                      <a:pt x="478108" y="34383"/>
                    </a:cubicBezTo>
                    <a:cubicBezTo>
                      <a:pt x="478108" y="34383"/>
                      <a:pt x="478114" y="34383"/>
                      <a:pt x="478114" y="34383"/>
                    </a:cubicBezTo>
                    <a:lnTo>
                      <a:pt x="478114" y="34383"/>
                    </a:lnTo>
                    <a:cubicBezTo>
                      <a:pt x="485906" y="34482"/>
                      <a:pt x="492306" y="28251"/>
                      <a:pt x="492416" y="20458"/>
                    </a:cubicBezTo>
                    <a:lnTo>
                      <a:pt x="492416" y="20098"/>
                    </a:lnTo>
                    <a:close/>
                    <a:moveTo>
                      <a:pt x="535162" y="20075"/>
                    </a:moveTo>
                    <a:cubicBezTo>
                      <a:pt x="535162" y="12172"/>
                      <a:pt x="528756" y="5767"/>
                      <a:pt x="520853" y="5767"/>
                    </a:cubicBezTo>
                    <a:cubicBezTo>
                      <a:pt x="512951" y="5767"/>
                      <a:pt x="506545" y="12172"/>
                      <a:pt x="506545" y="20075"/>
                    </a:cubicBezTo>
                    <a:cubicBezTo>
                      <a:pt x="506545" y="27978"/>
                      <a:pt x="512951" y="34383"/>
                      <a:pt x="520853" y="34383"/>
                    </a:cubicBezTo>
                    <a:lnTo>
                      <a:pt x="520853" y="34383"/>
                    </a:lnTo>
                    <a:cubicBezTo>
                      <a:pt x="528744" y="34575"/>
                      <a:pt x="535295" y="28343"/>
                      <a:pt x="535510" y="20458"/>
                    </a:cubicBezTo>
                    <a:lnTo>
                      <a:pt x="535510" y="20098"/>
                    </a:lnTo>
                    <a:close/>
                    <a:moveTo>
                      <a:pt x="321811" y="133800"/>
                    </a:moveTo>
                    <a:cubicBezTo>
                      <a:pt x="321817" y="125898"/>
                      <a:pt x="315411" y="119492"/>
                      <a:pt x="307508" y="119486"/>
                    </a:cubicBezTo>
                    <a:cubicBezTo>
                      <a:pt x="299606" y="119480"/>
                      <a:pt x="293200" y="125886"/>
                      <a:pt x="293194" y="133789"/>
                    </a:cubicBezTo>
                    <a:cubicBezTo>
                      <a:pt x="293194" y="141691"/>
                      <a:pt x="299594" y="148097"/>
                      <a:pt x="307497" y="148103"/>
                    </a:cubicBezTo>
                    <a:cubicBezTo>
                      <a:pt x="307497" y="148103"/>
                      <a:pt x="307503" y="148103"/>
                      <a:pt x="307503" y="148103"/>
                    </a:cubicBezTo>
                    <a:lnTo>
                      <a:pt x="307503" y="148103"/>
                    </a:lnTo>
                    <a:cubicBezTo>
                      <a:pt x="315295" y="148207"/>
                      <a:pt x="321701" y="141970"/>
                      <a:pt x="321805" y="134177"/>
                    </a:cubicBezTo>
                    <a:cubicBezTo>
                      <a:pt x="321805" y="134061"/>
                      <a:pt x="321805" y="133939"/>
                      <a:pt x="321805" y="133823"/>
                    </a:cubicBezTo>
                    <a:close/>
                    <a:moveTo>
                      <a:pt x="364371" y="133800"/>
                    </a:moveTo>
                    <a:cubicBezTo>
                      <a:pt x="364371" y="125898"/>
                      <a:pt x="357965" y="119492"/>
                      <a:pt x="350063" y="119492"/>
                    </a:cubicBezTo>
                    <a:cubicBezTo>
                      <a:pt x="342160" y="119492"/>
                      <a:pt x="335754" y="125898"/>
                      <a:pt x="335754" y="133800"/>
                    </a:cubicBezTo>
                    <a:cubicBezTo>
                      <a:pt x="335754" y="141703"/>
                      <a:pt x="342160" y="148109"/>
                      <a:pt x="350063" y="148109"/>
                    </a:cubicBezTo>
                    <a:cubicBezTo>
                      <a:pt x="350063" y="148109"/>
                      <a:pt x="350068" y="148109"/>
                      <a:pt x="350068" y="148109"/>
                    </a:cubicBezTo>
                    <a:lnTo>
                      <a:pt x="350242" y="148109"/>
                    </a:lnTo>
                    <a:cubicBezTo>
                      <a:pt x="358046" y="148109"/>
                      <a:pt x="364371" y="141784"/>
                      <a:pt x="364371" y="133980"/>
                    </a:cubicBezTo>
                    <a:lnTo>
                      <a:pt x="364371" y="133806"/>
                    </a:lnTo>
                    <a:close/>
                    <a:moveTo>
                      <a:pt x="407111" y="133800"/>
                    </a:moveTo>
                    <a:cubicBezTo>
                      <a:pt x="407117" y="125898"/>
                      <a:pt x="400711" y="119492"/>
                      <a:pt x="392808" y="119486"/>
                    </a:cubicBezTo>
                    <a:cubicBezTo>
                      <a:pt x="384905" y="119480"/>
                      <a:pt x="378499" y="125886"/>
                      <a:pt x="378494" y="133789"/>
                    </a:cubicBezTo>
                    <a:cubicBezTo>
                      <a:pt x="378488" y="141691"/>
                      <a:pt x="384894" y="148097"/>
                      <a:pt x="392796" y="148103"/>
                    </a:cubicBezTo>
                    <a:cubicBezTo>
                      <a:pt x="392802" y="148103"/>
                      <a:pt x="392802" y="148103"/>
                      <a:pt x="392808" y="148103"/>
                    </a:cubicBezTo>
                    <a:lnTo>
                      <a:pt x="392808" y="148103"/>
                    </a:lnTo>
                    <a:cubicBezTo>
                      <a:pt x="400600" y="148202"/>
                      <a:pt x="407000" y="141970"/>
                      <a:pt x="407111" y="134177"/>
                    </a:cubicBezTo>
                    <a:cubicBezTo>
                      <a:pt x="407111" y="134061"/>
                      <a:pt x="407111" y="133939"/>
                      <a:pt x="407111" y="133823"/>
                    </a:cubicBezTo>
                    <a:close/>
                    <a:moveTo>
                      <a:pt x="449676" y="133800"/>
                    </a:moveTo>
                    <a:cubicBezTo>
                      <a:pt x="449676" y="125898"/>
                      <a:pt x="443271" y="119492"/>
                      <a:pt x="435368" y="119492"/>
                    </a:cubicBezTo>
                    <a:cubicBezTo>
                      <a:pt x="427465" y="119492"/>
                      <a:pt x="421059" y="125898"/>
                      <a:pt x="421059" y="133800"/>
                    </a:cubicBezTo>
                    <a:cubicBezTo>
                      <a:pt x="421059" y="141703"/>
                      <a:pt x="427465" y="148109"/>
                      <a:pt x="435368" y="148109"/>
                    </a:cubicBezTo>
                    <a:cubicBezTo>
                      <a:pt x="435368" y="148109"/>
                      <a:pt x="435374" y="148109"/>
                      <a:pt x="435374" y="148109"/>
                    </a:cubicBezTo>
                    <a:lnTo>
                      <a:pt x="435548" y="148109"/>
                    </a:lnTo>
                    <a:cubicBezTo>
                      <a:pt x="443352" y="148109"/>
                      <a:pt x="449676" y="141784"/>
                      <a:pt x="449676" y="133980"/>
                    </a:cubicBezTo>
                    <a:lnTo>
                      <a:pt x="449676" y="133806"/>
                    </a:lnTo>
                    <a:close/>
                    <a:moveTo>
                      <a:pt x="492416" y="133800"/>
                    </a:moveTo>
                    <a:cubicBezTo>
                      <a:pt x="492422" y="125898"/>
                      <a:pt x="486016" y="119492"/>
                      <a:pt x="478114" y="119486"/>
                    </a:cubicBezTo>
                    <a:cubicBezTo>
                      <a:pt x="470211" y="119480"/>
                      <a:pt x="463805" y="125886"/>
                      <a:pt x="463799" y="133789"/>
                    </a:cubicBezTo>
                    <a:cubicBezTo>
                      <a:pt x="463793" y="141691"/>
                      <a:pt x="470199" y="148097"/>
                      <a:pt x="478102" y="148103"/>
                    </a:cubicBezTo>
                    <a:cubicBezTo>
                      <a:pt x="478108" y="148103"/>
                      <a:pt x="478108" y="148103"/>
                      <a:pt x="478114" y="148103"/>
                    </a:cubicBezTo>
                    <a:lnTo>
                      <a:pt x="478114" y="148103"/>
                    </a:lnTo>
                    <a:cubicBezTo>
                      <a:pt x="485906" y="148202"/>
                      <a:pt x="492306" y="141970"/>
                      <a:pt x="492416" y="134177"/>
                    </a:cubicBezTo>
                    <a:lnTo>
                      <a:pt x="492416" y="133823"/>
                    </a:lnTo>
                    <a:close/>
                    <a:moveTo>
                      <a:pt x="535162" y="133800"/>
                    </a:moveTo>
                    <a:cubicBezTo>
                      <a:pt x="535168" y="125898"/>
                      <a:pt x="528762" y="119492"/>
                      <a:pt x="520859" y="119486"/>
                    </a:cubicBezTo>
                    <a:cubicBezTo>
                      <a:pt x="512956" y="119480"/>
                      <a:pt x="506551" y="125886"/>
                      <a:pt x="506545" y="133789"/>
                    </a:cubicBezTo>
                    <a:cubicBezTo>
                      <a:pt x="506539" y="141691"/>
                      <a:pt x="512945" y="148097"/>
                      <a:pt x="520848" y="148103"/>
                    </a:cubicBezTo>
                    <a:cubicBezTo>
                      <a:pt x="520848" y="148103"/>
                      <a:pt x="520853" y="148103"/>
                      <a:pt x="520853" y="148103"/>
                    </a:cubicBezTo>
                    <a:lnTo>
                      <a:pt x="520853" y="148103"/>
                    </a:lnTo>
                    <a:cubicBezTo>
                      <a:pt x="528744" y="148300"/>
                      <a:pt x="535301" y="142069"/>
                      <a:pt x="535510" y="134177"/>
                    </a:cubicBezTo>
                    <a:lnTo>
                      <a:pt x="535510" y="133823"/>
                    </a:lnTo>
                    <a:close/>
                    <a:moveTo>
                      <a:pt x="467518" y="297437"/>
                    </a:moveTo>
                    <a:cubicBezTo>
                      <a:pt x="467518" y="289534"/>
                      <a:pt x="461113" y="283128"/>
                      <a:pt x="453210" y="283128"/>
                    </a:cubicBezTo>
                    <a:cubicBezTo>
                      <a:pt x="445307" y="283128"/>
                      <a:pt x="438902" y="289534"/>
                      <a:pt x="438902" y="297437"/>
                    </a:cubicBezTo>
                    <a:cubicBezTo>
                      <a:pt x="438902" y="305340"/>
                      <a:pt x="445307" y="311745"/>
                      <a:pt x="453210" y="311745"/>
                    </a:cubicBezTo>
                    <a:lnTo>
                      <a:pt x="453210" y="311745"/>
                    </a:lnTo>
                    <a:cubicBezTo>
                      <a:pt x="461014" y="311844"/>
                      <a:pt x="467414" y="305595"/>
                      <a:pt x="467513" y="297791"/>
                    </a:cubicBezTo>
                    <a:cubicBezTo>
                      <a:pt x="467513" y="297791"/>
                      <a:pt x="467513" y="297791"/>
                      <a:pt x="467513" y="297791"/>
                    </a:cubicBezTo>
                    <a:cubicBezTo>
                      <a:pt x="467513" y="297675"/>
                      <a:pt x="467513" y="297559"/>
                      <a:pt x="467513" y="297437"/>
                    </a:cubicBezTo>
                    <a:close/>
                    <a:moveTo>
                      <a:pt x="510258" y="297437"/>
                    </a:moveTo>
                    <a:cubicBezTo>
                      <a:pt x="510258" y="289534"/>
                      <a:pt x="503853" y="283128"/>
                      <a:pt x="495950" y="283128"/>
                    </a:cubicBezTo>
                    <a:cubicBezTo>
                      <a:pt x="488047" y="283128"/>
                      <a:pt x="481641" y="289534"/>
                      <a:pt x="481641" y="297437"/>
                    </a:cubicBezTo>
                    <a:cubicBezTo>
                      <a:pt x="481641" y="305340"/>
                      <a:pt x="488047" y="311745"/>
                      <a:pt x="495950" y="311745"/>
                    </a:cubicBezTo>
                    <a:lnTo>
                      <a:pt x="495950" y="311745"/>
                    </a:lnTo>
                    <a:cubicBezTo>
                      <a:pt x="503754" y="311844"/>
                      <a:pt x="510160" y="305595"/>
                      <a:pt x="510258" y="297791"/>
                    </a:cubicBezTo>
                    <a:lnTo>
                      <a:pt x="510258" y="297437"/>
                    </a:lnTo>
                    <a:close/>
                    <a:moveTo>
                      <a:pt x="552824" y="297437"/>
                    </a:moveTo>
                    <a:cubicBezTo>
                      <a:pt x="552824" y="289534"/>
                      <a:pt x="546418" y="283128"/>
                      <a:pt x="538516" y="283128"/>
                    </a:cubicBezTo>
                    <a:cubicBezTo>
                      <a:pt x="530613" y="283128"/>
                      <a:pt x="524207" y="289534"/>
                      <a:pt x="524207" y="297437"/>
                    </a:cubicBezTo>
                    <a:cubicBezTo>
                      <a:pt x="524207" y="305340"/>
                      <a:pt x="530613" y="311745"/>
                      <a:pt x="538516" y="311745"/>
                    </a:cubicBezTo>
                    <a:lnTo>
                      <a:pt x="538695" y="311745"/>
                    </a:lnTo>
                    <a:cubicBezTo>
                      <a:pt x="546494" y="311937"/>
                      <a:pt x="552975" y="305769"/>
                      <a:pt x="553172" y="297971"/>
                    </a:cubicBezTo>
                    <a:cubicBezTo>
                      <a:pt x="553172" y="297791"/>
                      <a:pt x="553172" y="297617"/>
                      <a:pt x="553172" y="297437"/>
                    </a:cubicBezTo>
                    <a:close/>
                    <a:moveTo>
                      <a:pt x="595564" y="297437"/>
                    </a:moveTo>
                    <a:cubicBezTo>
                      <a:pt x="595564" y="289534"/>
                      <a:pt x="589158" y="283128"/>
                      <a:pt x="581255" y="283128"/>
                    </a:cubicBezTo>
                    <a:cubicBezTo>
                      <a:pt x="573353" y="283128"/>
                      <a:pt x="566947" y="289534"/>
                      <a:pt x="566947" y="297437"/>
                    </a:cubicBezTo>
                    <a:cubicBezTo>
                      <a:pt x="566947" y="305340"/>
                      <a:pt x="573353" y="311745"/>
                      <a:pt x="581255" y="311745"/>
                    </a:cubicBezTo>
                    <a:lnTo>
                      <a:pt x="581255" y="311745"/>
                    </a:lnTo>
                    <a:cubicBezTo>
                      <a:pt x="589059" y="311844"/>
                      <a:pt x="595459" y="305595"/>
                      <a:pt x="595558" y="297791"/>
                    </a:cubicBezTo>
                    <a:cubicBezTo>
                      <a:pt x="595558" y="297791"/>
                      <a:pt x="595558" y="297791"/>
                      <a:pt x="595558" y="297791"/>
                    </a:cubicBezTo>
                    <a:cubicBezTo>
                      <a:pt x="595558" y="297675"/>
                      <a:pt x="595558" y="297553"/>
                      <a:pt x="595558" y="297437"/>
                    </a:cubicBezTo>
                    <a:close/>
                    <a:moveTo>
                      <a:pt x="638129" y="297437"/>
                    </a:moveTo>
                    <a:cubicBezTo>
                      <a:pt x="638129" y="289534"/>
                      <a:pt x="631724" y="283128"/>
                      <a:pt x="623821" y="283128"/>
                    </a:cubicBezTo>
                    <a:cubicBezTo>
                      <a:pt x="615918" y="283128"/>
                      <a:pt x="609513" y="289534"/>
                      <a:pt x="609513" y="297437"/>
                    </a:cubicBezTo>
                    <a:cubicBezTo>
                      <a:pt x="609513" y="305340"/>
                      <a:pt x="615918" y="311745"/>
                      <a:pt x="623821" y="311745"/>
                    </a:cubicBezTo>
                    <a:lnTo>
                      <a:pt x="624001" y="311745"/>
                    </a:lnTo>
                    <a:cubicBezTo>
                      <a:pt x="631805" y="311740"/>
                      <a:pt x="638129" y="305415"/>
                      <a:pt x="638124" y="297611"/>
                    </a:cubicBezTo>
                    <a:lnTo>
                      <a:pt x="638124" y="297437"/>
                    </a:lnTo>
                    <a:close/>
                    <a:moveTo>
                      <a:pt x="680869" y="297437"/>
                    </a:moveTo>
                    <a:cubicBezTo>
                      <a:pt x="680869" y="289534"/>
                      <a:pt x="674464" y="283128"/>
                      <a:pt x="666561" y="283128"/>
                    </a:cubicBezTo>
                    <a:cubicBezTo>
                      <a:pt x="658658" y="283128"/>
                      <a:pt x="652252" y="289534"/>
                      <a:pt x="652252" y="297437"/>
                    </a:cubicBezTo>
                    <a:cubicBezTo>
                      <a:pt x="652252" y="305340"/>
                      <a:pt x="658658" y="311745"/>
                      <a:pt x="666561" y="311745"/>
                    </a:cubicBezTo>
                    <a:lnTo>
                      <a:pt x="666561" y="311745"/>
                    </a:lnTo>
                    <a:cubicBezTo>
                      <a:pt x="674365" y="311844"/>
                      <a:pt x="680765" y="305595"/>
                      <a:pt x="680863" y="297791"/>
                    </a:cubicBezTo>
                    <a:cubicBezTo>
                      <a:pt x="680863" y="297791"/>
                      <a:pt x="680863" y="297791"/>
                      <a:pt x="680863" y="297791"/>
                    </a:cubicBezTo>
                    <a:cubicBezTo>
                      <a:pt x="680863" y="297675"/>
                      <a:pt x="680863" y="297553"/>
                      <a:pt x="680863" y="297437"/>
                    </a:cubicBezTo>
                    <a:close/>
                    <a:moveTo>
                      <a:pt x="467518" y="414887"/>
                    </a:moveTo>
                    <a:cubicBezTo>
                      <a:pt x="467617" y="406984"/>
                      <a:pt x="461293" y="400498"/>
                      <a:pt x="453390" y="400399"/>
                    </a:cubicBezTo>
                    <a:cubicBezTo>
                      <a:pt x="445487" y="400300"/>
                      <a:pt x="439000" y="406630"/>
                      <a:pt x="438902" y="414527"/>
                    </a:cubicBezTo>
                    <a:cubicBezTo>
                      <a:pt x="438803" y="422424"/>
                      <a:pt x="445116" y="428906"/>
                      <a:pt x="453013" y="429016"/>
                    </a:cubicBezTo>
                    <a:lnTo>
                      <a:pt x="453187" y="429016"/>
                    </a:lnTo>
                    <a:cubicBezTo>
                      <a:pt x="461020" y="429022"/>
                      <a:pt x="467397" y="422720"/>
                      <a:pt x="467490" y="414887"/>
                    </a:cubicBezTo>
                    <a:close/>
                    <a:moveTo>
                      <a:pt x="510258" y="414887"/>
                    </a:moveTo>
                    <a:cubicBezTo>
                      <a:pt x="510357" y="406984"/>
                      <a:pt x="504032" y="400498"/>
                      <a:pt x="496130" y="400399"/>
                    </a:cubicBezTo>
                    <a:cubicBezTo>
                      <a:pt x="488227" y="400300"/>
                      <a:pt x="481740" y="406630"/>
                      <a:pt x="481641" y="414527"/>
                    </a:cubicBezTo>
                    <a:cubicBezTo>
                      <a:pt x="481543" y="422424"/>
                      <a:pt x="487861" y="428906"/>
                      <a:pt x="495753" y="429016"/>
                    </a:cubicBezTo>
                    <a:lnTo>
                      <a:pt x="495932" y="429016"/>
                    </a:lnTo>
                    <a:cubicBezTo>
                      <a:pt x="503766" y="429016"/>
                      <a:pt x="510136" y="422714"/>
                      <a:pt x="510235" y="414887"/>
                    </a:cubicBezTo>
                    <a:close/>
                    <a:moveTo>
                      <a:pt x="552824" y="414887"/>
                    </a:moveTo>
                    <a:cubicBezTo>
                      <a:pt x="552923" y="406984"/>
                      <a:pt x="546598" y="400498"/>
                      <a:pt x="538695" y="400399"/>
                    </a:cubicBezTo>
                    <a:cubicBezTo>
                      <a:pt x="530793" y="400300"/>
                      <a:pt x="524306" y="406630"/>
                      <a:pt x="524207" y="414527"/>
                    </a:cubicBezTo>
                    <a:cubicBezTo>
                      <a:pt x="524108" y="422424"/>
                      <a:pt x="530421" y="428906"/>
                      <a:pt x="538318" y="429016"/>
                    </a:cubicBezTo>
                    <a:lnTo>
                      <a:pt x="538672" y="429016"/>
                    </a:lnTo>
                    <a:cubicBezTo>
                      <a:pt x="546471" y="429219"/>
                      <a:pt x="552963" y="423063"/>
                      <a:pt x="553166" y="415259"/>
                    </a:cubicBezTo>
                    <a:cubicBezTo>
                      <a:pt x="553166" y="415247"/>
                      <a:pt x="553166" y="415235"/>
                      <a:pt x="553166" y="415224"/>
                    </a:cubicBezTo>
                    <a:cubicBezTo>
                      <a:pt x="553166" y="415108"/>
                      <a:pt x="553166" y="414986"/>
                      <a:pt x="553166" y="414870"/>
                    </a:cubicBezTo>
                    <a:close/>
                    <a:moveTo>
                      <a:pt x="595564" y="414887"/>
                    </a:moveTo>
                    <a:cubicBezTo>
                      <a:pt x="595662" y="406984"/>
                      <a:pt x="589338" y="400498"/>
                      <a:pt x="581435" y="400399"/>
                    </a:cubicBezTo>
                    <a:cubicBezTo>
                      <a:pt x="573532" y="400300"/>
                      <a:pt x="567046" y="406630"/>
                      <a:pt x="566947" y="414527"/>
                    </a:cubicBezTo>
                    <a:cubicBezTo>
                      <a:pt x="566848" y="422424"/>
                      <a:pt x="573167" y="428906"/>
                      <a:pt x="581058" y="429016"/>
                    </a:cubicBezTo>
                    <a:lnTo>
                      <a:pt x="581238" y="429016"/>
                    </a:lnTo>
                    <a:cubicBezTo>
                      <a:pt x="589071" y="429016"/>
                      <a:pt x="595442" y="422720"/>
                      <a:pt x="595535" y="414887"/>
                    </a:cubicBezTo>
                    <a:close/>
                    <a:moveTo>
                      <a:pt x="638129" y="414887"/>
                    </a:moveTo>
                    <a:cubicBezTo>
                      <a:pt x="638228" y="406984"/>
                      <a:pt x="631904" y="400498"/>
                      <a:pt x="624001" y="400399"/>
                    </a:cubicBezTo>
                    <a:cubicBezTo>
                      <a:pt x="616098" y="400300"/>
                      <a:pt x="609611" y="406630"/>
                      <a:pt x="609513" y="414527"/>
                    </a:cubicBezTo>
                    <a:cubicBezTo>
                      <a:pt x="609414" y="422424"/>
                      <a:pt x="615727" y="428906"/>
                      <a:pt x="623624" y="429016"/>
                    </a:cubicBezTo>
                    <a:lnTo>
                      <a:pt x="623978" y="429016"/>
                    </a:lnTo>
                    <a:cubicBezTo>
                      <a:pt x="631776" y="429010"/>
                      <a:pt x="638101" y="422686"/>
                      <a:pt x="638101" y="414887"/>
                    </a:cubicBezTo>
                    <a:close/>
                    <a:moveTo>
                      <a:pt x="680869" y="414887"/>
                    </a:moveTo>
                    <a:cubicBezTo>
                      <a:pt x="680968" y="406984"/>
                      <a:pt x="674643" y="400498"/>
                      <a:pt x="666741" y="400399"/>
                    </a:cubicBezTo>
                    <a:cubicBezTo>
                      <a:pt x="658838" y="400300"/>
                      <a:pt x="652351" y="406630"/>
                      <a:pt x="652252" y="414527"/>
                    </a:cubicBezTo>
                    <a:cubicBezTo>
                      <a:pt x="652154" y="422424"/>
                      <a:pt x="658472" y="428906"/>
                      <a:pt x="666364" y="429016"/>
                    </a:cubicBezTo>
                    <a:lnTo>
                      <a:pt x="666543" y="429016"/>
                    </a:lnTo>
                    <a:cubicBezTo>
                      <a:pt x="674377" y="429016"/>
                      <a:pt x="680748" y="422720"/>
                      <a:pt x="680840" y="414887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04" name="Google Shape;104;p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8"/>
          <p:cNvSpPr txBox="1">
            <a:spLocks noGrp="1"/>
          </p:cNvSpPr>
          <p:nvPr>
            <p:ph type="subTitle" idx="1"/>
          </p:nvPr>
        </p:nvSpPr>
        <p:spPr>
          <a:xfrm>
            <a:off x="713225" y="1913462"/>
            <a:ext cx="2527500" cy="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8"/>
          <p:cNvSpPr txBox="1">
            <a:spLocks noGrp="1"/>
          </p:cNvSpPr>
          <p:nvPr>
            <p:ph type="subTitle" idx="2"/>
          </p:nvPr>
        </p:nvSpPr>
        <p:spPr>
          <a:xfrm>
            <a:off x="3308250" y="1913462"/>
            <a:ext cx="2527500" cy="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8"/>
          <p:cNvSpPr txBox="1">
            <a:spLocks noGrp="1"/>
          </p:cNvSpPr>
          <p:nvPr>
            <p:ph type="subTitle" idx="3"/>
          </p:nvPr>
        </p:nvSpPr>
        <p:spPr>
          <a:xfrm>
            <a:off x="713225" y="3717800"/>
            <a:ext cx="2527500" cy="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8"/>
          <p:cNvSpPr txBox="1">
            <a:spLocks noGrp="1"/>
          </p:cNvSpPr>
          <p:nvPr>
            <p:ph type="subTitle" idx="4"/>
          </p:nvPr>
        </p:nvSpPr>
        <p:spPr>
          <a:xfrm>
            <a:off x="3308250" y="3717800"/>
            <a:ext cx="2527500" cy="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8"/>
          <p:cNvSpPr txBox="1">
            <a:spLocks noGrp="1"/>
          </p:cNvSpPr>
          <p:nvPr>
            <p:ph type="subTitle" idx="5"/>
          </p:nvPr>
        </p:nvSpPr>
        <p:spPr>
          <a:xfrm>
            <a:off x="5903851" y="1913462"/>
            <a:ext cx="2527500" cy="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8"/>
          <p:cNvSpPr txBox="1">
            <a:spLocks noGrp="1"/>
          </p:cNvSpPr>
          <p:nvPr>
            <p:ph type="subTitle" idx="6"/>
          </p:nvPr>
        </p:nvSpPr>
        <p:spPr>
          <a:xfrm>
            <a:off x="5903851" y="3717800"/>
            <a:ext cx="2527500" cy="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8"/>
          <p:cNvSpPr txBox="1">
            <a:spLocks noGrp="1"/>
          </p:cNvSpPr>
          <p:nvPr>
            <p:ph type="subTitle" idx="7"/>
          </p:nvPr>
        </p:nvSpPr>
        <p:spPr>
          <a:xfrm>
            <a:off x="714363" y="1536109"/>
            <a:ext cx="2525100" cy="4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12" name="Google Shape;112;p8"/>
          <p:cNvSpPr txBox="1">
            <a:spLocks noGrp="1"/>
          </p:cNvSpPr>
          <p:nvPr>
            <p:ph type="subTitle" idx="8"/>
          </p:nvPr>
        </p:nvSpPr>
        <p:spPr>
          <a:xfrm>
            <a:off x="3309388" y="1536109"/>
            <a:ext cx="2525100" cy="4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13" name="Google Shape;113;p8"/>
          <p:cNvSpPr txBox="1">
            <a:spLocks noGrp="1"/>
          </p:cNvSpPr>
          <p:nvPr>
            <p:ph type="subTitle" idx="9"/>
          </p:nvPr>
        </p:nvSpPr>
        <p:spPr>
          <a:xfrm>
            <a:off x="5904989" y="1536109"/>
            <a:ext cx="2525100" cy="4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14" name="Google Shape;114;p8"/>
          <p:cNvSpPr txBox="1">
            <a:spLocks noGrp="1"/>
          </p:cNvSpPr>
          <p:nvPr>
            <p:ph type="subTitle" idx="13"/>
          </p:nvPr>
        </p:nvSpPr>
        <p:spPr>
          <a:xfrm>
            <a:off x="714363" y="3340437"/>
            <a:ext cx="2525100" cy="4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15" name="Google Shape;115;p8"/>
          <p:cNvSpPr txBox="1">
            <a:spLocks noGrp="1"/>
          </p:cNvSpPr>
          <p:nvPr>
            <p:ph type="subTitle" idx="14"/>
          </p:nvPr>
        </p:nvSpPr>
        <p:spPr>
          <a:xfrm>
            <a:off x="3309388" y="3340437"/>
            <a:ext cx="2525100" cy="4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16" name="Google Shape;116;p8"/>
          <p:cNvSpPr txBox="1">
            <a:spLocks noGrp="1"/>
          </p:cNvSpPr>
          <p:nvPr>
            <p:ph type="subTitle" idx="15"/>
          </p:nvPr>
        </p:nvSpPr>
        <p:spPr>
          <a:xfrm>
            <a:off x="5904989" y="3340437"/>
            <a:ext cx="2525100" cy="4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17" name="Google Shape;117;p8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9"/>
          <p:cNvSpPr txBox="1">
            <a:spLocks noGrp="1"/>
          </p:cNvSpPr>
          <p:nvPr>
            <p:ph type="title"/>
          </p:nvPr>
        </p:nvSpPr>
        <p:spPr>
          <a:xfrm>
            <a:off x="5418800" y="1551000"/>
            <a:ext cx="2766300" cy="20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3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20" name="Google Shape;120;p9"/>
          <p:cNvGrpSpPr/>
          <p:nvPr/>
        </p:nvGrpSpPr>
        <p:grpSpPr>
          <a:xfrm>
            <a:off x="1319912" y="-1483621"/>
            <a:ext cx="5521520" cy="8359981"/>
            <a:chOff x="3255118" y="-1456321"/>
            <a:chExt cx="5521520" cy="8359981"/>
          </a:xfrm>
        </p:grpSpPr>
        <p:sp>
          <p:nvSpPr>
            <p:cNvPr id="121" name="Google Shape;121;p9"/>
            <p:cNvSpPr/>
            <p:nvPr/>
          </p:nvSpPr>
          <p:spPr>
            <a:xfrm>
              <a:off x="6273078" y="-1456321"/>
              <a:ext cx="2503560" cy="1995809"/>
            </a:xfrm>
            <a:custGeom>
              <a:avLst/>
              <a:gdLst/>
              <a:ahLst/>
              <a:cxnLst/>
              <a:rect l="l" t="t" r="r" b="b"/>
              <a:pathLst>
                <a:path w="2503560" h="1995809" extrusionOk="0">
                  <a:moveTo>
                    <a:pt x="2359679" y="330860"/>
                  </a:moveTo>
                  <a:cubicBezTo>
                    <a:pt x="2359679" y="330860"/>
                    <a:pt x="2191519" y="19683"/>
                    <a:pt x="1831164" y="1554"/>
                  </a:cubicBezTo>
                  <a:cubicBezTo>
                    <a:pt x="1470810" y="-16575"/>
                    <a:pt x="1342588" y="352392"/>
                    <a:pt x="1080032" y="494714"/>
                  </a:cubicBezTo>
                  <a:cubicBezTo>
                    <a:pt x="942572" y="569313"/>
                    <a:pt x="664597" y="444426"/>
                    <a:pt x="517968" y="487143"/>
                  </a:cubicBezTo>
                  <a:cubicBezTo>
                    <a:pt x="49188" y="623908"/>
                    <a:pt x="-118139" y="1249875"/>
                    <a:pt x="83571" y="1580431"/>
                  </a:cubicBezTo>
                  <a:cubicBezTo>
                    <a:pt x="258122" y="1867020"/>
                    <a:pt x="559227" y="1998506"/>
                    <a:pt x="1014324" y="1996700"/>
                  </a:cubicBezTo>
                  <a:cubicBezTo>
                    <a:pt x="1469421" y="1994894"/>
                    <a:pt x="1789072" y="2010592"/>
                    <a:pt x="2191380" y="1681772"/>
                  </a:cubicBezTo>
                  <a:cubicBezTo>
                    <a:pt x="2593688" y="1352952"/>
                    <a:pt x="2556665" y="741989"/>
                    <a:pt x="2359679" y="330860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9"/>
            <p:cNvSpPr/>
            <p:nvPr/>
          </p:nvSpPr>
          <p:spPr>
            <a:xfrm rot="9110095" flipH="1">
              <a:off x="3531661" y="4601438"/>
              <a:ext cx="2541957" cy="1809429"/>
            </a:xfrm>
            <a:custGeom>
              <a:avLst/>
              <a:gdLst/>
              <a:ahLst/>
              <a:cxnLst/>
              <a:rect l="l" t="t" r="r" b="b"/>
              <a:pathLst>
                <a:path w="2539340" h="1807566" extrusionOk="0">
                  <a:moveTo>
                    <a:pt x="65938" y="1326437"/>
                  </a:moveTo>
                  <a:cubicBezTo>
                    <a:pt x="-119866" y="832095"/>
                    <a:pt x="116574" y="472088"/>
                    <a:pt x="371558" y="397906"/>
                  </a:cubicBezTo>
                  <a:cubicBezTo>
                    <a:pt x="729690" y="293717"/>
                    <a:pt x="1065248" y="672756"/>
                    <a:pt x="1296964" y="618995"/>
                  </a:cubicBezTo>
                  <a:cubicBezTo>
                    <a:pt x="1483462" y="575722"/>
                    <a:pt x="1514579" y="120625"/>
                    <a:pt x="1783734" y="27689"/>
                  </a:cubicBezTo>
                  <a:cubicBezTo>
                    <a:pt x="2117138" y="-87336"/>
                    <a:pt x="2533893" y="179179"/>
                    <a:pt x="2538755" y="616286"/>
                  </a:cubicBezTo>
                  <a:cubicBezTo>
                    <a:pt x="2543201" y="1050614"/>
                    <a:pt x="2096856" y="1427847"/>
                    <a:pt x="1798181" y="1577393"/>
                  </a:cubicBezTo>
                  <a:cubicBezTo>
                    <a:pt x="1503119" y="1725341"/>
                    <a:pt x="1019127" y="1838559"/>
                    <a:pt x="750042" y="1801329"/>
                  </a:cubicBezTo>
                  <a:cubicBezTo>
                    <a:pt x="443727" y="1758890"/>
                    <a:pt x="176795" y="1621291"/>
                    <a:pt x="65938" y="1326437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3" name="Google Shape;123;p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0"/>
          <p:cNvSpPr>
            <a:spLocks noGrp="1"/>
          </p:cNvSpPr>
          <p:nvPr>
            <p:ph type="pic" idx="2"/>
          </p:nvPr>
        </p:nvSpPr>
        <p:spPr>
          <a:xfrm>
            <a:off x="-25" y="-13725"/>
            <a:ext cx="9144000" cy="5157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Google Shape;126;p10"/>
          <p:cNvSpPr txBox="1">
            <a:spLocks noGrp="1"/>
          </p:cNvSpPr>
          <p:nvPr>
            <p:ph type="title"/>
          </p:nvPr>
        </p:nvSpPr>
        <p:spPr>
          <a:xfrm>
            <a:off x="720000" y="3715800"/>
            <a:ext cx="7214100" cy="87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1"/>
          <p:cNvSpPr txBox="1">
            <a:spLocks noGrp="1"/>
          </p:cNvSpPr>
          <p:nvPr>
            <p:ph type="title" hasCustomPrompt="1"/>
          </p:nvPr>
        </p:nvSpPr>
        <p:spPr>
          <a:xfrm>
            <a:off x="713225" y="1670300"/>
            <a:ext cx="3373800" cy="110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6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30" name="Google Shape;130;p11"/>
          <p:cNvSpPr txBox="1">
            <a:spLocks noGrp="1"/>
          </p:cNvSpPr>
          <p:nvPr>
            <p:ph type="subTitle" idx="1"/>
          </p:nvPr>
        </p:nvSpPr>
        <p:spPr>
          <a:xfrm>
            <a:off x="1731825" y="2774100"/>
            <a:ext cx="2355300" cy="98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1" name="Google Shape;131;p11"/>
          <p:cNvGrpSpPr/>
          <p:nvPr/>
        </p:nvGrpSpPr>
        <p:grpSpPr>
          <a:xfrm flipH="1">
            <a:off x="-432956" y="-1553658"/>
            <a:ext cx="4702720" cy="8359981"/>
            <a:chOff x="4242018" y="-1456321"/>
            <a:chExt cx="4702720" cy="8359981"/>
          </a:xfrm>
        </p:grpSpPr>
        <p:sp>
          <p:nvSpPr>
            <p:cNvPr id="132" name="Google Shape;132;p11"/>
            <p:cNvSpPr/>
            <p:nvPr/>
          </p:nvSpPr>
          <p:spPr>
            <a:xfrm>
              <a:off x="6441178" y="-1456321"/>
              <a:ext cx="2503560" cy="1995809"/>
            </a:xfrm>
            <a:custGeom>
              <a:avLst/>
              <a:gdLst/>
              <a:ahLst/>
              <a:cxnLst/>
              <a:rect l="l" t="t" r="r" b="b"/>
              <a:pathLst>
                <a:path w="2503560" h="1995809" extrusionOk="0">
                  <a:moveTo>
                    <a:pt x="2359679" y="330860"/>
                  </a:moveTo>
                  <a:cubicBezTo>
                    <a:pt x="2359679" y="330860"/>
                    <a:pt x="2191519" y="19683"/>
                    <a:pt x="1831164" y="1554"/>
                  </a:cubicBezTo>
                  <a:cubicBezTo>
                    <a:pt x="1470810" y="-16575"/>
                    <a:pt x="1342588" y="352392"/>
                    <a:pt x="1080032" y="494714"/>
                  </a:cubicBezTo>
                  <a:cubicBezTo>
                    <a:pt x="942572" y="569313"/>
                    <a:pt x="664597" y="444426"/>
                    <a:pt x="517968" y="487143"/>
                  </a:cubicBezTo>
                  <a:cubicBezTo>
                    <a:pt x="49188" y="623908"/>
                    <a:pt x="-118139" y="1249875"/>
                    <a:pt x="83571" y="1580431"/>
                  </a:cubicBezTo>
                  <a:cubicBezTo>
                    <a:pt x="258122" y="1867020"/>
                    <a:pt x="559227" y="1998506"/>
                    <a:pt x="1014324" y="1996700"/>
                  </a:cubicBezTo>
                  <a:cubicBezTo>
                    <a:pt x="1469421" y="1994894"/>
                    <a:pt x="1789072" y="2010592"/>
                    <a:pt x="2191380" y="1681772"/>
                  </a:cubicBezTo>
                  <a:cubicBezTo>
                    <a:pt x="2593688" y="1352952"/>
                    <a:pt x="2556665" y="741989"/>
                    <a:pt x="2359679" y="330860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3" name="Google Shape;133;p11"/>
            <p:cNvSpPr/>
            <p:nvPr/>
          </p:nvSpPr>
          <p:spPr>
            <a:xfrm rot="9110095" flipH="1">
              <a:off x="4518561" y="4601438"/>
              <a:ext cx="2541957" cy="1809429"/>
            </a:xfrm>
            <a:custGeom>
              <a:avLst/>
              <a:gdLst/>
              <a:ahLst/>
              <a:cxnLst/>
              <a:rect l="l" t="t" r="r" b="b"/>
              <a:pathLst>
                <a:path w="2539340" h="1807566" extrusionOk="0">
                  <a:moveTo>
                    <a:pt x="65938" y="1326437"/>
                  </a:moveTo>
                  <a:cubicBezTo>
                    <a:pt x="-119866" y="832095"/>
                    <a:pt x="116574" y="472088"/>
                    <a:pt x="371558" y="397906"/>
                  </a:cubicBezTo>
                  <a:cubicBezTo>
                    <a:pt x="729690" y="293717"/>
                    <a:pt x="1065248" y="672756"/>
                    <a:pt x="1296964" y="618995"/>
                  </a:cubicBezTo>
                  <a:cubicBezTo>
                    <a:pt x="1483462" y="575722"/>
                    <a:pt x="1514579" y="120625"/>
                    <a:pt x="1783734" y="27689"/>
                  </a:cubicBezTo>
                  <a:cubicBezTo>
                    <a:pt x="2117138" y="-87336"/>
                    <a:pt x="2533893" y="179179"/>
                    <a:pt x="2538755" y="616286"/>
                  </a:cubicBezTo>
                  <a:cubicBezTo>
                    <a:pt x="2543201" y="1050614"/>
                    <a:pt x="2096856" y="1427847"/>
                    <a:pt x="1798181" y="1577393"/>
                  </a:cubicBezTo>
                  <a:cubicBezTo>
                    <a:pt x="1503119" y="1725341"/>
                    <a:pt x="1019127" y="1838559"/>
                    <a:pt x="750042" y="1801329"/>
                  </a:cubicBezTo>
                  <a:cubicBezTo>
                    <a:pt x="443727" y="1758890"/>
                    <a:pt x="176795" y="1621291"/>
                    <a:pt x="65938" y="1326437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4" name="Google Shape;134;p1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12"/>
          <p:cNvGrpSpPr/>
          <p:nvPr/>
        </p:nvGrpSpPr>
        <p:grpSpPr>
          <a:xfrm>
            <a:off x="-1889882" y="-2665464"/>
            <a:ext cx="11164449" cy="9216288"/>
            <a:chOff x="-1889882" y="-2665464"/>
            <a:chExt cx="11164449" cy="9216288"/>
          </a:xfrm>
        </p:grpSpPr>
        <p:sp>
          <p:nvSpPr>
            <p:cNvPr id="137" name="Google Shape;137;p12"/>
            <p:cNvSpPr/>
            <p:nvPr/>
          </p:nvSpPr>
          <p:spPr>
            <a:xfrm rot="413639">
              <a:off x="6660988" y="4412558"/>
              <a:ext cx="2502879" cy="1995266"/>
            </a:xfrm>
            <a:custGeom>
              <a:avLst/>
              <a:gdLst/>
              <a:ahLst/>
              <a:cxnLst/>
              <a:rect l="l" t="t" r="r" b="b"/>
              <a:pathLst>
                <a:path w="2503560" h="1995809" extrusionOk="0">
                  <a:moveTo>
                    <a:pt x="2359679" y="330860"/>
                  </a:moveTo>
                  <a:cubicBezTo>
                    <a:pt x="2359679" y="330860"/>
                    <a:pt x="2191519" y="19683"/>
                    <a:pt x="1831164" y="1554"/>
                  </a:cubicBezTo>
                  <a:cubicBezTo>
                    <a:pt x="1470810" y="-16575"/>
                    <a:pt x="1342588" y="352392"/>
                    <a:pt x="1080032" y="494714"/>
                  </a:cubicBezTo>
                  <a:cubicBezTo>
                    <a:pt x="942572" y="569313"/>
                    <a:pt x="664597" y="444426"/>
                    <a:pt x="517968" y="487143"/>
                  </a:cubicBezTo>
                  <a:cubicBezTo>
                    <a:pt x="49188" y="623908"/>
                    <a:pt x="-118139" y="1249875"/>
                    <a:pt x="83571" y="1580431"/>
                  </a:cubicBezTo>
                  <a:cubicBezTo>
                    <a:pt x="258122" y="1867020"/>
                    <a:pt x="559227" y="1998506"/>
                    <a:pt x="1014324" y="1996700"/>
                  </a:cubicBezTo>
                  <a:cubicBezTo>
                    <a:pt x="1469421" y="1994894"/>
                    <a:pt x="1789072" y="2010592"/>
                    <a:pt x="2191380" y="1681772"/>
                  </a:cubicBezTo>
                  <a:cubicBezTo>
                    <a:pt x="2593688" y="1352952"/>
                    <a:pt x="2556665" y="741989"/>
                    <a:pt x="2359679" y="330860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8" name="Google Shape;138;p12"/>
            <p:cNvSpPr/>
            <p:nvPr/>
          </p:nvSpPr>
          <p:spPr>
            <a:xfrm rot="1397564">
              <a:off x="-1382452" y="-2205071"/>
              <a:ext cx="2984344" cy="3181591"/>
            </a:xfrm>
            <a:custGeom>
              <a:avLst/>
              <a:gdLst/>
              <a:ahLst/>
              <a:cxnLst/>
              <a:rect l="l" t="t" r="r" b="b"/>
              <a:pathLst>
                <a:path w="2987585" h="3185047" extrusionOk="0">
                  <a:moveTo>
                    <a:pt x="1104335" y="26456"/>
                  </a:moveTo>
                  <a:cubicBezTo>
                    <a:pt x="868174" y="65284"/>
                    <a:pt x="642640" y="150858"/>
                    <a:pt x="450794" y="298736"/>
                  </a:cubicBezTo>
                  <a:cubicBezTo>
                    <a:pt x="171706" y="514060"/>
                    <a:pt x="16951" y="835447"/>
                    <a:pt x="767" y="1185174"/>
                  </a:cubicBezTo>
                  <a:cubicBezTo>
                    <a:pt x="-9860" y="1416057"/>
                    <a:pt x="45221" y="1641174"/>
                    <a:pt x="111902" y="1860387"/>
                  </a:cubicBezTo>
                  <a:cubicBezTo>
                    <a:pt x="197475" y="2142114"/>
                    <a:pt x="252765" y="2463640"/>
                    <a:pt x="431414" y="2704734"/>
                  </a:cubicBezTo>
                  <a:cubicBezTo>
                    <a:pt x="709946" y="3079813"/>
                    <a:pt x="1248185" y="3238041"/>
                    <a:pt x="1698351" y="3170944"/>
                  </a:cubicBezTo>
                  <a:cubicBezTo>
                    <a:pt x="1989176" y="3127532"/>
                    <a:pt x="2296464" y="2962566"/>
                    <a:pt x="2385997" y="2663891"/>
                  </a:cubicBezTo>
                  <a:cubicBezTo>
                    <a:pt x="2419129" y="2553382"/>
                    <a:pt x="2435243" y="2434676"/>
                    <a:pt x="2491853" y="2332501"/>
                  </a:cubicBezTo>
                  <a:cubicBezTo>
                    <a:pt x="2559714" y="2210114"/>
                    <a:pt x="2682726" y="2138641"/>
                    <a:pt x="2776149" y="2038967"/>
                  </a:cubicBezTo>
                  <a:cubicBezTo>
                    <a:pt x="2891590" y="1915885"/>
                    <a:pt x="2938059" y="1762519"/>
                    <a:pt x="2966815" y="1600332"/>
                  </a:cubicBezTo>
                  <a:cubicBezTo>
                    <a:pt x="3029744" y="1245257"/>
                    <a:pt x="2943823" y="869135"/>
                    <a:pt x="2736349" y="574559"/>
                  </a:cubicBezTo>
                  <a:cubicBezTo>
                    <a:pt x="2519845" y="267271"/>
                    <a:pt x="2198666" y="102236"/>
                    <a:pt x="1834005" y="37500"/>
                  </a:cubicBezTo>
                  <a:cubicBezTo>
                    <a:pt x="1793996" y="30554"/>
                    <a:pt x="1753779" y="24372"/>
                    <a:pt x="1713423" y="19302"/>
                  </a:cubicBezTo>
                  <a:cubicBezTo>
                    <a:pt x="1513242" y="-5912"/>
                    <a:pt x="1304864" y="-6745"/>
                    <a:pt x="1104335" y="26456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9" name="Google Shape;139;p12"/>
          <p:cNvGrpSpPr/>
          <p:nvPr/>
        </p:nvGrpSpPr>
        <p:grpSpPr>
          <a:xfrm>
            <a:off x="-129830" y="-482918"/>
            <a:ext cx="9450021" cy="4350376"/>
            <a:chOff x="-129830" y="-482918"/>
            <a:chExt cx="9450021" cy="4350376"/>
          </a:xfrm>
        </p:grpSpPr>
        <p:grpSp>
          <p:nvGrpSpPr>
            <p:cNvPr id="140" name="Google Shape;140;p12"/>
            <p:cNvGrpSpPr/>
            <p:nvPr/>
          </p:nvGrpSpPr>
          <p:grpSpPr>
            <a:xfrm>
              <a:off x="-129830" y="3013234"/>
              <a:ext cx="646623" cy="854224"/>
              <a:chOff x="-129830" y="3390059"/>
              <a:chExt cx="646623" cy="854224"/>
            </a:xfrm>
          </p:grpSpPr>
          <p:sp>
            <p:nvSpPr>
              <p:cNvPr id="141" name="Google Shape;141;p12"/>
              <p:cNvSpPr/>
              <p:nvPr/>
            </p:nvSpPr>
            <p:spPr>
              <a:xfrm>
                <a:off x="-129830" y="3390059"/>
                <a:ext cx="646623" cy="407481"/>
              </a:xfrm>
              <a:custGeom>
                <a:avLst/>
                <a:gdLst/>
                <a:ahLst/>
                <a:cxnLst/>
                <a:rect l="l" t="t" r="r" b="b"/>
                <a:pathLst>
                  <a:path w="646623" h="407481" extrusionOk="0">
                    <a:moveTo>
                      <a:pt x="58927" y="25217"/>
                    </a:moveTo>
                    <a:lnTo>
                      <a:pt x="11213" y="25217"/>
                    </a:lnTo>
                    <a:cubicBezTo>
                      <a:pt x="4702" y="24452"/>
                      <a:pt x="44" y="18551"/>
                      <a:pt x="817" y="12040"/>
                    </a:cubicBezTo>
                    <a:cubicBezTo>
                      <a:pt x="1459" y="6586"/>
                      <a:pt x="5758" y="2286"/>
                      <a:pt x="11213" y="1644"/>
                    </a:cubicBezTo>
                    <a:lnTo>
                      <a:pt x="58927" y="1644"/>
                    </a:lnTo>
                    <a:cubicBezTo>
                      <a:pt x="65438" y="855"/>
                      <a:pt x="71348" y="5497"/>
                      <a:pt x="72136" y="12008"/>
                    </a:cubicBezTo>
                    <a:cubicBezTo>
                      <a:pt x="72924" y="18519"/>
                      <a:pt x="68283" y="24428"/>
                      <a:pt x="61772" y="25217"/>
                    </a:cubicBezTo>
                    <a:close/>
                    <a:moveTo>
                      <a:pt x="70794" y="67891"/>
                    </a:moveTo>
                    <a:cubicBezTo>
                      <a:pt x="70844" y="61470"/>
                      <a:pt x="65674" y="56235"/>
                      <a:pt x="59252" y="56186"/>
                    </a:cubicBezTo>
                    <a:cubicBezTo>
                      <a:pt x="59196" y="56186"/>
                      <a:pt x="59146" y="56186"/>
                      <a:pt x="59090" y="56186"/>
                    </a:cubicBezTo>
                    <a:lnTo>
                      <a:pt x="11213" y="56186"/>
                    </a:lnTo>
                    <a:cubicBezTo>
                      <a:pt x="4702" y="56950"/>
                      <a:pt x="44" y="62851"/>
                      <a:pt x="817" y="69362"/>
                    </a:cubicBezTo>
                    <a:cubicBezTo>
                      <a:pt x="1459" y="74817"/>
                      <a:pt x="5758" y="79117"/>
                      <a:pt x="11213" y="79759"/>
                    </a:cubicBezTo>
                    <a:lnTo>
                      <a:pt x="58927" y="79759"/>
                    </a:lnTo>
                    <a:cubicBezTo>
                      <a:pt x="65478" y="79759"/>
                      <a:pt x="70794" y="74443"/>
                      <a:pt x="70794" y="67891"/>
                    </a:cubicBezTo>
                    <a:close/>
                    <a:moveTo>
                      <a:pt x="70794" y="122596"/>
                    </a:moveTo>
                    <a:cubicBezTo>
                      <a:pt x="70794" y="116044"/>
                      <a:pt x="65478" y="110728"/>
                      <a:pt x="58927" y="110728"/>
                    </a:cubicBezTo>
                    <a:lnTo>
                      <a:pt x="11213" y="110728"/>
                    </a:lnTo>
                    <a:cubicBezTo>
                      <a:pt x="4702" y="111492"/>
                      <a:pt x="44" y="117394"/>
                      <a:pt x="817" y="123905"/>
                    </a:cubicBezTo>
                    <a:cubicBezTo>
                      <a:pt x="1459" y="129359"/>
                      <a:pt x="5758" y="133659"/>
                      <a:pt x="11213" y="134301"/>
                    </a:cubicBezTo>
                    <a:lnTo>
                      <a:pt x="58927" y="134301"/>
                    </a:lnTo>
                    <a:cubicBezTo>
                      <a:pt x="65373" y="134350"/>
                      <a:pt x="70664" y="129204"/>
                      <a:pt x="70794" y="122759"/>
                    </a:cubicBezTo>
                    <a:lnTo>
                      <a:pt x="70794" y="122759"/>
                    </a:lnTo>
                    <a:close/>
                    <a:moveTo>
                      <a:pt x="70794" y="177138"/>
                    </a:moveTo>
                    <a:cubicBezTo>
                      <a:pt x="70794" y="170587"/>
                      <a:pt x="65478" y="165271"/>
                      <a:pt x="58927" y="165271"/>
                    </a:cubicBezTo>
                    <a:lnTo>
                      <a:pt x="11213" y="165271"/>
                    </a:lnTo>
                    <a:cubicBezTo>
                      <a:pt x="4726" y="165807"/>
                      <a:pt x="-94" y="171505"/>
                      <a:pt x="442" y="177992"/>
                    </a:cubicBezTo>
                    <a:cubicBezTo>
                      <a:pt x="922" y="183730"/>
                      <a:pt x="5474" y="188282"/>
                      <a:pt x="11213" y="188762"/>
                    </a:cubicBezTo>
                    <a:lnTo>
                      <a:pt x="58927" y="188762"/>
                    </a:lnTo>
                    <a:cubicBezTo>
                      <a:pt x="65348" y="188900"/>
                      <a:pt x="70656" y="183804"/>
                      <a:pt x="70794" y="177382"/>
                    </a:cubicBezTo>
                    <a:cubicBezTo>
                      <a:pt x="70794" y="177358"/>
                      <a:pt x="70794" y="177325"/>
                      <a:pt x="70794" y="177301"/>
                    </a:cubicBezTo>
                    <a:lnTo>
                      <a:pt x="70794" y="177301"/>
                    </a:lnTo>
                    <a:close/>
                    <a:moveTo>
                      <a:pt x="70794" y="231599"/>
                    </a:moveTo>
                    <a:cubicBezTo>
                      <a:pt x="70794" y="225088"/>
                      <a:pt x="65519" y="219813"/>
                      <a:pt x="59008" y="219813"/>
                    </a:cubicBezTo>
                    <a:cubicBezTo>
                      <a:pt x="58984" y="219813"/>
                      <a:pt x="58951" y="219813"/>
                      <a:pt x="58927" y="219813"/>
                    </a:cubicBezTo>
                    <a:lnTo>
                      <a:pt x="11213" y="219813"/>
                    </a:lnTo>
                    <a:cubicBezTo>
                      <a:pt x="4726" y="220349"/>
                      <a:pt x="-94" y="226047"/>
                      <a:pt x="442" y="232534"/>
                    </a:cubicBezTo>
                    <a:cubicBezTo>
                      <a:pt x="922" y="238273"/>
                      <a:pt x="5474" y="242825"/>
                      <a:pt x="11213" y="243304"/>
                    </a:cubicBezTo>
                    <a:lnTo>
                      <a:pt x="58927" y="243304"/>
                    </a:lnTo>
                    <a:cubicBezTo>
                      <a:pt x="65365" y="243394"/>
                      <a:pt x="70664" y="238273"/>
                      <a:pt x="70794" y="231843"/>
                    </a:cubicBezTo>
                    <a:lnTo>
                      <a:pt x="70794" y="231843"/>
                    </a:lnTo>
                    <a:close/>
                    <a:moveTo>
                      <a:pt x="70794" y="286141"/>
                    </a:moveTo>
                    <a:cubicBezTo>
                      <a:pt x="70794" y="279590"/>
                      <a:pt x="65478" y="274274"/>
                      <a:pt x="58927" y="274274"/>
                    </a:cubicBezTo>
                    <a:lnTo>
                      <a:pt x="11213" y="274274"/>
                    </a:lnTo>
                    <a:cubicBezTo>
                      <a:pt x="4702" y="275038"/>
                      <a:pt x="44" y="280939"/>
                      <a:pt x="817" y="287450"/>
                    </a:cubicBezTo>
                    <a:cubicBezTo>
                      <a:pt x="1459" y="292904"/>
                      <a:pt x="5758" y="297204"/>
                      <a:pt x="11213" y="297846"/>
                    </a:cubicBezTo>
                    <a:lnTo>
                      <a:pt x="58927" y="297846"/>
                    </a:lnTo>
                    <a:cubicBezTo>
                      <a:pt x="65389" y="297936"/>
                      <a:pt x="70705" y="292766"/>
                      <a:pt x="70794" y="286304"/>
                    </a:cubicBezTo>
                    <a:cubicBezTo>
                      <a:pt x="70794" y="286304"/>
                      <a:pt x="70794" y="286304"/>
                      <a:pt x="70794" y="286304"/>
                    </a:cubicBezTo>
                    <a:lnTo>
                      <a:pt x="70794" y="286304"/>
                    </a:lnTo>
                    <a:close/>
                    <a:moveTo>
                      <a:pt x="70794" y="340683"/>
                    </a:moveTo>
                    <a:cubicBezTo>
                      <a:pt x="70794" y="334132"/>
                      <a:pt x="65478" y="328816"/>
                      <a:pt x="58927" y="328816"/>
                    </a:cubicBezTo>
                    <a:lnTo>
                      <a:pt x="11213" y="328816"/>
                    </a:lnTo>
                    <a:cubicBezTo>
                      <a:pt x="4702" y="329580"/>
                      <a:pt x="44" y="335481"/>
                      <a:pt x="817" y="341992"/>
                    </a:cubicBezTo>
                    <a:cubicBezTo>
                      <a:pt x="1459" y="347446"/>
                      <a:pt x="5758" y="351747"/>
                      <a:pt x="11213" y="352389"/>
                    </a:cubicBezTo>
                    <a:lnTo>
                      <a:pt x="58927" y="352389"/>
                    </a:lnTo>
                    <a:cubicBezTo>
                      <a:pt x="65389" y="352478"/>
                      <a:pt x="70705" y="347308"/>
                      <a:pt x="70794" y="340846"/>
                    </a:cubicBezTo>
                    <a:cubicBezTo>
                      <a:pt x="70794" y="340846"/>
                      <a:pt x="70794" y="340846"/>
                      <a:pt x="70794" y="340846"/>
                    </a:cubicBezTo>
                    <a:lnTo>
                      <a:pt x="70794" y="340846"/>
                    </a:lnTo>
                    <a:close/>
                    <a:moveTo>
                      <a:pt x="70794" y="395226"/>
                    </a:moveTo>
                    <a:cubicBezTo>
                      <a:pt x="70794" y="388674"/>
                      <a:pt x="65478" y="383358"/>
                      <a:pt x="58927" y="383358"/>
                    </a:cubicBezTo>
                    <a:lnTo>
                      <a:pt x="11213" y="383358"/>
                    </a:lnTo>
                    <a:cubicBezTo>
                      <a:pt x="4718" y="383448"/>
                      <a:pt x="-492" y="388731"/>
                      <a:pt x="-492" y="395226"/>
                    </a:cubicBezTo>
                    <a:cubicBezTo>
                      <a:pt x="-492" y="401688"/>
                      <a:pt x="4750" y="406931"/>
                      <a:pt x="11213" y="406931"/>
                    </a:cubicBezTo>
                    <a:lnTo>
                      <a:pt x="58927" y="406931"/>
                    </a:lnTo>
                    <a:cubicBezTo>
                      <a:pt x="65373" y="406980"/>
                      <a:pt x="70664" y="401834"/>
                      <a:pt x="70794" y="395388"/>
                    </a:cubicBezTo>
                    <a:lnTo>
                      <a:pt x="70794" y="395388"/>
                    </a:lnTo>
                    <a:close/>
                    <a:moveTo>
                      <a:pt x="249621" y="13674"/>
                    </a:moveTo>
                    <a:cubicBezTo>
                      <a:pt x="249581" y="7228"/>
                      <a:pt x="244362" y="2010"/>
                      <a:pt x="237917" y="1969"/>
                    </a:cubicBezTo>
                    <a:lnTo>
                      <a:pt x="112250" y="1969"/>
                    </a:lnTo>
                    <a:cubicBezTo>
                      <a:pt x="105755" y="1254"/>
                      <a:pt x="99887" y="5887"/>
                      <a:pt x="99082" y="12374"/>
                    </a:cubicBezTo>
                    <a:cubicBezTo>
                      <a:pt x="98277" y="18836"/>
                      <a:pt x="102853" y="24721"/>
                      <a:pt x="109315" y="25534"/>
                    </a:cubicBezTo>
                    <a:cubicBezTo>
                      <a:pt x="109348" y="25534"/>
                      <a:pt x="109373" y="25542"/>
                      <a:pt x="109405" y="25542"/>
                    </a:cubicBezTo>
                    <a:lnTo>
                      <a:pt x="237429" y="25542"/>
                    </a:lnTo>
                    <a:cubicBezTo>
                      <a:pt x="243980" y="25542"/>
                      <a:pt x="249296" y="20226"/>
                      <a:pt x="249296" y="13674"/>
                    </a:cubicBezTo>
                    <a:close/>
                    <a:moveTo>
                      <a:pt x="249621" y="68216"/>
                    </a:moveTo>
                    <a:cubicBezTo>
                      <a:pt x="249581" y="61770"/>
                      <a:pt x="244362" y="56552"/>
                      <a:pt x="237917" y="56511"/>
                    </a:cubicBezTo>
                    <a:lnTo>
                      <a:pt x="112250" y="56511"/>
                    </a:lnTo>
                    <a:cubicBezTo>
                      <a:pt x="105755" y="55796"/>
                      <a:pt x="99887" y="60429"/>
                      <a:pt x="99082" y="66916"/>
                    </a:cubicBezTo>
                    <a:cubicBezTo>
                      <a:pt x="98277" y="73378"/>
                      <a:pt x="102853" y="79263"/>
                      <a:pt x="109315" y="80076"/>
                    </a:cubicBezTo>
                    <a:cubicBezTo>
                      <a:pt x="109348" y="80076"/>
                      <a:pt x="109373" y="80084"/>
                      <a:pt x="109405" y="80084"/>
                    </a:cubicBezTo>
                    <a:lnTo>
                      <a:pt x="237429" y="80084"/>
                    </a:lnTo>
                    <a:cubicBezTo>
                      <a:pt x="243980" y="80084"/>
                      <a:pt x="249296" y="74768"/>
                      <a:pt x="249296" y="68216"/>
                    </a:cubicBezTo>
                    <a:lnTo>
                      <a:pt x="249296" y="68216"/>
                    </a:lnTo>
                    <a:close/>
                    <a:moveTo>
                      <a:pt x="249621" y="122921"/>
                    </a:moveTo>
                    <a:cubicBezTo>
                      <a:pt x="249621" y="116370"/>
                      <a:pt x="244305" y="111053"/>
                      <a:pt x="237754" y="111053"/>
                    </a:cubicBezTo>
                    <a:lnTo>
                      <a:pt x="112575" y="111053"/>
                    </a:lnTo>
                    <a:cubicBezTo>
                      <a:pt x="106064" y="110265"/>
                      <a:pt x="100155" y="114906"/>
                      <a:pt x="99366" y="121417"/>
                    </a:cubicBezTo>
                    <a:cubicBezTo>
                      <a:pt x="98578" y="127928"/>
                      <a:pt x="103219" y="133838"/>
                      <a:pt x="109730" y="134626"/>
                    </a:cubicBezTo>
                    <a:cubicBezTo>
                      <a:pt x="110673" y="134707"/>
                      <a:pt x="111632" y="134707"/>
                      <a:pt x="112575" y="134626"/>
                    </a:cubicBezTo>
                    <a:lnTo>
                      <a:pt x="237754" y="134626"/>
                    </a:lnTo>
                    <a:cubicBezTo>
                      <a:pt x="244200" y="134675"/>
                      <a:pt x="249491" y="129530"/>
                      <a:pt x="249621" y="123084"/>
                    </a:cubicBezTo>
                    <a:lnTo>
                      <a:pt x="249621" y="123084"/>
                    </a:lnTo>
                    <a:close/>
                    <a:moveTo>
                      <a:pt x="249621" y="177463"/>
                    </a:moveTo>
                    <a:cubicBezTo>
                      <a:pt x="249621" y="170912"/>
                      <a:pt x="244305" y="165596"/>
                      <a:pt x="237754" y="165596"/>
                    </a:cubicBezTo>
                    <a:lnTo>
                      <a:pt x="112575" y="165596"/>
                    </a:lnTo>
                    <a:cubicBezTo>
                      <a:pt x="105999" y="164791"/>
                      <a:pt x="100009" y="169465"/>
                      <a:pt x="99204" y="176041"/>
                    </a:cubicBezTo>
                    <a:cubicBezTo>
                      <a:pt x="98399" y="182617"/>
                      <a:pt x="103073" y="188608"/>
                      <a:pt x="109649" y="189412"/>
                    </a:cubicBezTo>
                    <a:lnTo>
                      <a:pt x="237673" y="189412"/>
                    </a:lnTo>
                    <a:cubicBezTo>
                      <a:pt x="244119" y="189461"/>
                      <a:pt x="249410" y="184316"/>
                      <a:pt x="249541" y="177870"/>
                    </a:cubicBezTo>
                    <a:lnTo>
                      <a:pt x="249541" y="177870"/>
                    </a:lnTo>
                    <a:close/>
                    <a:moveTo>
                      <a:pt x="249621" y="232006"/>
                    </a:moveTo>
                    <a:cubicBezTo>
                      <a:pt x="249621" y="225454"/>
                      <a:pt x="244305" y="220138"/>
                      <a:pt x="237754" y="220138"/>
                    </a:cubicBezTo>
                    <a:lnTo>
                      <a:pt x="112575" y="220138"/>
                    </a:lnTo>
                    <a:cubicBezTo>
                      <a:pt x="106024" y="219862"/>
                      <a:pt x="100496" y="224942"/>
                      <a:pt x="100212" y="231493"/>
                    </a:cubicBezTo>
                    <a:cubicBezTo>
                      <a:pt x="99968" y="237330"/>
                      <a:pt x="103999" y="242475"/>
                      <a:pt x="109730" y="243629"/>
                    </a:cubicBezTo>
                    <a:cubicBezTo>
                      <a:pt x="110673" y="243800"/>
                      <a:pt x="111632" y="243800"/>
                      <a:pt x="112575" y="243629"/>
                    </a:cubicBezTo>
                    <a:lnTo>
                      <a:pt x="237754" y="243629"/>
                    </a:lnTo>
                    <a:cubicBezTo>
                      <a:pt x="244175" y="243767"/>
                      <a:pt x="249483" y="238671"/>
                      <a:pt x="249621" y="232249"/>
                    </a:cubicBezTo>
                    <a:cubicBezTo>
                      <a:pt x="249621" y="232225"/>
                      <a:pt x="249621" y="232193"/>
                      <a:pt x="249621" y="232168"/>
                    </a:cubicBezTo>
                    <a:lnTo>
                      <a:pt x="249621" y="232168"/>
                    </a:lnTo>
                    <a:close/>
                    <a:moveTo>
                      <a:pt x="399674" y="286467"/>
                    </a:moveTo>
                    <a:cubicBezTo>
                      <a:pt x="399625" y="279947"/>
                      <a:pt x="394325" y="274680"/>
                      <a:pt x="387806" y="274680"/>
                    </a:cubicBezTo>
                    <a:lnTo>
                      <a:pt x="262140" y="274680"/>
                    </a:lnTo>
                    <a:cubicBezTo>
                      <a:pt x="255653" y="275615"/>
                      <a:pt x="251150" y="281638"/>
                      <a:pt x="252093" y="288125"/>
                    </a:cubicBezTo>
                    <a:cubicBezTo>
                      <a:pt x="252841" y="293327"/>
                      <a:pt x="256929" y="297415"/>
                      <a:pt x="262140" y="298172"/>
                    </a:cubicBezTo>
                    <a:lnTo>
                      <a:pt x="387481" y="298172"/>
                    </a:lnTo>
                    <a:cubicBezTo>
                      <a:pt x="393911" y="298261"/>
                      <a:pt x="399219" y="293140"/>
                      <a:pt x="399349" y="286710"/>
                    </a:cubicBezTo>
                    <a:lnTo>
                      <a:pt x="399349" y="286710"/>
                    </a:lnTo>
                    <a:close/>
                    <a:moveTo>
                      <a:pt x="399674" y="341009"/>
                    </a:moveTo>
                    <a:cubicBezTo>
                      <a:pt x="399633" y="334473"/>
                      <a:pt x="394341" y="329182"/>
                      <a:pt x="387806" y="329141"/>
                    </a:cubicBezTo>
                    <a:lnTo>
                      <a:pt x="262140" y="329141"/>
                    </a:lnTo>
                    <a:cubicBezTo>
                      <a:pt x="255628" y="329905"/>
                      <a:pt x="250971" y="335807"/>
                      <a:pt x="251743" y="342317"/>
                    </a:cubicBezTo>
                    <a:cubicBezTo>
                      <a:pt x="252385" y="347772"/>
                      <a:pt x="256685" y="352072"/>
                      <a:pt x="262140" y="352714"/>
                    </a:cubicBezTo>
                    <a:lnTo>
                      <a:pt x="387481" y="352714"/>
                    </a:lnTo>
                    <a:cubicBezTo>
                      <a:pt x="393927" y="352763"/>
                      <a:pt x="399219" y="347617"/>
                      <a:pt x="399349" y="341171"/>
                    </a:cubicBezTo>
                    <a:lnTo>
                      <a:pt x="399349" y="341171"/>
                    </a:lnTo>
                    <a:close/>
                    <a:moveTo>
                      <a:pt x="399674" y="395551"/>
                    </a:moveTo>
                    <a:cubicBezTo>
                      <a:pt x="399633" y="389016"/>
                      <a:pt x="394341" y="383724"/>
                      <a:pt x="387806" y="383683"/>
                    </a:cubicBezTo>
                    <a:lnTo>
                      <a:pt x="262140" y="383683"/>
                    </a:lnTo>
                    <a:cubicBezTo>
                      <a:pt x="255645" y="383773"/>
                      <a:pt x="250435" y="389056"/>
                      <a:pt x="250435" y="395551"/>
                    </a:cubicBezTo>
                    <a:cubicBezTo>
                      <a:pt x="250435" y="402013"/>
                      <a:pt x="255678" y="407256"/>
                      <a:pt x="262140" y="407256"/>
                    </a:cubicBezTo>
                    <a:lnTo>
                      <a:pt x="387481" y="407256"/>
                    </a:lnTo>
                    <a:cubicBezTo>
                      <a:pt x="393927" y="407305"/>
                      <a:pt x="399219" y="402159"/>
                      <a:pt x="399349" y="395714"/>
                    </a:cubicBezTo>
                    <a:lnTo>
                      <a:pt x="399349" y="395714"/>
                    </a:lnTo>
                    <a:close/>
                    <a:moveTo>
                      <a:pt x="304814" y="13511"/>
                    </a:moveTo>
                    <a:cubicBezTo>
                      <a:pt x="305026" y="6334"/>
                      <a:pt x="299384" y="335"/>
                      <a:pt x="292199" y="124"/>
                    </a:cubicBezTo>
                    <a:cubicBezTo>
                      <a:pt x="285021" y="-88"/>
                      <a:pt x="279031" y="5554"/>
                      <a:pt x="278811" y="12739"/>
                    </a:cubicBezTo>
                    <a:cubicBezTo>
                      <a:pt x="278795" y="13536"/>
                      <a:pt x="278844" y="14341"/>
                      <a:pt x="278966" y="15137"/>
                    </a:cubicBezTo>
                    <a:cubicBezTo>
                      <a:pt x="279413" y="22274"/>
                      <a:pt x="285566" y="27696"/>
                      <a:pt x="292703" y="27249"/>
                    </a:cubicBezTo>
                    <a:cubicBezTo>
                      <a:pt x="299840" y="26802"/>
                      <a:pt x="305261" y="20648"/>
                      <a:pt x="304814" y="13511"/>
                    </a:cubicBezTo>
                    <a:close/>
                    <a:moveTo>
                      <a:pt x="345457" y="13511"/>
                    </a:moveTo>
                    <a:cubicBezTo>
                      <a:pt x="345457" y="5928"/>
                      <a:pt x="339303" y="-226"/>
                      <a:pt x="331720" y="-226"/>
                    </a:cubicBezTo>
                    <a:cubicBezTo>
                      <a:pt x="324136" y="-226"/>
                      <a:pt x="317982" y="5928"/>
                      <a:pt x="317982" y="13511"/>
                    </a:cubicBezTo>
                    <a:cubicBezTo>
                      <a:pt x="317982" y="21095"/>
                      <a:pt x="324136" y="27249"/>
                      <a:pt x="331720" y="27249"/>
                    </a:cubicBezTo>
                    <a:lnTo>
                      <a:pt x="331720" y="27249"/>
                    </a:lnTo>
                    <a:cubicBezTo>
                      <a:pt x="339181" y="27297"/>
                      <a:pt x="345286" y="21299"/>
                      <a:pt x="345375" y="13837"/>
                    </a:cubicBezTo>
                    <a:lnTo>
                      <a:pt x="345375" y="13837"/>
                    </a:lnTo>
                    <a:close/>
                    <a:moveTo>
                      <a:pt x="386099" y="13511"/>
                    </a:moveTo>
                    <a:cubicBezTo>
                      <a:pt x="386099" y="5928"/>
                      <a:pt x="379946" y="-226"/>
                      <a:pt x="372362" y="-226"/>
                    </a:cubicBezTo>
                    <a:cubicBezTo>
                      <a:pt x="364778" y="-226"/>
                      <a:pt x="358625" y="5928"/>
                      <a:pt x="358625" y="13511"/>
                    </a:cubicBezTo>
                    <a:cubicBezTo>
                      <a:pt x="358625" y="21095"/>
                      <a:pt x="364778" y="27249"/>
                      <a:pt x="372362" y="27249"/>
                    </a:cubicBezTo>
                    <a:lnTo>
                      <a:pt x="372362" y="27249"/>
                    </a:lnTo>
                    <a:cubicBezTo>
                      <a:pt x="379857" y="27338"/>
                      <a:pt x="386010" y="21331"/>
                      <a:pt x="386099" y="13837"/>
                    </a:cubicBezTo>
                    <a:cubicBezTo>
                      <a:pt x="386099" y="13837"/>
                      <a:pt x="386099" y="13837"/>
                      <a:pt x="386099" y="13837"/>
                    </a:cubicBezTo>
                    <a:lnTo>
                      <a:pt x="386099" y="13837"/>
                    </a:lnTo>
                    <a:close/>
                    <a:moveTo>
                      <a:pt x="426742" y="13511"/>
                    </a:moveTo>
                    <a:cubicBezTo>
                      <a:pt x="426742" y="5928"/>
                      <a:pt x="420588" y="-226"/>
                      <a:pt x="413005" y="-226"/>
                    </a:cubicBezTo>
                    <a:cubicBezTo>
                      <a:pt x="405421" y="-226"/>
                      <a:pt x="399267" y="5928"/>
                      <a:pt x="399267" y="13511"/>
                    </a:cubicBezTo>
                    <a:cubicBezTo>
                      <a:pt x="399267" y="21095"/>
                      <a:pt x="405421" y="27249"/>
                      <a:pt x="413005" y="27249"/>
                    </a:cubicBezTo>
                    <a:lnTo>
                      <a:pt x="413005" y="27249"/>
                    </a:lnTo>
                    <a:cubicBezTo>
                      <a:pt x="420458" y="27249"/>
                      <a:pt x="426498" y="21209"/>
                      <a:pt x="426498" y="13755"/>
                    </a:cubicBezTo>
                    <a:cubicBezTo>
                      <a:pt x="426498" y="13731"/>
                      <a:pt x="426498" y="13698"/>
                      <a:pt x="426498" y="13674"/>
                    </a:cubicBezTo>
                    <a:lnTo>
                      <a:pt x="426498" y="13674"/>
                    </a:lnTo>
                    <a:close/>
                    <a:moveTo>
                      <a:pt x="467384" y="13511"/>
                    </a:moveTo>
                    <a:cubicBezTo>
                      <a:pt x="467384" y="5928"/>
                      <a:pt x="461231" y="-226"/>
                      <a:pt x="453647" y="-226"/>
                    </a:cubicBezTo>
                    <a:cubicBezTo>
                      <a:pt x="446063" y="-226"/>
                      <a:pt x="439910" y="5928"/>
                      <a:pt x="439910" y="13511"/>
                    </a:cubicBezTo>
                    <a:cubicBezTo>
                      <a:pt x="439910" y="21095"/>
                      <a:pt x="446063" y="27249"/>
                      <a:pt x="453647" y="27249"/>
                    </a:cubicBezTo>
                    <a:cubicBezTo>
                      <a:pt x="453671" y="27249"/>
                      <a:pt x="453704" y="27249"/>
                      <a:pt x="453728" y="27249"/>
                    </a:cubicBezTo>
                    <a:lnTo>
                      <a:pt x="453728" y="27249"/>
                    </a:lnTo>
                    <a:cubicBezTo>
                      <a:pt x="461182" y="27338"/>
                      <a:pt x="467295" y="21372"/>
                      <a:pt x="467384" y="13918"/>
                    </a:cubicBezTo>
                    <a:cubicBezTo>
                      <a:pt x="467384" y="13894"/>
                      <a:pt x="467384" y="13861"/>
                      <a:pt x="467384" y="13837"/>
                    </a:cubicBezTo>
                    <a:lnTo>
                      <a:pt x="467384" y="13837"/>
                    </a:lnTo>
                    <a:close/>
                    <a:moveTo>
                      <a:pt x="508027" y="13511"/>
                    </a:moveTo>
                    <a:cubicBezTo>
                      <a:pt x="508027" y="5928"/>
                      <a:pt x="501873" y="-226"/>
                      <a:pt x="494290" y="-226"/>
                    </a:cubicBezTo>
                    <a:cubicBezTo>
                      <a:pt x="486706" y="-226"/>
                      <a:pt x="480552" y="5928"/>
                      <a:pt x="480552" y="13511"/>
                    </a:cubicBezTo>
                    <a:cubicBezTo>
                      <a:pt x="480552" y="21095"/>
                      <a:pt x="486706" y="27249"/>
                      <a:pt x="494290" y="27249"/>
                    </a:cubicBezTo>
                    <a:cubicBezTo>
                      <a:pt x="494314" y="27249"/>
                      <a:pt x="494347" y="27249"/>
                      <a:pt x="494371" y="27249"/>
                    </a:cubicBezTo>
                    <a:lnTo>
                      <a:pt x="494371" y="27249"/>
                    </a:lnTo>
                    <a:cubicBezTo>
                      <a:pt x="501825" y="27249"/>
                      <a:pt x="507864" y="21209"/>
                      <a:pt x="507864" y="13755"/>
                    </a:cubicBezTo>
                    <a:cubicBezTo>
                      <a:pt x="507864" y="13731"/>
                      <a:pt x="507864" y="13698"/>
                      <a:pt x="507864" y="13674"/>
                    </a:cubicBezTo>
                    <a:lnTo>
                      <a:pt x="507864" y="13674"/>
                    </a:lnTo>
                    <a:close/>
                    <a:moveTo>
                      <a:pt x="304733" y="122921"/>
                    </a:moveTo>
                    <a:cubicBezTo>
                      <a:pt x="304733" y="115337"/>
                      <a:pt x="298579" y="109184"/>
                      <a:pt x="290996" y="109184"/>
                    </a:cubicBezTo>
                    <a:cubicBezTo>
                      <a:pt x="283412" y="109184"/>
                      <a:pt x="277259" y="115337"/>
                      <a:pt x="277259" y="122921"/>
                    </a:cubicBezTo>
                    <a:cubicBezTo>
                      <a:pt x="277259" y="130505"/>
                      <a:pt x="283412" y="136658"/>
                      <a:pt x="290996" y="136658"/>
                    </a:cubicBezTo>
                    <a:cubicBezTo>
                      <a:pt x="298579" y="136658"/>
                      <a:pt x="304733" y="130505"/>
                      <a:pt x="304733" y="122921"/>
                    </a:cubicBezTo>
                    <a:close/>
                    <a:moveTo>
                      <a:pt x="345375" y="122921"/>
                    </a:moveTo>
                    <a:cubicBezTo>
                      <a:pt x="345465" y="115337"/>
                      <a:pt x="339385" y="109111"/>
                      <a:pt x="331801" y="109021"/>
                    </a:cubicBezTo>
                    <a:cubicBezTo>
                      <a:pt x="324217" y="108932"/>
                      <a:pt x="317990" y="115012"/>
                      <a:pt x="317901" y="122596"/>
                    </a:cubicBezTo>
                    <a:cubicBezTo>
                      <a:pt x="317812" y="130180"/>
                      <a:pt x="323892" y="136406"/>
                      <a:pt x="331475" y="136496"/>
                    </a:cubicBezTo>
                    <a:lnTo>
                      <a:pt x="331475" y="136496"/>
                    </a:lnTo>
                    <a:cubicBezTo>
                      <a:pt x="338970" y="136496"/>
                      <a:pt x="345050" y="130416"/>
                      <a:pt x="345050" y="122921"/>
                    </a:cubicBezTo>
                    <a:lnTo>
                      <a:pt x="345050" y="122921"/>
                    </a:lnTo>
                    <a:close/>
                    <a:moveTo>
                      <a:pt x="386018" y="122921"/>
                    </a:moveTo>
                    <a:cubicBezTo>
                      <a:pt x="386107" y="115337"/>
                      <a:pt x="380027" y="109111"/>
                      <a:pt x="372443" y="109021"/>
                    </a:cubicBezTo>
                    <a:cubicBezTo>
                      <a:pt x="364859" y="108932"/>
                      <a:pt x="358633" y="115012"/>
                      <a:pt x="358544" y="122596"/>
                    </a:cubicBezTo>
                    <a:cubicBezTo>
                      <a:pt x="358454" y="130180"/>
                      <a:pt x="364534" y="136406"/>
                      <a:pt x="372118" y="136496"/>
                    </a:cubicBezTo>
                    <a:lnTo>
                      <a:pt x="372118" y="136496"/>
                    </a:lnTo>
                    <a:cubicBezTo>
                      <a:pt x="379702" y="136585"/>
                      <a:pt x="385929" y="130505"/>
                      <a:pt x="386018" y="122921"/>
                    </a:cubicBezTo>
                    <a:cubicBezTo>
                      <a:pt x="386018" y="122864"/>
                      <a:pt x="386018" y="122815"/>
                      <a:pt x="386018" y="122759"/>
                    </a:cubicBezTo>
                    <a:lnTo>
                      <a:pt x="386018" y="122759"/>
                    </a:lnTo>
                    <a:close/>
                    <a:moveTo>
                      <a:pt x="426660" y="122921"/>
                    </a:moveTo>
                    <a:cubicBezTo>
                      <a:pt x="426750" y="115337"/>
                      <a:pt x="420670" y="109111"/>
                      <a:pt x="413086" y="109021"/>
                    </a:cubicBezTo>
                    <a:cubicBezTo>
                      <a:pt x="405502" y="108932"/>
                      <a:pt x="399275" y="115012"/>
                      <a:pt x="399186" y="122596"/>
                    </a:cubicBezTo>
                    <a:cubicBezTo>
                      <a:pt x="399097" y="130180"/>
                      <a:pt x="405177" y="136406"/>
                      <a:pt x="412760" y="136496"/>
                    </a:cubicBezTo>
                    <a:lnTo>
                      <a:pt x="412760" y="136496"/>
                    </a:lnTo>
                    <a:cubicBezTo>
                      <a:pt x="420214" y="136496"/>
                      <a:pt x="426254" y="130456"/>
                      <a:pt x="426254" y="123002"/>
                    </a:cubicBezTo>
                    <a:cubicBezTo>
                      <a:pt x="426254" y="122978"/>
                      <a:pt x="426254" y="122945"/>
                      <a:pt x="426254" y="122921"/>
                    </a:cubicBezTo>
                    <a:lnTo>
                      <a:pt x="426254" y="122921"/>
                    </a:lnTo>
                    <a:close/>
                    <a:moveTo>
                      <a:pt x="467303" y="122921"/>
                    </a:moveTo>
                    <a:cubicBezTo>
                      <a:pt x="467392" y="115337"/>
                      <a:pt x="461312" y="109111"/>
                      <a:pt x="453728" y="109021"/>
                    </a:cubicBezTo>
                    <a:cubicBezTo>
                      <a:pt x="446144" y="108932"/>
                      <a:pt x="439918" y="115012"/>
                      <a:pt x="439829" y="122596"/>
                    </a:cubicBezTo>
                    <a:cubicBezTo>
                      <a:pt x="439739" y="130180"/>
                      <a:pt x="445819" y="136406"/>
                      <a:pt x="453403" y="136496"/>
                    </a:cubicBezTo>
                    <a:cubicBezTo>
                      <a:pt x="453428" y="136496"/>
                      <a:pt x="453460" y="136496"/>
                      <a:pt x="453484" y="136496"/>
                    </a:cubicBezTo>
                    <a:lnTo>
                      <a:pt x="453484" y="136496"/>
                    </a:lnTo>
                    <a:cubicBezTo>
                      <a:pt x="461036" y="136455"/>
                      <a:pt x="467140" y="130310"/>
                      <a:pt x="467140" y="122759"/>
                    </a:cubicBezTo>
                    <a:lnTo>
                      <a:pt x="467140" y="122759"/>
                    </a:lnTo>
                    <a:close/>
                    <a:moveTo>
                      <a:pt x="507945" y="122921"/>
                    </a:moveTo>
                    <a:cubicBezTo>
                      <a:pt x="508035" y="115337"/>
                      <a:pt x="501955" y="109111"/>
                      <a:pt x="494371" y="109021"/>
                    </a:cubicBezTo>
                    <a:cubicBezTo>
                      <a:pt x="486787" y="108932"/>
                      <a:pt x="480560" y="115012"/>
                      <a:pt x="480471" y="122596"/>
                    </a:cubicBezTo>
                    <a:cubicBezTo>
                      <a:pt x="480382" y="130180"/>
                      <a:pt x="486462" y="136406"/>
                      <a:pt x="494045" y="136496"/>
                    </a:cubicBezTo>
                    <a:cubicBezTo>
                      <a:pt x="494070" y="136496"/>
                      <a:pt x="494103" y="136496"/>
                      <a:pt x="494127" y="136496"/>
                    </a:cubicBezTo>
                    <a:lnTo>
                      <a:pt x="494127" y="136496"/>
                    </a:lnTo>
                    <a:cubicBezTo>
                      <a:pt x="501621" y="136496"/>
                      <a:pt x="507701" y="130416"/>
                      <a:pt x="507701" y="122921"/>
                    </a:cubicBezTo>
                    <a:lnTo>
                      <a:pt x="507701" y="122921"/>
                    </a:lnTo>
                    <a:close/>
                    <a:moveTo>
                      <a:pt x="442917" y="279720"/>
                    </a:moveTo>
                    <a:cubicBezTo>
                      <a:pt x="443007" y="272136"/>
                      <a:pt x="436927" y="265910"/>
                      <a:pt x="429343" y="265820"/>
                    </a:cubicBezTo>
                    <a:cubicBezTo>
                      <a:pt x="421759" y="265731"/>
                      <a:pt x="415532" y="271811"/>
                      <a:pt x="415443" y="279395"/>
                    </a:cubicBezTo>
                    <a:cubicBezTo>
                      <a:pt x="415354" y="286979"/>
                      <a:pt x="421434" y="293205"/>
                      <a:pt x="429017" y="293294"/>
                    </a:cubicBezTo>
                    <a:lnTo>
                      <a:pt x="429017" y="293294"/>
                    </a:lnTo>
                    <a:cubicBezTo>
                      <a:pt x="436602" y="293294"/>
                      <a:pt x="442755" y="287141"/>
                      <a:pt x="442755" y="279557"/>
                    </a:cubicBezTo>
                    <a:lnTo>
                      <a:pt x="442755" y="279557"/>
                    </a:lnTo>
                    <a:close/>
                    <a:moveTo>
                      <a:pt x="483560" y="279720"/>
                    </a:moveTo>
                    <a:cubicBezTo>
                      <a:pt x="483649" y="272136"/>
                      <a:pt x="477569" y="265910"/>
                      <a:pt x="469985" y="265820"/>
                    </a:cubicBezTo>
                    <a:cubicBezTo>
                      <a:pt x="462401" y="265731"/>
                      <a:pt x="456175" y="271811"/>
                      <a:pt x="456086" y="279395"/>
                    </a:cubicBezTo>
                    <a:cubicBezTo>
                      <a:pt x="455996" y="286979"/>
                      <a:pt x="462076" y="293205"/>
                      <a:pt x="469660" y="293294"/>
                    </a:cubicBezTo>
                    <a:lnTo>
                      <a:pt x="469660" y="293294"/>
                    </a:lnTo>
                    <a:cubicBezTo>
                      <a:pt x="477154" y="293294"/>
                      <a:pt x="483235" y="287214"/>
                      <a:pt x="483235" y="279720"/>
                    </a:cubicBezTo>
                    <a:lnTo>
                      <a:pt x="483235" y="279720"/>
                    </a:lnTo>
                    <a:close/>
                    <a:moveTo>
                      <a:pt x="524202" y="279720"/>
                    </a:moveTo>
                    <a:cubicBezTo>
                      <a:pt x="524292" y="272136"/>
                      <a:pt x="518212" y="265910"/>
                      <a:pt x="510628" y="265820"/>
                    </a:cubicBezTo>
                    <a:cubicBezTo>
                      <a:pt x="503044" y="265731"/>
                      <a:pt x="496817" y="271811"/>
                      <a:pt x="496728" y="279395"/>
                    </a:cubicBezTo>
                    <a:cubicBezTo>
                      <a:pt x="496639" y="286979"/>
                      <a:pt x="502719" y="293205"/>
                      <a:pt x="510302" y="293294"/>
                    </a:cubicBezTo>
                    <a:lnTo>
                      <a:pt x="510302" y="293294"/>
                    </a:lnTo>
                    <a:cubicBezTo>
                      <a:pt x="517797" y="293294"/>
                      <a:pt x="523877" y="287214"/>
                      <a:pt x="523877" y="279720"/>
                    </a:cubicBezTo>
                    <a:lnTo>
                      <a:pt x="523877" y="279720"/>
                    </a:lnTo>
                    <a:close/>
                    <a:moveTo>
                      <a:pt x="564845" y="279720"/>
                    </a:moveTo>
                    <a:cubicBezTo>
                      <a:pt x="564934" y="272136"/>
                      <a:pt x="558854" y="265910"/>
                      <a:pt x="551270" y="265820"/>
                    </a:cubicBezTo>
                    <a:cubicBezTo>
                      <a:pt x="543686" y="265731"/>
                      <a:pt x="537460" y="271811"/>
                      <a:pt x="537371" y="279395"/>
                    </a:cubicBezTo>
                    <a:cubicBezTo>
                      <a:pt x="537281" y="286979"/>
                      <a:pt x="543361" y="293205"/>
                      <a:pt x="550945" y="293294"/>
                    </a:cubicBezTo>
                    <a:lnTo>
                      <a:pt x="550945" y="293294"/>
                    </a:lnTo>
                    <a:cubicBezTo>
                      <a:pt x="558529" y="293294"/>
                      <a:pt x="564682" y="287141"/>
                      <a:pt x="564682" y="279557"/>
                    </a:cubicBezTo>
                    <a:lnTo>
                      <a:pt x="564682" y="279557"/>
                    </a:lnTo>
                    <a:close/>
                    <a:moveTo>
                      <a:pt x="605487" y="279720"/>
                    </a:moveTo>
                    <a:cubicBezTo>
                      <a:pt x="605577" y="272136"/>
                      <a:pt x="599497" y="265910"/>
                      <a:pt x="591913" y="265820"/>
                    </a:cubicBezTo>
                    <a:cubicBezTo>
                      <a:pt x="584329" y="265731"/>
                      <a:pt x="578102" y="271811"/>
                      <a:pt x="578013" y="279395"/>
                    </a:cubicBezTo>
                    <a:cubicBezTo>
                      <a:pt x="577924" y="286979"/>
                      <a:pt x="584004" y="293205"/>
                      <a:pt x="591587" y="293294"/>
                    </a:cubicBezTo>
                    <a:lnTo>
                      <a:pt x="591587" y="293294"/>
                    </a:lnTo>
                    <a:cubicBezTo>
                      <a:pt x="599082" y="293294"/>
                      <a:pt x="605162" y="287214"/>
                      <a:pt x="605162" y="279720"/>
                    </a:cubicBezTo>
                    <a:lnTo>
                      <a:pt x="605162" y="279720"/>
                    </a:lnTo>
                    <a:close/>
                    <a:moveTo>
                      <a:pt x="646130" y="279720"/>
                    </a:moveTo>
                    <a:cubicBezTo>
                      <a:pt x="646219" y="272136"/>
                      <a:pt x="640139" y="265910"/>
                      <a:pt x="632555" y="265820"/>
                    </a:cubicBezTo>
                    <a:cubicBezTo>
                      <a:pt x="624971" y="265731"/>
                      <a:pt x="618745" y="271811"/>
                      <a:pt x="618656" y="279395"/>
                    </a:cubicBezTo>
                    <a:cubicBezTo>
                      <a:pt x="618566" y="286979"/>
                      <a:pt x="624646" y="293205"/>
                      <a:pt x="632230" y="293294"/>
                    </a:cubicBezTo>
                    <a:cubicBezTo>
                      <a:pt x="632255" y="293294"/>
                      <a:pt x="632287" y="293294"/>
                      <a:pt x="632311" y="293294"/>
                    </a:cubicBezTo>
                    <a:lnTo>
                      <a:pt x="632311" y="293294"/>
                    </a:lnTo>
                    <a:cubicBezTo>
                      <a:pt x="639863" y="293254"/>
                      <a:pt x="645967" y="287109"/>
                      <a:pt x="645967" y="279557"/>
                    </a:cubicBezTo>
                    <a:lnTo>
                      <a:pt x="645967" y="279557"/>
                    </a:lnTo>
                    <a:close/>
                    <a:moveTo>
                      <a:pt x="441617" y="392137"/>
                    </a:moveTo>
                    <a:cubicBezTo>
                      <a:pt x="441706" y="384553"/>
                      <a:pt x="435626" y="378327"/>
                      <a:pt x="428042" y="378237"/>
                    </a:cubicBezTo>
                    <a:cubicBezTo>
                      <a:pt x="420458" y="378148"/>
                      <a:pt x="414232" y="384228"/>
                      <a:pt x="414143" y="391812"/>
                    </a:cubicBezTo>
                    <a:cubicBezTo>
                      <a:pt x="414053" y="399396"/>
                      <a:pt x="420133" y="405622"/>
                      <a:pt x="427717" y="405711"/>
                    </a:cubicBezTo>
                    <a:lnTo>
                      <a:pt x="427717" y="405711"/>
                    </a:lnTo>
                    <a:cubicBezTo>
                      <a:pt x="435301" y="405711"/>
                      <a:pt x="441454" y="399558"/>
                      <a:pt x="441454" y="391975"/>
                    </a:cubicBezTo>
                    <a:lnTo>
                      <a:pt x="441454" y="391975"/>
                    </a:lnTo>
                    <a:close/>
                    <a:moveTo>
                      <a:pt x="482260" y="392137"/>
                    </a:moveTo>
                    <a:cubicBezTo>
                      <a:pt x="482349" y="384553"/>
                      <a:pt x="476269" y="378327"/>
                      <a:pt x="468685" y="378237"/>
                    </a:cubicBezTo>
                    <a:cubicBezTo>
                      <a:pt x="461101" y="378148"/>
                      <a:pt x="454874" y="384228"/>
                      <a:pt x="454785" y="391812"/>
                    </a:cubicBezTo>
                    <a:cubicBezTo>
                      <a:pt x="454695" y="399396"/>
                      <a:pt x="460776" y="405622"/>
                      <a:pt x="468360" y="405711"/>
                    </a:cubicBezTo>
                    <a:lnTo>
                      <a:pt x="468360" y="405711"/>
                    </a:lnTo>
                    <a:cubicBezTo>
                      <a:pt x="475854" y="405711"/>
                      <a:pt x="481934" y="399631"/>
                      <a:pt x="481934" y="392137"/>
                    </a:cubicBezTo>
                    <a:lnTo>
                      <a:pt x="481934" y="392137"/>
                    </a:lnTo>
                    <a:close/>
                    <a:moveTo>
                      <a:pt x="522902" y="392137"/>
                    </a:moveTo>
                    <a:cubicBezTo>
                      <a:pt x="522991" y="384553"/>
                      <a:pt x="516911" y="378327"/>
                      <a:pt x="509327" y="378237"/>
                    </a:cubicBezTo>
                    <a:cubicBezTo>
                      <a:pt x="501743" y="378148"/>
                      <a:pt x="495517" y="384228"/>
                      <a:pt x="495428" y="391812"/>
                    </a:cubicBezTo>
                    <a:cubicBezTo>
                      <a:pt x="495338" y="399396"/>
                      <a:pt x="501418" y="405622"/>
                      <a:pt x="509002" y="405711"/>
                    </a:cubicBezTo>
                    <a:lnTo>
                      <a:pt x="509002" y="405711"/>
                    </a:lnTo>
                    <a:cubicBezTo>
                      <a:pt x="516497" y="405711"/>
                      <a:pt x="522577" y="399631"/>
                      <a:pt x="522577" y="392137"/>
                    </a:cubicBezTo>
                    <a:lnTo>
                      <a:pt x="522577" y="392137"/>
                    </a:lnTo>
                    <a:close/>
                    <a:moveTo>
                      <a:pt x="563545" y="392137"/>
                    </a:moveTo>
                    <a:cubicBezTo>
                      <a:pt x="563634" y="384553"/>
                      <a:pt x="557554" y="378327"/>
                      <a:pt x="549970" y="378237"/>
                    </a:cubicBezTo>
                    <a:cubicBezTo>
                      <a:pt x="542386" y="378148"/>
                      <a:pt x="536159" y="384228"/>
                      <a:pt x="536070" y="391812"/>
                    </a:cubicBezTo>
                    <a:cubicBezTo>
                      <a:pt x="535980" y="399396"/>
                      <a:pt x="542061" y="405622"/>
                      <a:pt x="549645" y="405711"/>
                    </a:cubicBezTo>
                    <a:lnTo>
                      <a:pt x="549645" y="405711"/>
                    </a:lnTo>
                    <a:cubicBezTo>
                      <a:pt x="557188" y="405760"/>
                      <a:pt x="563333" y="399680"/>
                      <a:pt x="563382" y="392137"/>
                    </a:cubicBezTo>
                    <a:cubicBezTo>
                      <a:pt x="563382" y="392080"/>
                      <a:pt x="563382" y="392031"/>
                      <a:pt x="563382" y="391975"/>
                    </a:cubicBezTo>
                    <a:lnTo>
                      <a:pt x="563382" y="391975"/>
                    </a:lnTo>
                    <a:close/>
                    <a:moveTo>
                      <a:pt x="604187" y="392137"/>
                    </a:moveTo>
                    <a:cubicBezTo>
                      <a:pt x="604276" y="384553"/>
                      <a:pt x="598196" y="378327"/>
                      <a:pt x="590612" y="378237"/>
                    </a:cubicBezTo>
                    <a:cubicBezTo>
                      <a:pt x="583028" y="378148"/>
                      <a:pt x="576802" y="384228"/>
                      <a:pt x="576713" y="391812"/>
                    </a:cubicBezTo>
                    <a:cubicBezTo>
                      <a:pt x="576623" y="399396"/>
                      <a:pt x="582703" y="405622"/>
                      <a:pt x="590287" y="405711"/>
                    </a:cubicBezTo>
                    <a:lnTo>
                      <a:pt x="590287" y="405711"/>
                    </a:lnTo>
                    <a:cubicBezTo>
                      <a:pt x="597741" y="405711"/>
                      <a:pt x="603780" y="399672"/>
                      <a:pt x="603780" y="392218"/>
                    </a:cubicBezTo>
                    <a:cubicBezTo>
                      <a:pt x="603780" y="392194"/>
                      <a:pt x="603780" y="392161"/>
                      <a:pt x="603780" y="392137"/>
                    </a:cubicBezTo>
                    <a:lnTo>
                      <a:pt x="603780" y="392137"/>
                    </a:lnTo>
                    <a:close/>
                    <a:moveTo>
                      <a:pt x="644830" y="392137"/>
                    </a:moveTo>
                    <a:cubicBezTo>
                      <a:pt x="644244" y="384569"/>
                      <a:pt x="637644" y="378912"/>
                      <a:pt x="630076" y="379497"/>
                    </a:cubicBezTo>
                    <a:cubicBezTo>
                      <a:pt x="623321" y="380017"/>
                      <a:pt x="617956" y="385382"/>
                      <a:pt x="617436" y="392137"/>
                    </a:cubicBezTo>
                    <a:cubicBezTo>
                      <a:pt x="617347" y="399721"/>
                      <a:pt x="623419" y="405947"/>
                      <a:pt x="631011" y="406037"/>
                    </a:cubicBezTo>
                    <a:cubicBezTo>
                      <a:pt x="631011" y="406037"/>
                      <a:pt x="631011" y="406037"/>
                      <a:pt x="631011" y="406037"/>
                    </a:cubicBezTo>
                    <a:lnTo>
                      <a:pt x="631011" y="406037"/>
                    </a:lnTo>
                    <a:cubicBezTo>
                      <a:pt x="638554" y="406037"/>
                      <a:pt x="644667" y="399924"/>
                      <a:pt x="644667" y="392381"/>
                    </a:cubicBezTo>
                    <a:cubicBezTo>
                      <a:pt x="644667" y="392357"/>
                      <a:pt x="644667" y="392324"/>
                      <a:pt x="644667" y="392300"/>
                    </a:cubicBezTo>
                    <a:lnTo>
                      <a:pt x="644667" y="39230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12"/>
              <p:cNvSpPr/>
              <p:nvPr/>
            </p:nvSpPr>
            <p:spPr>
              <a:xfrm>
                <a:off x="-129830" y="3836475"/>
                <a:ext cx="646622" cy="407808"/>
              </a:xfrm>
              <a:custGeom>
                <a:avLst/>
                <a:gdLst/>
                <a:ahLst/>
                <a:cxnLst/>
                <a:rect l="l" t="t" r="r" b="b"/>
                <a:pathLst>
                  <a:path w="646622" h="407808" extrusionOk="0">
                    <a:moveTo>
                      <a:pt x="58927" y="25705"/>
                    </a:moveTo>
                    <a:lnTo>
                      <a:pt x="11213" y="25705"/>
                    </a:lnTo>
                    <a:cubicBezTo>
                      <a:pt x="4750" y="25705"/>
                      <a:pt x="-492" y="20462"/>
                      <a:pt x="-492" y="14000"/>
                    </a:cubicBezTo>
                    <a:lnTo>
                      <a:pt x="-492" y="14000"/>
                    </a:lnTo>
                    <a:cubicBezTo>
                      <a:pt x="-492" y="7505"/>
                      <a:pt x="4718" y="2222"/>
                      <a:pt x="11213" y="2133"/>
                    </a:cubicBezTo>
                    <a:lnTo>
                      <a:pt x="58927" y="2133"/>
                    </a:lnTo>
                    <a:cubicBezTo>
                      <a:pt x="65478" y="2133"/>
                      <a:pt x="70794" y="7449"/>
                      <a:pt x="70794" y="14000"/>
                    </a:cubicBezTo>
                    <a:lnTo>
                      <a:pt x="70794" y="14000"/>
                    </a:lnTo>
                    <a:cubicBezTo>
                      <a:pt x="70794" y="20462"/>
                      <a:pt x="65552" y="25705"/>
                      <a:pt x="59090" y="25705"/>
                    </a:cubicBezTo>
                    <a:close/>
                    <a:moveTo>
                      <a:pt x="70794" y="68542"/>
                    </a:moveTo>
                    <a:cubicBezTo>
                      <a:pt x="70794" y="62080"/>
                      <a:pt x="65552" y="56837"/>
                      <a:pt x="59090" y="56837"/>
                    </a:cubicBezTo>
                    <a:lnTo>
                      <a:pt x="11213" y="56837"/>
                    </a:lnTo>
                    <a:cubicBezTo>
                      <a:pt x="4791" y="56789"/>
                      <a:pt x="-444" y="61958"/>
                      <a:pt x="-492" y="68380"/>
                    </a:cubicBezTo>
                    <a:cubicBezTo>
                      <a:pt x="-492" y="68437"/>
                      <a:pt x="-492" y="68486"/>
                      <a:pt x="-492" y="68542"/>
                    </a:cubicBezTo>
                    <a:lnTo>
                      <a:pt x="-492" y="68542"/>
                    </a:lnTo>
                    <a:cubicBezTo>
                      <a:pt x="-492" y="75037"/>
                      <a:pt x="4718" y="80321"/>
                      <a:pt x="11213" y="80410"/>
                    </a:cubicBezTo>
                    <a:lnTo>
                      <a:pt x="58927" y="80410"/>
                    </a:lnTo>
                    <a:cubicBezTo>
                      <a:pt x="65478" y="80410"/>
                      <a:pt x="70794" y="75094"/>
                      <a:pt x="70794" y="68542"/>
                    </a:cubicBezTo>
                    <a:close/>
                    <a:moveTo>
                      <a:pt x="70794" y="123085"/>
                    </a:moveTo>
                    <a:cubicBezTo>
                      <a:pt x="70844" y="116663"/>
                      <a:pt x="65674" y="111428"/>
                      <a:pt x="59252" y="111380"/>
                    </a:cubicBezTo>
                    <a:cubicBezTo>
                      <a:pt x="59196" y="111380"/>
                      <a:pt x="59146" y="111380"/>
                      <a:pt x="59090" y="111380"/>
                    </a:cubicBezTo>
                    <a:lnTo>
                      <a:pt x="11213" y="111380"/>
                    </a:lnTo>
                    <a:cubicBezTo>
                      <a:pt x="4702" y="112144"/>
                      <a:pt x="44" y="118045"/>
                      <a:pt x="817" y="124556"/>
                    </a:cubicBezTo>
                    <a:cubicBezTo>
                      <a:pt x="1459" y="130010"/>
                      <a:pt x="5758" y="134310"/>
                      <a:pt x="11213" y="134952"/>
                    </a:cubicBezTo>
                    <a:lnTo>
                      <a:pt x="58927" y="134952"/>
                    </a:lnTo>
                    <a:cubicBezTo>
                      <a:pt x="65478" y="134952"/>
                      <a:pt x="70794" y="129636"/>
                      <a:pt x="70794" y="123085"/>
                    </a:cubicBezTo>
                    <a:close/>
                    <a:moveTo>
                      <a:pt x="70794" y="177627"/>
                    </a:moveTo>
                    <a:cubicBezTo>
                      <a:pt x="70844" y="171205"/>
                      <a:pt x="65674" y="165971"/>
                      <a:pt x="59252" y="165922"/>
                    </a:cubicBezTo>
                    <a:cubicBezTo>
                      <a:pt x="59196" y="165922"/>
                      <a:pt x="59146" y="165922"/>
                      <a:pt x="59090" y="165922"/>
                    </a:cubicBezTo>
                    <a:lnTo>
                      <a:pt x="11213" y="165922"/>
                    </a:lnTo>
                    <a:cubicBezTo>
                      <a:pt x="4726" y="166458"/>
                      <a:pt x="-94" y="172156"/>
                      <a:pt x="442" y="178643"/>
                    </a:cubicBezTo>
                    <a:cubicBezTo>
                      <a:pt x="922" y="184382"/>
                      <a:pt x="5474" y="188934"/>
                      <a:pt x="11213" y="189413"/>
                    </a:cubicBezTo>
                    <a:lnTo>
                      <a:pt x="58927" y="189413"/>
                    </a:lnTo>
                    <a:cubicBezTo>
                      <a:pt x="65438" y="189462"/>
                      <a:pt x="70746" y="184219"/>
                      <a:pt x="70794" y="177708"/>
                    </a:cubicBezTo>
                    <a:cubicBezTo>
                      <a:pt x="70794" y="177684"/>
                      <a:pt x="70794" y="177651"/>
                      <a:pt x="70794" y="177627"/>
                    </a:cubicBezTo>
                    <a:lnTo>
                      <a:pt x="70794" y="177627"/>
                    </a:lnTo>
                    <a:close/>
                    <a:moveTo>
                      <a:pt x="70794" y="232088"/>
                    </a:moveTo>
                    <a:cubicBezTo>
                      <a:pt x="70794" y="225666"/>
                      <a:pt x="65593" y="220464"/>
                      <a:pt x="59171" y="220464"/>
                    </a:cubicBezTo>
                    <a:cubicBezTo>
                      <a:pt x="59146" y="220464"/>
                      <a:pt x="59114" y="220464"/>
                      <a:pt x="59090" y="220464"/>
                    </a:cubicBezTo>
                    <a:lnTo>
                      <a:pt x="11213" y="220464"/>
                    </a:lnTo>
                    <a:cubicBezTo>
                      <a:pt x="4726" y="221001"/>
                      <a:pt x="-94" y="226699"/>
                      <a:pt x="442" y="233185"/>
                    </a:cubicBezTo>
                    <a:cubicBezTo>
                      <a:pt x="922" y="238924"/>
                      <a:pt x="5474" y="243476"/>
                      <a:pt x="11213" y="243955"/>
                    </a:cubicBezTo>
                    <a:lnTo>
                      <a:pt x="58927" y="243955"/>
                    </a:lnTo>
                    <a:cubicBezTo>
                      <a:pt x="65478" y="243955"/>
                      <a:pt x="70794" y="238640"/>
                      <a:pt x="70794" y="232088"/>
                    </a:cubicBezTo>
                    <a:close/>
                    <a:moveTo>
                      <a:pt x="70794" y="286630"/>
                    </a:moveTo>
                    <a:cubicBezTo>
                      <a:pt x="70794" y="280168"/>
                      <a:pt x="65552" y="274925"/>
                      <a:pt x="59090" y="274925"/>
                    </a:cubicBezTo>
                    <a:lnTo>
                      <a:pt x="11213" y="274925"/>
                    </a:lnTo>
                    <a:cubicBezTo>
                      <a:pt x="4702" y="275689"/>
                      <a:pt x="44" y="281590"/>
                      <a:pt x="817" y="288101"/>
                    </a:cubicBezTo>
                    <a:cubicBezTo>
                      <a:pt x="1459" y="293556"/>
                      <a:pt x="5758" y="297855"/>
                      <a:pt x="11213" y="298498"/>
                    </a:cubicBezTo>
                    <a:lnTo>
                      <a:pt x="58927" y="298498"/>
                    </a:lnTo>
                    <a:cubicBezTo>
                      <a:pt x="65478" y="298498"/>
                      <a:pt x="70794" y="293182"/>
                      <a:pt x="70794" y="286630"/>
                    </a:cubicBezTo>
                    <a:close/>
                    <a:moveTo>
                      <a:pt x="70794" y="341172"/>
                    </a:moveTo>
                    <a:cubicBezTo>
                      <a:pt x="70794" y="334710"/>
                      <a:pt x="65552" y="329467"/>
                      <a:pt x="59090" y="329467"/>
                    </a:cubicBezTo>
                    <a:lnTo>
                      <a:pt x="11213" y="329467"/>
                    </a:lnTo>
                    <a:cubicBezTo>
                      <a:pt x="4702" y="330231"/>
                      <a:pt x="44" y="336133"/>
                      <a:pt x="817" y="342644"/>
                    </a:cubicBezTo>
                    <a:cubicBezTo>
                      <a:pt x="1459" y="348098"/>
                      <a:pt x="5758" y="352398"/>
                      <a:pt x="11213" y="353040"/>
                    </a:cubicBezTo>
                    <a:lnTo>
                      <a:pt x="58927" y="353040"/>
                    </a:lnTo>
                    <a:cubicBezTo>
                      <a:pt x="65478" y="353040"/>
                      <a:pt x="70794" y="347724"/>
                      <a:pt x="70794" y="341172"/>
                    </a:cubicBezTo>
                    <a:close/>
                    <a:moveTo>
                      <a:pt x="70794" y="395877"/>
                    </a:moveTo>
                    <a:cubicBezTo>
                      <a:pt x="70794" y="389326"/>
                      <a:pt x="65478" y="384009"/>
                      <a:pt x="58927" y="384009"/>
                    </a:cubicBezTo>
                    <a:lnTo>
                      <a:pt x="11213" y="384009"/>
                    </a:lnTo>
                    <a:cubicBezTo>
                      <a:pt x="4702" y="384774"/>
                      <a:pt x="44" y="390675"/>
                      <a:pt x="817" y="397186"/>
                    </a:cubicBezTo>
                    <a:cubicBezTo>
                      <a:pt x="1459" y="402640"/>
                      <a:pt x="5758" y="406940"/>
                      <a:pt x="11213" y="407582"/>
                    </a:cubicBezTo>
                    <a:lnTo>
                      <a:pt x="58927" y="407582"/>
                    </a:lnTo>
                    <a:cubicBezTo>
                      <a:pt x="65373" y="407631"/>
                      <a:pt x="70664" y="402486"/>
                      <a:pt x="70794" y="396040"/>
                    </a:cubicBezTo>
                    <a:lnTo>
                      <a:pt x="70794" y="396040"/>
                    </a:lnTo>
                    <a:close/>
                    <a:moveTo>
                      <a:pt x="249621" y="13838"/>
                    </a:moveTo>
                    <a:cubicBezTo>
                      <a:pt x="249581" y="7302"/>
                      <a:pt x="244290" y="2011"/>
                      <a:pt x="237754" y="1970"/>
                    </a:cubicBezTo>
                    <a:lnTo>
                      <a:pt x="112575" y="1970"/>
                    </a:lnTo>
                    <a:cubicBezTo>
                      <a:pt x="106040" y="2011"/>
                      <a:pt x="100748" y="7302"/>
                      <a:pt x="100708" y="13838"/>
                    </a:cubicBezTo>
                    <a:lnTo>
                      <a:pt x="100708" y="13838"/>
                    </a:lnTo>
                    <a:cubicBezTo>
                      <a:pt x="100748" y="20284"/>
                      <a:pt x="105967" y="25502"/>
                      <a:pt x="112413" y="25543"/>
                    </a:cubicBezTo>
                    <a:lnTo>
                      <a:pt x="237754" y="25543"/>
                    </a:lnTo>
                    <a:cubicBezTo>
                      <a:pt x="244216" y="25632"/>
                      <a:pt x="249532" y="20462"/>
                      <a:pt x="249621" y="14000"/>
                    </a:cubicBezTo>
                    <a:cubicBezTo>
                      <a:pt x="249621" y="14000"/>
                      <a:pt x="249621" y="14000"/>
                      <a:pt x="249621" y="14000"/>
                    </a:cubicBezTo>
                    <a:lnTo>
                      <a:pt x="249621" y="14000"/>
                    </a:lnTo>
                    <a:close/>
                    <a:moveTo>
                      <a:pt x="249621" y="68380"/>
                    </a:moveTo>
                    <a:cubicBezTo>
                      <a:pt x="249581" y="61934"/>
                      <a:pt x="244362" y="56715"/>
                      <a:pt x="237917" y="56675"/>
                    </a:cubicBezTo>
                    <a:lnTo>
                      <a:pt x="112250" y="56675"/>
                    </a:lnTo>
                    <a:cubicBezTo>
                      <a:pt x="105804" y="56626"/>
                      <a:pt x="100512" y="61771"/>
                      <a:pt x="100382" y="68217"/>
                    </a:cubicBezTo>
                    <a:lnTo>
                      <a:pt x="100382" y="68217"/>
                    </a:lnTo>
                    <a:cubicBezTo>
                      <a:pt x="100423" y="74753"/>
                      <a:pt x="105715" y="80044"/>
                      <a:pt x="112250" y="80085"/>
                    </a:cubicBezTo>
                    <a:lnTo>
                      <a:pt x="237429" y="80085"/>
                    </a:lnTo>
                    <a:cubicBezTo>
                      <a:pt x="243964" y="80044"/>
                      <a:pt x="249248" y="74753"/>
                      <a:pt x="249296" y="68217"/>
                    </a:cubicBezTo>
                    <a:close/>
                    <a:moveTo>
                      <a:pt x="249621" y="122922"/>
                    </a:moveTo>
                    <a:cubicBezTo>
                      <a:pt x="249621" y="116460"/>
                      <a:pt x="244379" y="111217"/>
                      <a:pt x="237917" y="111217"/>
                    </a:cubicBezTo>
                    <a:lnTo>
                      <a:pt x="112250" y="111217"/>
                    </a:lnTo>
                    <a:cubicBezTo>
                      <a:pt x="105788" y="110412"/>
                      <a:pt x="99903" y="114989"/>
                      <a:pt x="99090" y="121451"/>
                    </a:cubicBezTo>
                    <a:cubicBezTo>
                      <a:pt x="99090" y="121483"/>
                      <a:pt x="99082" y="121508"/>
                      <a:pt x="99082" y="121540"/>
                    </a:cubicBezTo>
                    <a:cubicBezTo>
                      <a:pt x="98318" y="128035"/>
                      <a:pt x="102918" y="133944"/>
                      <a:pt x="109405" y="134790"/>
                    </a:cubicBezTo>
                    <a:lnTo>
                      <a:pt x="237429" y="134790"/>
                    </a:lnTo>
                    <a:cubicBezTo>
                      <a:pt x="243964" y="134749"/>
                      <a:pt x="249248" y="129457"/>
                      <a:pt x="249296" y="122922"/>
                    </a:cubicBezTo>
                    <a:close/>
                    <a:moveTo>
                      <a:pt x="249621" y="177464"/>
                    </a:moveTo>
                    <a:cubicBezTo>
                      <a:pt x="249621" y="171002"/>
                      <a:pt x="244379" y="165759"/>
                      <a:pt x="237917" y="165759"/>
                    </a:cubicBezTo>
                    <a:lnTo>
                      <a:pt x="112250" y="165759"/>
                    </a:lnTo>
                    <a:cubicBezTo>
                      <a:pt x="105698" y="165483"/>
                      <a:pt x="100171" y="170563"/>
                      <a:pt x="99887" y="177115"/>
                    </a:cubicBezTo>
                    <a:cubicBezTo>
                      <a:pt x="99643" y="182951"/>
                      <a:pt x="103675" y="188096"/>
                      <a:pt x="109405" y="189251"/>
                    </a:cubicBezTo>
                    <a:cubicBezTo>
                      <a:pt x="110348" y="189421"/>
                      <a:pt x="111307" y="189421"/>
                      <a:pt x="112250" y="189251"/>
                    </a:cubicBezTo>
                    <a:lnTo>
                      <a:pt x="237429" y="189251"/>
                    </a:lnTo>
                    <a:cubicBezTo>
                      <a:pt x="243940" y="189299"/>
                      <a:pt x="249248" y="184056"/>
                      <a:pt x="249296" y="177546"/>
                    </a:cubicBezTo>
                    <a:cubicBezTo>
                      <a:pt x="249296" y="177521"/>
                      <a:pt x="249296" y="177489"/>
                      <a:pt x="249296" y="177464"/>
                    </a:cubicBezTo>
                    <a:lnTo>
                      <a:pt x="249296" y="177464"/>
                    </a:lnTo>
                    <a:close/>
                    <a:moveTo>
                      <a:pt x="249621" y="231925"/>
                    </a:moveTo>
                    <a:cubicBezTo>
                      <a:pt x="249573" y="225496"/>
                      <a:pt x="244346" y="220302"/>
                      <a:pt x="237917" y="220302"/>
                    </a:cubicBezTo>
                    <a:lnTo>
                      <a:pt x="112250" y="220302"/>
                    </a:lnTo>
                    <a:cubicBezTo>
                      <a:pt x="105829" y="219009"/>
                      <a:pt x="99570" y="223171"/>
                      <a:pt x="98277" y="229592"/>
                    </a:cubicBezTo>
                    <a:cubicBezTo>
                      <a:pt x="96985" y="236022"/>
                      <a:pt x="101146" y="242281"/>
                      <a:pt x="107568" y="243573"/>
                    </a:cubicBezTo>
                    <a:cubicBezTo>
                      <a:pt x="108177" y="243695"/>
                      <a:pt x="108787" y="243768"/>
                      <a:pt x="109405" y="243793"/>
                    </a:cubicBezTo>
                    <a:cubicBezTo>
                      <a:pt x="110348" y="243964"/>
                      <a:pt x="111307" y="243964"/>
                      <a:pt x="112250" y="243793"/>
                    </a:cubicBezTo>
                    <a:lnTo>
                      <a:pt x="237429" y="243793"/>
                    </a:lnTo>
                    <a:cubicBezTo>
                      <a:pt x="243980" y="243793"/>
                      <a:pt x="249296" y="238477"/>
                      <a:pt x="249296" y="231925"/>
                    </a:cubicBezTo>
                    <a:close/>
                    <a:moveTo>
                      <a:pt x="399674" y="286467"/>
                    </a:moveTo>
                    <a:cubicBezTo>
                      <a:pt x="399633" y="280021"/>
                      <a:pt x="394415" y="274803"/>
                      <a:pt x="387969" y="274763"/>
                    </a:cubicBezTo>
                    <a:lnTo>
                      <a:pt x="262140" y="274763"/>
                    </a:lnTo>
                    <a:cubicBezTo>
                      <a:pt x="255628" y="275527"/>
                      <a:pt x="250971" y="281428"/>
                      <a:pt x="251743" y="287939"/>
                    </a:cubicBezTo>
                    <a:cubicBezTo>
                      <a:pt x="252385" y="293393"/>
                      <a:pt x="256685" y="297693"/>
                      <a:pt x="262140" y="298335"/>
                    </a:cubicBezTo>
                    <a:lnTo>
                      <a:pt x="387481" y="298335"/>
                    </a:lnTo>
                    <a:cubicBezTo>
                      <a:pt x="394033" y="298335"/>
                      <a:pt x="399349" y="293019"/>
                      <a:pt x="399349" y="286467"/>
                    </a:cubicBezTo>
                    <a:close/>
                    <a:moveTo>
                      <a:pt x="399674" y="341010"/>
                    </a:moveTo>
                    <a:cubicBezTo>
                      <a:pt x="399633" y="334564"/>
                      <a:pt x="394415" y="329345"/>
                      <a:pt x="387969" y="329305"/>
                    </a:cubicBezTo>
                    <a:lnTo>
                      <a:pt x="262140" y="329305"/>
                    </a:lnTo>
                    <a:cubicBezTo>
                      <a:pt x="255628" y="330069"/>
                      <a:pt x="250971" y="335970"/>
                      <a:pt x="251743" y="342481"/>
                    </a:cubicBezTo>
                    <a:cubicBezTo>
                      <a:pt x="252385" y="347935"/>
                      <a:pt x="256685" y="352235"/>
                      <a:pt x="262140" y="352877"/>
                    </a:cubicBezTo>
                    <a:lnTo>
                      <a:pt x="387481" y="352877"/>
                    </a:lnTo>
                    <a:cubicBezTo>
                      <a:pt x="394033" y="352877"/>
                      <a:pt x="399349" y="347561"/>
                      <a:pt x="399349" y="341010"/>
                    </a:cubicBezTo>
                    <a:close/>
                    <a:moveTo>
                      <a:pt x="399674" y="395714"/>
                    </a:moveTo>
                    <a:cubicBezTo>
                      <a:pt x="399674" y="389163"/>
                      <a:pt x="394358" y="383847"/>
                      <a:pt x="387806" y="383847"/>
                    </a:cubicBezTo>
                    <a:lnTo>
                      <a:pt x="262140" y="383847"/>
                    </a:lnTo>
                    <a:cubicBezTo>
                      <a:pt x="255628" y="384611"/>
                      <a:pt x="250971" y="390512"/>
                      <a:pt x="251743" y="397023"/>
                    </a:cubicBezTo>
                    <a:cubicBezTo>
                      <a:pt x="252385" y="402477"/>
                      <a:pt x="256685" y="406778"/>
                      <a:pt x="262140" y="407419"/>
                    </a:cubicBezTo>
                    <a:lnTo>
                      <a:pt x="387481" y="407419"/>
                    </a:lnTo>
                    <a:cubicBezTo>
                      <a:pt x="393927" y="407468"/>
                      <a:pt x="399219" y="402323"/>
                      <a:pt x="399349" y="395877"/>
                    </a:cubicBezTo>
                    <a:lnTo>
                      <a:pt x="399349" y="395877"/>
                    </a:lnTo>
                    <a:close/>
                    <a:moveTo>
                      <a:pt x="304814" y="13675"/>
                    </a:moveTo>
                    <a:cubicBezTo>
                      <a:pt x="304814" y="6091"/>
                      <a:pt x="298661" y="-62"/>
                      <a:pt x="291077" y="-62"/>
                    </a:cubicBezTo>
                    <a:cubicBezTo>
                      <a:pt x="283493" y="-62"/>
                      <a:pt x="277340" y="6091"/>
                      <a:pt x="277340" y="13675"/>
                    </a:cubicBezTo>
                    <a:cubicBezTo>
                      <a:pt x="277340" y="21259"/>
                      <a:pt x="283493" y="27412"/>
                      <a:pt x="291077" y="27412"/>
                    </a:cubicBezTo>
                    <a:cubicBezTo>
                      <a:pt x="298661" y="27412"/>
                      <a:pt x="304814" y="21259"/>
                      <a:pt x="304814" y="13675"/>
                    </a:cubicBezTo>
                    <a:close/>
                    <a:moveTo>
                      <a:pt x="345457" y="13675"/>
                    </a:moveTo>
                    <a:cubicBezTo>
                      <a:pt x="345546" y="6091"/>
                      <a:pt x="339466" y="-135"/>
                      <a:pt x="331882" y="-225"/>
                    </a:cubicBezTo>
                    <a:cubicBezTo>
                      <a:pt x="324298" y="-314"/>
                      <a:pt x="318072" y="5766"/>
                      <a:pt x="317982" y="13350"/>
                    </a:cubicBezTo>
                    <a:cubicBezTo>
                      <a:pt x="317893" y="20934"/>
                      <a:pt x="323973" y="27160"/>
                      <a:pt x="331557" y="27250"/>
                    </a:cubicBezTo>
                    <a:lnTo>
                      <a:pt x="331557" y="27250"/>
                    </a:lnTo>
                    <a:cubicBezTo>
                      <a:pt x="339051" y="27250"/>
                      <a:pt x="345131" y="21169"/>
                      <a:pt x="345131" y="13675"/>
                    </a:cubicBezTo>
                    <a:close/>
                    <a:moveTo>
                      <a:pt x="386099" y="13675"/>
                    </a:moveTo>
                    <a:cubicBezTo>
                      <a:pt x="386189" y="6091"/>
                      <a:pt x="380109" y="-135"/>
                      <a:pt x="372525" y="-225"/>
                    </a:cubicBezTo>
                    <a:cubicBezTo>
                      <a:pt x="364941" y="-314"/>
                      <a:pt x="358714" y="5766"/>
                      <a:pt x="358625" y="13350"/>
                    </a:cubicBezTo>
                    <a:cubicBezTo>
                      <a:pt x="358536" y="20934"/>
                      <a:pt x="364616" y="27160"/>
                      <a:pt x="372199" y="27250"/>
                    </a:cubicBezTo>
                    <a:lnTo>
                      <a:pt x="372199" y="27250"/>
                    </a:lnTo>
                    <a:cubicBezTo>
                      <a:pt x="379727" y="27250"/>
                      <a:pt x="385847" y="21202"/>
                      <a:pt x="385937" y="13675"/>
                    </a:cubicBezTo>
                    <a:close/>
                    <a:moveTo>
                      <a:pt x="426742" y="13675"/>
                    </a:moveTo>
                    <a:cubicBezTo>
                      <a:pt x="426831" y="6091"/>
                      <a:pt x="420751" y="-135"/>
                      <a:pt x="413167" y="-225"/>
                    </a:cubicBezTo>
                    <a:cubicBezTo>
                      <a:pt x="405583" y="-314"/>
                      <a:pt x="399357" y="5766"/>
                      <a:pt x="399267" y="13350"/>
                    </a:cubicBezTo>
                    <a:cubicBezTo>
                      <a:pt x="399178" y="20934"/>
                      <a:pt x="405258" y="27160"/>
                      <a:pt x="412842" y="27250"/>
                    </a:cubicBezTo>
                    <a:lnTo>
                      <a:pt x="412842" y="27250"/>
                    </a:lnTo>
                    <a:cubicBezTo>
                      <a:pt x="420296" y="27250"/>
                      <a:pt x="426335" y="21210"/>
                      <a:pt x="426335" y="13756"/>
                    </a:cubicBezTo>
                    <a:cubicBezTo>
                      <a:pt x="426335" y="13732"/>
                      <a:pt x="426335" y="13700"/>
                      <a:pt x="426335" y="13675"/>
                    </a:cubicBezTo>
                    <a:close/>
                    <a:moveTo>
                      <a:pt x="467384" y="13675"/>
                    </a:moveTo>
                    <a:cubicBezTo>
                      <a:pt x="467474" y="6091"/>
                      <a:pt x="461394" y="-135"/>
                      <a:pt x="453810" y="-225"/>
                    </a:cubicBezTo>
                    <a:cubicBezTo>
                      <a:pt x="446226" y="-314"/>
                      <a:pt x="439999" y="5766"/>
                      <a:pt x="439910" y="13350"/>
                    </a:cubicBezTo>
                    <a:cubicBezTo>
                      <a:pt x="439821" y="20934"/>
                      <a:pt x="445901" y="27160"/>
                      <a:pt x="453484" y="27250"/>
                    </a:cubicBezTo>
                    <a:cubicBezTo>
                      <a:pt x="453509" y="27250"/>
                      <a:pt x="453541" y="27250"/>
                      <a:pt x="453566" y="27250"/>
                    </a:cubicBezTo>
                    <a:lnTo>
                      <a:pt x="453566" y="27250"/>
                    </a:lnTo>
                    <a:cubicBezTo>
                      <a:pt x="461060" y="27209"/>
                      <a:pt x="467132" y="21169"/>
                      <a:pt x="467222" y="13675"/>
                    </a:cubicBezTo>
                    <a:close/>
                    <a:moveTo>
                      <a:pt x="508027" y="13675"/>
                    </a:moveTo>
                    <a:cubicBezTo>
                      <a:pt x="508116" y="6091"/>
                      <a:pt x="502036" y="-135"/>
                      <a:pt x="494452" y="-225"/>
                    </a:cubicBezTo>
                    <a:cubicBezTo>
                      <a:pt x="486868" y="-314"/>
                      <a:pt x="480642" y="5766"/>
                      <a:pt x="480552" y="13350"/>
                    </a:cubicBezTo>
                    <a:cubicBezTo>
                      <a:pt x="480463" y="20934"/>
                      <a:pt x="486543" y="27160"/>
                      <a:pt x="494127" y="27250"/>
                    </a:cubicBezTo>
                    <a:cubicBezTo>
                      <a:pt x="494151" y="27250"/>
                      <a:pt x="494184" y="27250"/>
                      <a:pt x="494208" y="27250"/>
                    </a:cubicBezTo>
                    <a:lnTo>
                      <a:pt x="494208" y="27250"/>
                    </a:lnTo>
                    <a:cubicBezTo>
                      <a:pt x="501662" y="27250"/>
                      <a:pt x="507701" y="21210"/>
                      <a:pt x="507701" y="13756"/>
                    </a:cubicBezTo>
                    <a:cubicBezTo>
                      <a:pt x="507701" y="13732"/>
                      <a:pt x="507701" y="13700"/>
                      <a:pt x="507701" y="13675"/>
                    </a:cubicBezTo>
                    <a:close/>
                    <a:moveTo>
                      <a:pt x="304733" y="123085"/>
                    </a:moveTo>
                    <a:cubicBezTo>
                      <a:pt x="304310" y="115956"/>
                      <a:pt x="298197" y="110526"/>
                      <a:pt x="291069" y="110941"/>
                    </a:cubicBezTo>
                    <a:cubicBezTo>
                      <a:pt x="283948" y="111363"/>
                      <a:pt x="278510" y="117476"/>
                      <a:pt x="278925" y="124605"/>
                    </a:cubicBezTo>
                    <a:cubicBezTo>
                      <a:pt x="279315" y="131115"/>
                      <a:pt x="284485" y="136318"/>
                      <a:pt x="290996" y="136741"/>
                    </a:cubicBezTo>
                    <a:cubicBezTo>
                      <a:pt x="298539" y="136789"/>
                      <a:pt x="304684" y="130709"/>
                      <a:pt x="304733" y="123166"/>
                    </a:cubicBezTo>
                    <a:cubicBezTo>
                      <a:pt x="304733" y="123142"/>
                      <a:pt x="304733" y="123109"/>
                      <a:pt x="304733" y="123085"/>
                    </a:cubicBezTo>
                    <a:close/>
                    <a:moveTo>
                      <a:pt x="345375" y="123085"/>
                    </a:moveTo>
                    <a:cubicBezTo>
                      <a:pt x="345416" y="115501"/>
                      <a:pt x="339303" y="109315"/>
                      <a:pt x="331720" y="109266"/>
                    </a:cubicBezTo>
                    <a:cubicBezTo>
                      <a:pt x="324136" y="109225"/>
                      <a:pt x="317950" y="115338"/>
                      <a:pt x="317901" y="122922"/>
                    </a:cubicBezTo>
                    <a:cubicBezTo>
                      <a:pt x="317860" y="130506"/>
                      <a:pt x="323973" y="136692"/>
                      <a:pt x="331557" y="136741"/>
                    </a:cubicBezTo>
                    <a:cubicBezTo>
                      <a:pt x="331581" y="136741"/>
                      <a:pt x="331614" y="136741"/>
                      <a:pt x="331638" y="136741"/>
                    </a:cubicBezTo>
                    <a:lnTo>
                      <a:pt x="331638" y="136741"/>
                    </a:lnTo>
                    <a:cubicBezTo>
                      <a:pt x="339092" y="136789"/>
                      <a:pt x="345164" y="130782"/>
                      <a:pt x="345213" y="123329"/>
                    </a:cubicBezTo>
                    <a:cubicBezTo>
                      <a:pt x="345213" y="123304"/>
                      <a:pt x="345213" y="123272"/>
                      <a:pt x="345213" y="123247"/>
                    </a:cubicBezTo>
                    <a:lnTo>
                      <a:pt x="345213" y="123247"/>
                    </a:lnTo>
                    <a:close/>
                    <a:moveTo>
                      <a:pt x="386018" y="123085"/>
                    </a:moveTo>
                    <a:cubicBezTo>
                      <a:pt x="386059" y="115501"/>
                      <a:pt x="379946" y="109315"/>
                      <a:pt x="372362" y="109266"/>
                    </a:cubicBezTo>
                    <a:cubicBezTo>
                      <a:pt x="364778" y="109225"/>
                      <a:pt x="358592" y="115338"/>
                      <a:pt x="358544" y="122922"/>
                    </a:cubicBezTo>
                    <a:cubicBezTo>
                      <a:pt x="358503" y="130506"/>
                      <a:pt x="364616" y="136692"/>
                      <a:pt x="372199" y="136741"/>
                    </a:cubicBezTo>
                    <a:cubicBezTo>
                      <a:pt x="372224" y="136741"/>
                      <a:pt x="372256" y="136741"/>
                      <a:pt x="372281" y="136741"/>
                    </a:cubicBezTo>
                    <a:lnTo>
                      <a:pt x="372281" y="136741"/>
                    </a:lnTo>
                    <a:cubicBezTo>
                      <a:pt x="379734" y="136879"/>
                      <a:pt x="385879" y="130945"/>
                      <a:pt x="386018" y="123491"/>
                    </a:cubicBezTo>
                    <a:cubicBezTo>
                      <a:pt x="386018" y="123467"/>
                      <a:pt x="386018" y="123434"/>
                      <a:pt x="386018" y="123410"/>
                    </a:cubicBezTo>
                    <a:lnTo>
                      <a:pt x="386018" y="123410"/>
                    </a:lnTo>
                    <a:close/>
                    <a:moveTo>
                      <a:pt x="426660" y="123085"/>
                    </a:moveTo>
                    <a:cubicBezTo>
                      <a:pt x="426701" y="115501"/>
                      <a:pt x="420588" y="109315"/>
                      <a:pt x="413005" y="109266"/>
                    </a:cubicBezTo>
                    <a:cubicBezTo>
                      <a:pt x="405421" y="109225"/>
                      <a:pt x="399235" y="115338"/>
                      <a:pt x="399186" y="122922"/>
                    </a:cubicBezTo>
                    <a:cubicBezTo>
                      <a:pt x="399145" y="130506"/>
                      <a:pt x="405258" y="136692"/>
                      <a:pt x="412842" y="136741"/>
                    </a:cubicBezTo>
                    <a:cubicBezTo>
                      <a:pt x="412866" y="136741"/>
                      <a:pt x="412899" y="136741"/>
                      <a:pt x="412923" y="136741"/>
                    </a:cubicBezTo>
                    <a:lnTo>
                      <a:pt x="412923" y="136741"/>
                    </a:lnTo>
                    <a:cubicBezTo>
                      <a:pt x="420377" y="136741"/>
                      <a:pt x="426416" y="130701"/>
                      <a:pt x="426416" y="123247"/>
                    </a:cubicBezTo>
                    <a:lnTo>
                      <a:pt x="426416" y="123247"/>
                    </a:lnTo>
                    <a:close/>
                    <a:moveTo>
                      <a:pt x="467303" y="123085"/>
                    </a:moveTo>
                    <a:cubicBezTo>
                      <a:pt x="467344" y="115501"/>
                      <a:pt x="461231" y="109315"/>
                      <a:pt x="453647" y="109266"/>
                    </a:cubicBezTo>
                    <a:cubicBezTo>
                      <a:pt x="446063" y="109225"/>
                      <a:pt x="439877" y="115338"/>
                      <a:pt x="439829" y="122922"/>
                    </a:cubicBezTo>
                    <a:cubicBezTo>
                      <a:pt x="439788" y="130506"/>
                      <a:pt x="445901" y="136692"/>
                      <a:pt x="453484" y="136741"/>
                    </a:cubicBezTo>
                    <a:cubicBezTo>
                      <a:pt x="453541" y="136741"/>
                      <a:pt x="453590" y="136741"/>
                      <a:pt x="453647" y="136741"/>
                    </a:cubicBezTo>
                    <a:lnTo>
                      <a:pt x="453647" y="136741"/>
                    </a:lnTo>
                    <a:cubicBezTo>
                      <a:pt x="461052" y="136879"/>
                      <a:pt x="467164" y="130977"/>
                      <a:pt x="467303" y="123572"/>
                    </a:cubicBezTo>
                    <a:cubicBezTo>
                      <a:pt x="467303" y="123524"/>
                      <a:pt x="467303" y="123467"/>
                      <a:pt x="467303" y="123410"/>
                    </a:cubicBezTo>
                    <a:lnTo>
                      <a:pt x="467303" y="123410"/>
                    </a:lnTo>
                    <a:close/>
                    <a:moveTo>
                      <a:pt x="507945" y="123085"/>
                    </a:moveTo>
                    <a:cubicBezTo>
                      <a:pt x="507986" y="115501"/>
                      <a:pt x="501873" y="109315"/>
                      <a:pt x="494290" y="109266"/>
                    </a:cubicBezTo>
                    <a:cubicBezTo>
                      <a:pt x="486706" y="109225"/>
                      <a:pt x="480520" y="115338"/>
                      <a:pt x="480471" y="122922"/>
                    </a:cubicBezTo>
                    <a:cubicBezTo>
                      <a:pt x="480430" y="130506"/>
                      <a:pt x="486543" y="136692"/>
                      <a:pt x="494127" y="136741"/>
                    </a:cubicBezTo>
                    <a:cubicBezTo>
                      <a:pt x="494184" y="136741"/>
                      <a:pt x="494232" y="136741"/>
                      <a:pt x="494290" y="136741"/>
                    </a:cubicBezTo>
                    <a:lnTo>
                      <a:pt x="494290" y="136741"/>
                    </a:lnTo>
                    <a:cubicBezTo>
                      <a:pt x="501743" y="136741"/>
                      <a:pt x="507783" y="130701"/>
                      <a:pt x="507783" y="123247"/>
                    </a:cubicBezTo>
                    <a:lnTo>
                      <a:pt x="507783" y="123247"/>
                    </a:lnTo>
                    <a:close/>
                    <a:moveTo>
                      <a:pt x="442917" y="279883"/>
                    </a:moveTo>
                    <a:cubicBezTo>
                      <a:pt x="442917" y="272300"/>
                      <a:pt x="436764" y="266146"/>
                      <a:pt x="429180" y="266146"/>
                    </a:cubicBezTo>
                    <a:cubicBezTo>
                      <a:pt x="421596" y="266146"/>
                      <a:pt x="415443" y="272300"/>
                      <a:pt x="415443" y="279883"/>
                    </a:cubicBezTo>
                    <a:cubicBezTo>
                      <a:pt x="415443" y="287467"/>
                      <a:pt x="421596" y="293620"/>
                      <a:pt x="429180" y="293620"/>
                    </a:cubicBezTo>
                    <a:lnTo>
                      <a:pt x="429180" y="293620"/>
                    </a:lnTo>
                    <a:cubicBezTo>
                      <a:pt x="436658" y="293669"/>
                      <a:pt x="442787" y="287687"/>
                      <a:pt x="442917" y="280209"/>
                    </a:cubicBezTo>
                    <a:lnTo>
                      <a:pt x="442917" y="280209"/>
                    </a:lnTo>
                    <a:close/>
                    <a:moveTo>
                      <a:pt x="483560" y="279883"/>
                    </a:moveTo>
                    <a:cubicBezTo>
                      <a:pt x="483560" y="272300"/>
                      <a:pt x="477406" y="266146"/>
                      <a:pt x="469823" y="266146"/>
                    </a:cubicBezTo>
                    <a:cubicBezTo>
                      <a:pt x="462239" y="266146"/>
                      <a:pt x="456086" y="272300"/>
                      <a:pt x="456086" y="279883"/>
                    </a:cubicBezTo>
                    <a:cubicBezTo>
                      <a:pt x="456086" y="287467"/>
                      <a:pt x="462239" y="293620"/>
                      <a:pt x="469823" y="293620"/>
                    </a:cubicBezTo>
                    <a:lnTo>
                      <a:pt x="469823" y="293620"/>
                    </a:lnTo>
                    <a:cubicBezTo>
                      <a:pt x="477317" y="293620"/>
                      <a:pt x="483397" y="287540"/>
                      <a:pt x="483397" y="280046"/>
                    </a:cubicBezTo>
                    <a:lnTo>
                      <a:pt x="483397" y="280046"/>
                    </a:lnTo>
                    <a:close/>
                    <a:moveTo>
                      <a:pt x="524202" y="279883"/>
                    </a:moveTo>
                    <a:cubicBezTo>
                      <a:pt x="524202" y="272300"/>
                      <a:pt x="518049" y="266146"/>
                      <a:pt x="510465" y="266146"/>
                    </a:cubicBezTo>
                    <a:cubicBezTo>
                      <a:pt x="502881" y="266146"/>
                      <a:pt x="496728" y="272300"/>
                      <a:pt x="496728" y="279883"/>
                    </a:cubicBezTo>
                    <a:cubicBezTo>
                      <a:pt x="496728" y="287467"/>
                      <a:pt x="502881" y="293620"/>
                      <a:pt x="510465" y="293620"/>
                    </a:cubicBezTo>
                    <a:lnTo>
                      <a:pt x="510465" y="293620"/>
                    </a:lnTo>
                    <a:cubicBezTo>
                      <a:pt x="517960" y="293620"/>
                      <a:pt x="524040" y="287540"/>
                      <a:pt x="524040" y="280046"/>
                    </a:cubicBezTo>
                    <a:lnTo>
                      <a:pt x="524040" y="280046"/>
                    </a:lnTo>
                    <a:close/>
                    <a:moveTo>
                      <a:pt x="564845" y="279883"/>
                    </a:moveTo>
                    <a:cubicBezTo>
                      <a:pt x="564845" y="272300"/>
                      <a:pt x="558691" y="266146"/>
                      <a:pt x="551108" y="266146"/>
                    </a:cubicBezTo>
                    <a:cubicBezTo>
                      <a:pt x="543524" y="266146"/>
                      <a:pt x="537371" y="272300"/>
                      <a:pt x="537371" y="279883"/>
                    </a:cubicBezTo>
                    <a:cubicBezTo>
                      <a:pt x="537371" y="287467"/>
                      <a:pt x="543524" y="293620"/>
                      <a:pt x="551108" y="293620"/>
                    </a:cubicBezTo>
                    <a:lnTo>
                      <a:pt x="551108" y="293620"/>
                    </a:lnTo>
                    <a:cubicBezTo>
                      <a:pt x="558602" y="293710"/>
                      <a:pt x="564756" y="287703"/>
                      <a:pt x="564845" y="280209"/>
                    </a:cubicBezTo>
                    <a:cubicBezTo>
                      <a:pt x="564845" y="280209"/>
                      <a:pt x="564845" y="280209"/>
                      <a:pt x="564845" y="280209"/>
                    </a:cubicBezTo>
                    <a:lnTo>
                      <a:pt x="564845" y="280209"/>
                    </a:lnTo>
                    <a:close/>
                    <a:moveTo>
                      <a:pt x="605487" y="279883"/>
                    </a:moveTo>
                    <a:cubicBezTo>
                      <a:pt x="605487" y="272300"/>
                      <a:pt x="599334" y="266146"/>
                      <a:pt x="591750" y="266146"/>
                    </a:cubicBezTo>
                    <a:cubicBezTo>
                      <a:pt x="584166" y="266146"/>
                      <a:pt x="578013" y="272300"/>
                      <a:pt x="578013" y="279883"/>
                    </a:cubicBezTo>
                    <a:cubicBezTo>
                      <a:pt x="578013" y="287467"/>
                      <a:pt x="584166" y="293620"/>
                      <a:pt x="591750" y="293620"/>
                    </a:cubicBezTo>
                    <a:lnTo>
                      <a:pt x="591750" y="293620"/>
                    </a:lnTo>
                    <a:cubicBezTo>
                      <a:pt x="599245" y="293620"/>
                      <a:pt x="605325" y="287540"/>
                      <a:pt x="605325" y="280046"/>
                    </a:cubicBezTo>
                    <a:lnTo>
                      <a:pt x="605325" y="280046"/>
                    </a:lnTo>
                    <a:close/>
                    <a:moveTo>
                      <a:pt x="646130" y="279883"/>
                    </a:moveTo>
                    <a:cubicBezTo>
                      <a:pt x="646130" y="272300"/>
                      <a:pt x="639976" y="266146"/>
                      <a:pt x="632393" y="266146"/>
                    </a:cubicBezTo>
                    <a:cubicBezTo>
                      <a:pt x="624809" y="266146"/>
                      <a:pt x="618656" y="272300"/>
                      <a:pt x="618656" y="279883"/>
                    </a:cubicBezTo>
                    <a:cubicBezTo>
                      <a:pt x="618656" y="287467"/>
                      <a:pt x="624809" y="293620"/>
                      <a:pt x="632393" y="293620"/>
                    </a:cubicBezTo>
                    <a:cubicBezTo>
                      <a:pt x="632417" y="293620"/>
                      <a:pt x="632450" y="293620"/>
                      <a:pt x="632474" y="293620"/>
                    </a:cubicBezTo>
                    <a:lnTo>
                      <a:pt x="632474" y="293620"/>
                    </a:lnTo>
                    <a:cubicBezTo>
                      <a:pt x="639928" y="293710"/>
                      <a:pt x="646041" y="287744"/>
                      <a:pt x="646130" y="280290"/>
                    </a:cubicBezTo>
                    <a:cubicBezTo>
                      <a:pt x="646130" y="280265"/>
                      <a:pt x="646130" y="280233"/>
                      <a:pt x="646130" y="280209"/>
                    </a:cubicBezTo>
                    <a:lnTo>
                      <a:pt x="646130" y="280209"/>
                    </a:lnTo>
                    <a:close/>
                    <a:moveTo>
                      <a:pt x="441617" y="392301"/>
                    </a:moveTo>
                    <a:cubicBezTo>
                      <a:pt x="441617" y="384717"/>
                      <a:pt x="435464" y="378563"/>
                      <a:pt x="427880" y="378563"/>
                    </a:cubicBezTo>
                    <a:cubicBezTo>
                      <a:pt x="420296" y="378563"/>
                      <a:pt x="414143" y="384717"/>
                      <a:pt x="414143" y="392301"/>
                    </a:cubicBezTo>
                    <a:cubicBezTo>
                      <a:pt x="414143" y="399884"/>
                      <a:pt x="420296" y="406038"/>
                      <a:pt x="427880" y="406038"/>
                    </a:cubicBezTo>
                    <a:lnTo>
                      <a:pt x="427880" y="406038"/>
                    </a:lnTo>
                    <a:cubicBezTo>
                      <a:pt x="435358" y="406086"/>
                      <a:pt x="441487" y="400104"/>
                      <a:pt x="441617" y="392626"/>
                    </a:cubicBezTo>
                    <a:lnTo>
                      <a:pt x="441617" y="392626"/>
                    </a:lnTo>
                    <a:close/>
                    <a:moveTo>
                      <a:pt x="482260" y="392301"/>
                    </a:moveTo>
                    <a:cubicBezTo>
                      <a:pt x="482260" y="384717"/>
                      <a:pt x="476106" y="378563"/>
                      <a:pt x="468522" y="378563"/>
                    </a:cubicBezTo>
                    <a:cubicBezTo>
                      <a:pt x="460938" y="378563"/>
                      <a:pt x="454785" y="384717"/>
                      <a:pt x="454785" y="392301"/>
                    </a:cubicBezTo>
                    <a:cubicBezTo>
                      <a:pt x="454785" y="399884"/>
                      <a:pt x="460938" y="406038"/>
                      <a:pt x="468522" y="406038"/>
                    </a:cubicBezTo>
                    <a:lnTo>
                      <a:pt x="468522" y="406038"/>
                    </a:lnTo>
                    <a:cubicBezTo>
                      <a:pt x="476017" y="406038"/>
                      <a:pt x="482097" y="399958"/>
                      <a:pt x="482097" y="392463"/>
                    </a:cubicBezTo>
                    <a:lnTo>
                      <a:pt x="482097" y="392463"/>
                    </a:lnTo>
                    <a:close/>
                    <a:moveTo>
                      <a:pt x="522902" y="392301"/>
                    </a:moveTo>
                    <a:cubicBezTo>
                      <a:pt x="522902" y="384717"/>
                      <a:pt x="516749" y="378563"/>
                      <a:pt x="509165" y="378563"/>
                    </a:cubicBezTo>
                    <a:cubicBezTo>
                      <a:pt x="501581" y="378563"/>
                      <a:pt x="495428" y="384717"/>
                      <a:pt x="495428" y="392301"/>
                    </a:cubicBezTo>
                    <a:cubicBezTo>
                      <a:pt x="495428" y="399884"/>
                      <a:pt x="501581" y="406038"/>
                      <a:pt x="509165" y="406038"/>
                    </a:cubicBezTo>
                    <a:lnTo>
                      <a:pt x="509165" y="406038"/>
                    </a:lnTo>
                    <a:cubicBezTo>
                      <a:pt x="516659" y="406038"/>
                      <a:pt x="522739" y="399958"/>
                      <a:pt x="522739" y="392463"/>
                    </a:cubicBezTo>
                    <a:lnTo>
                      <a:pt x="522739" y="392463"/>
                    </a:lnTo>
                    <a:close/>
                    <a:moveTo>
                      <a:pt x="563545" y="392301"/>
                    </a:moveTo>
                    <a:cubicBezTo>
                      <a:pt x="563545" y="384717"/>
                      <a:pt x="557391" y="378563"/>
                      <a:pt x="549807" y="378563"/>
                    </a:cubicBezTo>
                    <a:cubicBezTo>
                      <a:pt x="542223" y="378563"/>
                      <a:pt x="536070" y="384717"/>
                      <a:pt x="536070" y="392301"/>
                    </a:cubicBezTo>
                    <a:cubicBezTo>
                      <a:pt x="536070" y="399884"/>
                      <a:pt x="542223" y="406038"/>
                      <a:pt x="549807" y="406038"/>
                    </a:cubicBezTo>
                    <a:lnTo>
                      <a:pt x="549807" y="406038"/>
                    </a:lnTo>
                    <a:cubicBezTo>
                      <a:pt x="557302" y="406127"/>
                      <a:pt x="563455" y="400120"/>
                      <a:pt x="563545" y="392626"/>
                    </a:cubicBezTo>
                    <a:cubicBezTo>
                      <a:pt x="563545" y="392626"/>
                      <a:pt x="563545" y="392626"/>
                      <a:pt x="563545" y="392626"/>
                    </a:cubicBezTo>
                    <a:lnTo>
                      <a:pt x="563545" y="392626"/>
                    </a:lnTo>
                    <a:close/>
                    <a:moveTo>
                      <a:pt x="604187" y="392301"/>
                    </a:moveTo>
                    <a:cubicBezTo>
                      <a:pt x="604187" y="384717"/>
                      <a:pt x="598034" y="378563"/>
                      <a:pt x="590450" y="378563"/>
                    </a:cubicBezTo>
                    <a:cubicBezTo>
                      <a:pt x="582866" y="378563"/>
                      <a:pt x="576713" y="384717"/>
                      <a:pt x="576713" y="392301"/>
                    </a:cubicBezTo>
                    <a:cubicBezTo>
                      <a:pt x="576713" y="399884"/>
                      <a:pt x="582866" y="406038"/>
                      <a:pt x="590450" y="406038"/>
                    </a:cubicBezTo>
                    <a:lnTo>
                      <a:pt x="590450" y="406038"/>
                    </a:lnTo>
                    <a:cubicBezTo>
                      <a:pt x="597904" y="406038"/>
                      <a:pt x="603943" y="399998"/>
                      <a:pt x="603943" y="392544"/>
                    </a:cubicBezTo>
                    <a:cubicBezTo>
                      <a:pt x="603943" y="392520"/>
                      <a:pt x="603943" y="392488"/>
                      <a:pt x="603943" y="392463"/>
                    </a:cubicBezTo>
                    <a:lnTo>
                      <a:pt x="603943" y="392463"/>
                    </a:lnTo>
                    <a:close/>
                    <a:moveTo>
                      <a:pt x="644830" y="392301"/>
                    </a:moveTo>
                    <a:cubicBezTo>
                      <a:pt x="644830" y="384717"/>
                      <a:pt x="638676" y="378563"/>
                      <a:pt x="631092" y="378563"/>
                    </a:cubicBezTo>
                    <a:cubicBezTo>
                      <a:pt x="623508" y="378563"/>
                      <a:pt x="617355" y="384717"/>
                      <a:pt x="617355" y="392301"/>
                    </a:cubicBezTo>
                    <a:cubicBezTo>
                      <a:pt x="617355" y="399884"/>
                      <a:pt x="623508" y="406038"/>
                      <a:pt x="631092" y="406038"/>
                    </a:cubicBezTo>
                    <a:cubicBezTo>
                      <a:pt x="631117" y="406038"/>
                      <a:pt x="631149" y="406038"/>
                      <a:pt x="631173" y="406038"/>
                    </a:cubicBezTo>
                    <a:lnTo>
                      <a:pt x="631173" y="406038"/>
                    </a:lnTo>
                    <a:cubicBezTo>
                      <a:pt x="638627" y="406127"/>
                      <a:pt x="644740" y="400161"/>
                      <a:pt x="644830" y="392707"/>
                    </a:cubicBezTo>
                    <a:cubicBezTo>
                      <a:pt x="644830" y="392683"/>
                      <a:pt x="644830" y="392650"/>
                      <a:pt x="644830" y="392626"/>
                    </a:cubicBezTo>
                    <a:lnTo>
                      <a:pt x="644830" y="392626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3" name="Google Shape;143;p12"/>
            <p:cNvGrpSpPr/>
            <p:nvPr/>
          </p:nvGrpSpPr>
          <p:grpSpPr>
            <a:xfrm>
              <a:off x="7692851" y="-482918"/>
              <a:ext cx="1627340" cy="1899886"/>
              <a:chOff x="7511876" y="-463868"/>
              <a:chExt cx="1627340" cy="1899886"/>
            </a:xfrm>
          </p:grpSpPr>
          <p:sp>
            <p:nvSpPr>
              <p:cNvPr id="144" name="Google Shape;144;p12"/>
              <p:cNvSpPr/>
              <p:nvPr/>
            </p:nvSpPr>
            <p:spPr>
              <a:xfrm>
                <a:off x="7511876" y="-463868"/>
                <a:ext cx="1594671" cy="1823598"/>
              </a:xfrm>
              <a:custGeom>
                <a:avLst/>
                <a:gdLst/>
                <a:ahLst/>
                <a:cxnLst/>
                <a:rect l="l" t="t" r="r" b="b"/>
                <a:pathLst>
                  <a:path w="1822481" h="2084112" extrusionOk="0">
                    <a:moveTo>
                      <a:pt x="1440741" y="2089880"/>
                    </a:moveTo>
                    <a:lnTo>
                      <a:pt x="1211143" y="844745"/>
                    </a:lnTo>
                    <a:lnTo>
                      <a:pt x="1228510" y="841537"/>
                    </a:lnTo>
                    <a:lnTo>
                      <a:pt x="1458113" y="2086671"/>
                    </a:lnTo>
                    <a:close/>
                    <a:moveTo>
                      <a:pt x="1223299" y="852172"/>
                    </a:moveTo>
                    <a:lnTo>
                      <a:pt x="1826542" y="884979"/>
                    </a:lnTo>
                    <a:lnTo>
                      <a:pt x="1827511" y="867351"/>
                    </a:lnTo>
                    <a:lnTo>
                      <a:pt x="1216354" y="834115"/>
                    </a:lnTo>
                    <a:lnTo>
                      <a:pt x="583398" y="1470959"/>
                    </a:lnTo>
                    <a:lnTo>
                      <a:pt x="595919" y="1483411"/>
                    </a:lnTo>
                    <a:close/>
                    <a:moveTo>
                      <a:pt x="928194" y="1527416"/>
                    </a:moveTo>
                    <a:lnTo>
                      <a:pt x="840068" y="1238658"/>
                    </a:lnTo>
                    <a:lnTo>
                      <a:pt x="823184" y="1243816"/>
                    </a:lnTo>
                    <a:lnTo>
                      <a:pt x="911309" y="1532574"/>
                    </a:lnTo>
                    <a:close/>
                    <a:moveTo>
                      <a:pt x="1224796" y="835862"/>
                    </a:moveTo>
                    <a:lnTo>
                      <a:pt x="15015" y="5767"/>
                    </a:lnTo>
                    <a:lnTo>
                      <a:pt x="5030" y="20325"/>
                    </a:lnTo>
                    <a:lnTo>
                      <a:pt x="1214834" y="85043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5" name="Google Shape;145;p12"/>
              <p:cNvSpPr/>
              <p:nvPr/>
            </p:nvSpPr>
            <p:spPr>
              <a:xfrm>
                <a:off x="7991308" y="121335"/>
                <a:ext cx="1147908" cy="1314683"/>
              </a:xfrm>
              <a:custGeom>
                <a:avLst/>
                <a:gdLst/>
                <a:ahLst/>
                <a:cxnLst/>
                <a:rect l="l" t="t" r="r" b="b"/>
                <a:pathLst>
                  <a:path w="1311895" h="1502495" extrusionOk="0">
                    <a:moveTo>
                      <a:pt x="666806" y="348752"/>
                    </a:moveTo>
                    <a:cubicBezTo>
                      <a:pt x="572228" y="348752"/>
                      <a:pt x="495313" y="271820"/>
                      <a:pt x="495313" y="177259"/>
                    </a:cubicBezTo>
                    <a:cubicBezTo>
                      <a:pt x="495313" y="82699"/>
                      <a:pt x="572228" y="5767"/>
                      <a:pt x="666806" y="5767"/>
                    </a:cubicBezTo>
                    <a:cubicBezTo>
                      <a:pt x="761383" y="5767"/>
                      <a:pt x="838299" y="82699"/>
                      <a:pt x="838299" y="177259"/>
                    </a:cubicBezTo>
                    <a:cubicBezTo>
                      <a:pt x="838299" y="271820"/>
                      <a:pt x="761383" y="348752"/>
                      <a:pt x="666806" y="348752"/>
                    </a:cubicBezTo>
                    <a:close/>
                    <a:moveTo>
                      <a:pt x="666806" y="23429"/>
                    </a:moveTo>
                    <a:cubicBezTo>
                      <a:pt x="581982" y="23429"/>
                      <a:pt x="512975" y="92436"/>
                      <a:pt x="512975" y="177259"/>
                    </a:cubicBezTo>
                    <a:cubicBezTo>
                      <a:pt x="512975" y="262083"/>
                      <a:pt x="581982" y="331090"/>
                      <a:pt x="666806" y="331090"/>
                    </a:cubicBezTo>
                    <a:cubicBezTo>
                      <a:pt x="751630" y="331090"/>
                      <a:pt x="820637" y="262083"/>
                      <a:pt x="820637" y="177259"/>
                    </a:cubicBezTo>
                    <a:cubicBezTo>
                      <a:pt x="820637" y="92436"/>
                      <a:pt x="751630" y="23429"/>
                      <a:pt x="666806" y="23429"/>
                    </a:cubicBezTo>
                    <a:close/>
                    <a:moveTo>
                      <a:pt x="666806" y="88954"/>
                    </a:moveTo>
                    <a:cubicBezTo>
                      <a:pt x="715574" y="88954"/>
                      <a:pt x="755111" y="128491"/>
                      <a:pt x="755111" y="177259"/>
                    </a:cubicBezTo>
                    <a:cubicBezTo>
                      <a:pt x="755111" y="177259"/>
                      <a:pt x="755111" y="177265"/>
                      <a:pt x="755111" y="177265"/>
                    </a:cubicBezTo>
                    <a:cubicBezTo>
                      <a:pt x="755111" y="226034"/>
                      <a:pt x="715574" y="265571"/>
                      <a:pt x="666806" y="265571"/>
                    </a:cubicBezTo>
                    <a:cubicBezTo>
                      <a:pt x="618037" y="265576"/>
                      <a:pt x="578501" y="226039"/>
                      <a:pt x="578495" y="177271"/>
                    </a:cubicBezTo>
                    <a:cubicBezTo>
                      <a:pt x="578495" y="177271"/>
                      <a:pt x="578495" y="177265"/>
                      <a:pt x="578495" y="177265"/>
                    </a:cubicBezTo>
                    <a:cubicBezTo>
                      <a:pt x="578495" y="128491"/>
                      <a:pt x="618032" y="88954"/>
                      <a:pt x="666806" y="88954"/>
                    </a:cubicBezTo>
                    <a:close/>
                    <a:moveTo>
                      <a:pt x="49179" y="763095"/>
                    </a:moveTo>
                    <a:cubicBezTo>
                      <a:pt x="73567" y="763095"/>
                      <a:pt x="93335" y="782864"/>
                      <a:pt x="93335" y="807251"/>
                    </a:cubicBezTo>
                    <a:cubicBezTo>
                      <a:pt x="93335" y="831638"/>
                      <a:pt x="73567" y="851406"/>
                      <a:pt x="49179" y="851406"/>
                    </a:cubicBezTo>
                    <a:cubicBezTo>
                      <a:pt x="24798" y="851400"/>
                      <a:pt x="5030" y="831638"/>
                      <a:pt x="5030" y="807251"/>
                    </a:cubicBezTo>
                    <a:cubicBezTo>
                      <a:pt x="5030" y="782869"/>
                      <a:pt x="24792" y="763101"/>
                      <a:pt x="49179" y="763095"/>
                    </a:cubicBezTo>
                    <a:close/>
                    <a:moveTo>
                      <a:pt x="1272770" y="163520"/>
                    </a:moveTo>
                    <a:cubicBezTo>
                      <a:pt x="1297157" y="163520"/>
                      <a:pt x="1316919" y="183282"/>
                      <a:pt x="1316925" y="207669"/>
                    </a:cubicBezTo>
                    <a:cubicBezTo>
                      <a:pt x="1316925" y="232057"/>
                      <a:pt x="1297157" y="251825"/>
                      <a:pt x="1272770" y="251825"/>
                    </a:cubicBezTo>
                    <a:cubicBezTo>
                      <a:pt x="1248383" y="251819"/>
                      <a:pt x="1228620" y="232057"/>
                      <a:pt x="1228620" y="207669"/>
                    </a:cubicBezTo>
                    <a:cubicBezTo>
                      <a:pt x="1228620" y="183288"/>
                      <a:pt x="1248388" y="163520"/>
                      <a:pt x="1272770" y="163520"/>
                    </a:cubicBezTo>
                    <a:close/>
                    <a:moveTo>
                      <a:pt x="901880" y="1331651"/>
                    </a:moveTo>
                    <a:cubicBezTo>
                      <a:pt x="950649" y="1331651"/>
                      <a:pt x="990186" y="1371188"/>
                      <a:pt x="990186" y="1419957"/>
                    </a:cubicBezTo>
                    <a:cubicBezTo>
                      <a:pt x="990186" y="1468725"/>
                      <a:pt x="950649" y="1508262"/>
                      <a:pt x="901880" y="1508262"/>
                    </a:cubicBezTo>
                    <a:cubicBezTo>
                      <a:pt x="853112" y="1508268"/>
                      <a:pt x="813575" y="1468731"/>
                      <a:pt x="813569" y="1419963"/>
                    </a:cubicBezTo>
                    <a:cubicBezTo>
                      <a:pt x="813569" y="1419963"/>
                      <a:pt x="813569" y="1419957"/>
                      <a:pt x="813569" y="1419957"/>
                    </a:cubicBezTo>
                    <a:cubicBezTo>
                      <a:pt x="813552" y="1371188"/>
                      <a:pt x="853077" y="1331640"/>
                      <a:pt x="901846" y="1331622"/>
                    </a:cubicBezTo>
                    <a:cubicBezTo>
                      <a:pt x="901857" y="1331622"/>
                      <a:pt x="901869" y="1331622"/>
                      <a:pt x="901880" y="1331622"/>
                    </a:cubicBezTo>
                    <a:close/>
                    <a:moveTo>
                      <a:pt x="357195" y="905298"/>
                    </a:moveTo>
                    <a:cubicBezTo>
                      <a:pt x="333452" y="899745"/>
                      <a:pt x="318702" y="876002"/>
                      <a:pt x="324255" y="852259"/>
                    </a:cubicBezTo>
                    <a:cubicBezTo>
                      <a:pt x="324255" y="852253"/>
                      <a:pt x="324255" y="852253"/>
                      <a:pt x="324255" y="852253"/>
                    </a:cubicBezTo>
                    <a:cubicBezTo>
                      <a:pt x="329814" y="828510"/>
                      <a:pt x="353563" y="813767"/>
                      <a:pt x="377306" y="819314"/>
                    </a:cubicBezTo>
                    <a:cubicBezTo>
                      <a:pt x="401049" y="824866"/>
                      <a:pt x="415798" y="848609"/>
                      <a:pt x="410245" y="872352"/>
                    </a:cubicBezTo>
                    <a:cubicBezTo>
                      <a:pt x="410245" y="872358"/>
                      <a:pt x="410245" y="872358"/>
                      <a:pt x="410245" y="872358"/>
                    </a:cubicBezTo>
                    <a:cubicBezTo>
                      <a:pt x="410245" y="872451"/>
                      <a:pt x="410205" y="872538"/>
                      <a:pt x="410181" y="872625"/>
                    </a:cubicBezTo>
                    <a:cubicBezTo>
                      <a:pt x="404495" y="896223"/>
                      <a:pt x="380828" y="910804"/>
                      <a:pt x="357195" y="9052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46" name="Google Shape;146;p1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12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oogle Shape;149;p13"/>
          <p:cNvGrpSpPr/>
          <p:nvPr/>
        </p:nvGrpSpPr>
        <p:grpSpPr>
          <a:xfrm>
            <a:off x="-1194131" y="-559931"/>
            <a:ext cx="10595334" cy="5978442"/>
            <a:chOff x="-1194131" y="-559931"/>
            <a:chExt cx="10595334" cy="5978442"/>
          </a:xfrm>
        </p:grpSpPr>
        <p:grpSp>
          <p:nvGrpSpPr>
            <p:cNvPr id="150" name="Google Shape;150;p13"/>
            <p:cNvGrpSpPr/>
            <p:nvPr/>
          </p:nvGrpSpPr>
          <p:grpSpPr>
            <a:xfrm>
              <a:off x="-1194131" y="-559931"/>
              <a:ext cx="2269753" cy="2135869"/>
              <a:chOff x="-1194131" y="-559931"/>
              <a:chExt cx="2269753" cy="2135869"/>
            </a:xfrm>
          </p:grpSpPr>
          <p:sp>
            <p:nvSpPr>
              <p:cNvPr id="151" name="Google Shape;151;p13"/>
              <p:cNvSpPr/>
              <p:nvPr/>
            </p:nvSpPr>
            <p:spPr>
              <a:xfrm>
                <a:off x="-1194131" y="-297968"/>
                <a:ext cx="1687691" cy="1873906"/>
              </a:xfrm>
              <a:custGeom>
                <a:avLst/>
                <a:gdLst/>
                <a:ahLst/>
                <a:cxnLst/>
                <a:rect l="l" t="t" r="r" b="b"/>
                <a:pathLst>
                  <a:path w="1928790" h="2141607" extrusionOk="0">
                    <a:moveTo>
                      <a:pt x="1933821" y="1322611"/>
                    </a:moveTo>
                    <a:lnTo>
                      <a:pt x="1933385" y="1304949"/>
                    </a:lnTo>
                    <a:lnTo>
                      <a:pt x="1656981" y="1311645"/>
                    </a:lnTo>
                    <a:cubicBezTo>
                      <a:pt x="1650349" y="1142798"/>
                      <a:pt x="1569993" y="992663"/>
                      <a:pt x="1447187" y="892562"/>
                    </a:cubicBezTo>
                    <a:lnTo>
                      <a:pt x="1640288" y="647577"/>
                    </a:lnTo>
                    <a:lnTo>
                      <a:pt x="1626420" y="636640"/>
                    </a:lnTo>
                    <a:lnTo>
                      <a:pt x="1433308" y="881648"/>
                    </a:lnTo>
                    <a:cubicBezTo>
                      <a:pt x="1336578" y="807477"/>
                      <a:pt x="1218507" y="766472"/>
                      <a:pt x="1096623" y="764731"/>
                    </a:cubicBezTo>
                    <a:lnTo>
                      <a:pt x="1096623" y="23429"/>
                    </a:lnTo>
                    <a:lnTo>
                      <a:pt x="1864744" y="23429"/>
                    </a:lnTo>
                    <a:lnTo>
                      <a:pt x="1864744" y="5767"/>
                    </a:lnTo>
                    <a:lnTo>
                      <a:pt x="1078961" y="5767"/>
                    </a:lnTo>
                    <a:lnTo>
                      <a:pt x="1078961" y="764708"/>
                    </a:lnTo>
                    <a:cubicBezTo>
                      <a:pt x="768868" y="769466"/>
                      <a:pt x="518035" y="1023038"/>
                      <a:pt x="518035" y="1334239"/>
                    </a:cubicBezTo>
                    <a:cubicBezTo>
                      <a:pt x="518035" y="1459790"/>
                      <a:pt x="558941" y="1575917"/>
                      <a:pt x="628000" y="1670193"/>
                    </a:cubicBezTo>
                    <a:lnTo>
                      <a:pt x="5030" y="2140354"/>
                    </a:lnTo>
                    <a:lnTo>
                      <a:pt x="25036" y="2147374"/>
                    </a:lnTo>
                    <a:lnTo>
                      <a:pt x="638717" y="1684258"/>
                    </a:lnTo>
                    <a:cubicBezTo>
                      <a:pt x="743077" y="1817873"/>
                      <a:pt x="905524" y="1904026"/>
                      <a:pt x="1087815" y="1904026"/>
                    </a:cubicBezTo>
                    <a:cubicBezTo>
                      <a:pt x="1401987" y="1904026"/>
                      <a:pt x="1657602" y="1648434"/>
                      <a:pt x="1657602" y="1334239"/>
                    </a:cubicBezTo>
                    <a:cubicBezTo>
                      <a:pt x="1657602" y="1332580"/>
                      <a:pt x="1657492" y="1330944"/>
                      <a:pt x="1657474" y="1329284"/>
                    </a:cubicBezTo>
                    <a:close/>
                    <a:moveTo>
                      <a:pt x="1639330" y="1312063"/>
                    </a:moveTo>
                    <a:lnTo>
                      <a:pt x="1462360" y="1316345"/>
                    </a:lnTo>
                    <a:cubicBezTo>
                      <a:pt x="1457457" y="1210882"/>
                      <a:pt x="1408300" y="1112377"/>
                      <a:pt x="1326969" y="1045058"/>
                    </a:cubicBezTo>
                    <a:lnTo>
                      <a:pt x="1436250" y="906412"/>
                    </a:lnTo>
                    <a:cubicBezTo>
                      <a:pt x="1555069" y="1003380"/>
                      <a:pt x="1632832" y="1148693"/>
                      <a:pt x="1639330" y="1312063"/>
                    </a:cubicBezTo>
                    <a:close/>
                    <a:moveTo>
                      <a:pt x="1096623" y="976881"/>
                    </a:moveTo>
                    <a:cubicBezTo>
                      <a:pt x="1170846" y="978651"/>
                      <a:pt x="1242650" y="1003618"/>
                      <a:pt x="1301955" y="1048278"/>
                    </a:cubicBezTo>
                    <a:lnTo>
                      <a:pt x="1096623" y="1308802"/>
                    </a:lnTo>
                    <a:close/>
                    <a:moveTo>
                      <a:pt x="1078961" y="1329853"/>
                    </a:moveTo>
                    <a:lnTo>
                      <a:pt x="797323" y="1542414"/>
                    </a:lnTo>
                    <a:cubicBezTo>
                      <a:pt x="755117" y="1483689"/>
                      <a:pt x="729970" y="1411932"/>
                      <a:pt x="729970" y="1334257"/>
                    </a:cubicBezTo>
                    <a:cubicBezTo>
                      <a:pt x="729970" y="1139938"/>
                      <a:pt x="885756" y="981633"/>
                      <a:pt x="1078961" y="976887"/>
                    </a:cubicBezTo>
                    <a:close/>
                    <a:moveTo>
                      <a:pt x="1078961" y="1351983"/>
                    </a:moveTo>
                    <a:lnTo>
                      <a:pt x="1078961" y="1359717"/>
                    </a:lnTo>
                    <a:lnTo>
                      <a:pt x="1092150" y="1342983"/>
                    </a:lnTo>
                    <a:lnTo>
                      <a:pt x="1445609" y="1334425"/>
                    </a:lnTo>
                    <a:cubicBezTo>
                      <a:pt x="1445516" y="1531663"/>
                      <a:pt x="1285036" y="1692114"/>
                      <a:pt x="1087815" y="1692114"/>
                    </a:cubicBezTo>
                    <a:cubicBezTo>
                      <a:pt x="974514" y="1692114"/>
                      <a:pt x="873536" y="1639017"/>
                      <a:pt x="807924" y="1556584"/>
                    </a:cubicBezTo>
                    <a:close/>
                    <a:moveTo>
                      <a:pt x="1106348" y="1324967"/>
                    </a:moveTo>
                    <a:lnTo>
                      <a:pt x="1316038" y="1058943"/>
                    </a:lnTo>
                    <a:cubicBezTo>
                      <a:pt x="1393249" y="1122995"/>
                      <a:pt x="1439952" y="1216568"/>
                      <a:pt x="1444733" y="1316774"/>
                    </a:cubicBezTo>
                    <a:close/>
                    <a:moveTo>
                      <a:pt x="1422382" y="895498"/>
                    </a:moveTo>
                    <a:lnTo>
                      <a:pt x="1312875" y="1034428"/>
                    </a:lnTo>
                    <a:cubicBezTo>
                      <a:pt x="1250460" y="987308"/>
                      <a:pt x="1174809" y="960994"/>
                      <a:pt x="1096623" y="959219"/>
                    </a:cubicBezTo>
                    <a:lnTo>
                      <a:pt x="1096623" y="782382"/>
                    </a:lnTo>
                    <a:cubicBezTo>
                      <a:pt x="1214544" y="784128"/>
                      <a:pt x="1328762" y="823793"/>
                      <a:pt x="1422382" y="895510"/>
                    </a:cubicBezTo>
                    <a:close/>
                    <a:moveTo>
                      <a:pt x="535697" y="1334262"/>
                    </a:moveTo>
                    <a:cubicBezTo>
                      <a:pt x="535697" y="1032798"/>
                      <a:pt x="778605" y="787146"/>
                      <a:pt x="1078961" y="782393"/>
                    </a:cubicBezTo>
                    <a:lnTo>
                      <a:pt x="1078961" y="959230"/>
                    </a:lnTo>
                    <a:cubicBezTo>
                      <a:pt x="876020" y="963988"/>
                      <a:pt x="712308" y="1130207"/>
                      <a:pt x="712308" y="1334262"/>
                    </a:cubicBezTo>
                    <a:cubicBezTo>
                      <a:pt x="712308" y="1415924"/>
                      <a:pt x="738807" y="1491354"/>
                      <a:pt x="783241" y="1553009"/>
                    </a:cubicBezTo>
                    <a:lnTo>
                      <a:pt x="642094" y="1659540"/>
                    </a:lnTo>
                    <a:cubicBezTo>
                      <a:pt x="575274" y="1568264"/>
                      <a:pt x="535697" y="1455821"/>
                      <a:pt x="535697" y="1334262"/>
                    </a:cubicBezTo>
                    <a:close/>
                    <a:moveTo>
                      <a:pt x="1639876" y="1334262"/>
                    </a:moveTo>
                    <a:cubicBezTo>
                      <a:pt x="1639876" y="1638692"/>
                      <a:pt x="1392199" y="1886369"/>
                      <a:pt x="1087775" y="1886369"/>
                    </a:cubicBezTo>
                    <a:cubicBezTo>
                      <a:pt x="911234" y="1886369"/>
                      <a:pt x="753898" y="1802979"/>
                      <a:pt x="652764" y="1673622"/>
                    </a:cubicBezTo>
                    <a:lnTo>
                      <a:pt x="793807" y="1567179"/>
                    </a:lnTo>
                    <a:cubicBezTo>
                      <a:pt x="862686" y="1653883"/>
                      <a:pt x="968740" y="1709753"/>
                      <a:pt x="1087815" y="1709753"/>
                    </a:cubicBezTo>
                    <a:cubicBezTo>
                      <a:pt x="1294859" y="1709753"/>
                      <a:pt x="1463300" y="1541312"/>
                      <a:pt x="1463300" y="1334262"/>
                    </a:cubicBezTo>
                    <a:cubicBezTo>
                      <a:pt x="1463300" y="1334176"/>
                      <a:pt x="1463300" y="1334094"/>
                      <a:pt x="1463300" y="1334007"/>
                    </a:cubicBezTo>
                    <a:lnTo>
                      <a:pt x="1639812" y="1329737"/>
                    </a:lnTo>
                    <a:cubicBezTo>
                      <a:pt x="1639789" y="1331251"/>
                      <a:pt x="1639893" y="1332742"/>
                      <a:pt x="1639893" y="1334262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2" name="Google Shape;152;p13"/>
              <p:cNvSpPr/>
              <p:nvPr/>
            </p:nvSpPr>
            <p:spPr>
              <a:xfrm>
                <a:off x="-397817" y="220552"/>
                <a:ext cx="951075" cy="790293"/>
              </a:xfrm>
              <a:custGeom>
                <a:avLst/>
                <a:gdLst/>
                <a:ahLst/>
                <a:cxnLst/>
                <a:rect l="l" t="t" r="r" b="b"/>
                <a:pathLst>
                  <a:path w="1086943" h="903192" extrusionOk="0">
                    <a:moveTo>
                      <a:pt x="176543" y="908959"/>
                    </a:moveTo>
                    <a:cubicBezTo>
                      <a:pt x="163116" y="908954"/>
                      <a:pt x="149742" y="907369"/>
                      <a:pt x="136687" y="904242"/>
                    </a:cubicBezTo>
                    <a:cubicBezTo>
                      <a:pt x="44715" y="882263"/>
                      <a:pt x="-12229" y="789548"/>
                      <a:pt x="9744" y="697581"/>
                    </a:cubicBezTo>
                    <a:lnTo>
                      <a:pt x="9744" y="697581"/>
                    </a:lnTo>
                    <a:cubicBezTo>
                      <a:pt x="31735" y="605603"/>
                      <a:pt x="124467" y="548671"/>
                      <a:pt x="216405" y="570644"/>
                    </a:cubicBezTo>
                    <a:cubicBezTo>
                      <a:pt x="308342" y="592618"/>
                      <a:pt x="365321" y="685338"/>
                      <a:pt x="343336" y="777305"/>
                    </a:cubicBezTo>
                    <a:cubicBezTo>
                      <a:pt x="324548" y="855926"/>
                      <a:pt x="254068" y="908959"/>
                      <a:pt x="176543" y="908959"/>
                    </a:cubicBezTo>
                    <a:close/>
                    <a:moveTo>
                      <a:pt x="26925" y="701689"/>
                    </a:moveTo>
                    <a:lnTo>
                      <a:pt x="26925" y="701689"/>
                    </a:lnTo>
                    <a:cubicBezTo>
                      <a:pt x="7197" y="784187"/>
                      <a:pt x="58298" y="867345"/>
                      <a:pt x="140789" y="887067"/>
                    </a:cubicBezTo>
                    <a:cubicBezTo>
                      <a:pt x="223281" y="906789"/>
                      <a:pt x="306445" y="855694"/>
                      <a:pt x="326161" y="773197"/>
                    </a:cubicBezTo>
                    <a:cubicBezTo>
                      <a:pt x="345878" y="690700"/>
                      <a:pt x="294829" y="607541"/>
                      <a:pt x="212303" y="587819"/>
                    </a:cubicBezTo>
                    <a:cubicBezTo>
                      <a:pt x="129776" y="568097"/>
                      <a:pt x="46653" y="619204"/>
                      <a:pt x="26925" y="701689"/>
                    </a:cubicBezTo>
                    <a:close/>
                    <a:moveTo>
                      <a:pt x="176398" y="648999"/>
                    </a:moveTo>
                    <a:cubicBezTo>
                      <a:pt x="225172" y="648999"/>
                      <a:pt x="264709" y="688536"/>
                      <a:pt x="264709" y="737310"/>
                    </a:cubicBezTo>
                    <a:cubicBezTo>
                      <a:pt x="264709" y="786078"/>
                      <a:pt x="225172" y="825615"/>
                      <a:pt x="176404" y="825615"/>
                    </a:cubicBezTo>
                    <a:cubicBezTo>
                      <a:pt x="176404" y="825615"/>
                      <a:pt x="176398" y="825615"/>
                      <a:pt x="176398" y="825615"/>
                    </a:cubicBezTo>
                    <a:cubicBezTo>
                      <a:pt x="127630" y="825615"/>
                      <a:pt x="88093" y="786078"/>
                      <a:pt x="88093" y="737310"/>
                    </a:cubicBezTo>
                    <a:cubicBezTo>
                      <a:pt x="88087" y="688541"/>
                      <a:pt x="127624" y="649004"/>
                      <a:pt x="176392" y="648999"/>
                    </a:cubicBezTo>
                    <a:cubicBezTo>
                      <a:pt x="176392" y="648999"/>
                      <a:pt x="176398" y="648999"/>
                      <a:pt x="176398" y="648999"/>
                    </a:cubicBezTo>
                    <a:close/>
                    <a:moveTo>
                      <a:pt x="1047817" y="682025"/>
                    </a:moveTo>
                    <a:cubicBezTo>
                      <a:pt x="1072205" y="682025"/>
                      <a:pt x="1091973" y="701794"/>
                      <a:pt x="1091973" y="726181"/>
                    </a:cubicBezTo>
                    <a:cubicBezTo>
                      <a:pt x="1091973" y="750568"/>
                      <a:pt x="1072205" y="770336"/>
                      <a:pt x="1047817" y="770336"/>
                    </a:cubicBezTo>
                    <a:cubicBezTo>
                      <a:pt x="1023436" y="770331"/>
                      <a:pt x="1003668" y="750568"/>
                      <a:pt x="1003668" y="726181"/>
                    </a:cubicBezTo>
                    <a:cubicBezTo>
                      <a:pt x="1003668" y="701800"/>
                      <a:pt x="1023436" y="682031"/>
                      <a:pt x="1047817" y="682025"/>
                    </a:cubicBezTo>
                    <a:close/>
                    <a:moveTo>
                      <a:pt x="723910" y="5767"/>
                    </a:moveTo>
                    <a:cubicBezTo>
                      <a:pt x="748297" y="5772"/>
                      <a:pt x="768059" y="25541"/>
                      <a:pt x="768059" y="49922"/>
                    </a:cubicBezTo>
                    <a:cubicBezTo>
                      <a:pt x="768059" y="74309"/>
                      <a:pt x="748297" y="94072"/>
                      <a:pt x="723910" y="94078"/>
                    </a:cubicBezTo>
                    <a:cubicBezTo>
                      <a:pt x="699522" y="94078"/>
                      <a:pt x="679754" y="74309"/>
                      <a:pt x="679754" y="49922"/>
                    </a:cubicBezTo>
                    <a:cubicBezTo>
                      <a:pt x="679754" y="25535"/>
                      <a:pt x="699522" y="5767"/>
                      <a:pt x="723910" y="576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" name="Google Shape;153;p13"/>
              <p:cNvSpPr/>
              <p:nvPr/>
            </p:nvSpPr>
            <p:spPr>
              <a:xfrm>
                <a:off x="481797" y="-559931"/>
                <a:ext cx="593825" cy="371934"/>
              </a:xfrm>
              <a:custGeom>
                <a:avLst/>
                <a:gdLst/>
                <a:ahLst/>
                <a:cxnLst/>
                <a:rect l="l" t="t" r="r" b="b"/>
                <a:pathLst>
                  <a:path w="678657" h="425067" extrusionOk="0">
                    <a:moveTo>
                      <a:pt x="68497" y="32523"/>
                    </a:moveTo>
                    <a:lnTo>
                      <a:pt x="18870" y="32523"/>
                    </a:lnTo>
                    <a:cubicBezTo>
                      <a:pt x="12140" y="32621"/>
                      <a:pt x="6604" y="27248"/>
                      <a:pt x="6506" y="20518"/>
                    </a:cubicBezTo>
                    <a:cubicBezTo>
                      <a:pt x="6506" y="20518"/>
                      <a:pt x="6506" y="20512"/>
                      <a:pt x="6506" y="20512"/>
                    </a:cubicBezTo>
                    <a:lnTo>
                      <a:pt x="6506" y="20332"/>
                    </a:lnTo>
                    <a:cubicBezTo>
                      <a:pt x="6511" y="13503"/>
                      <a:pt x="12047" y="7973"/>
                      <a:pt x="18870" y="7973"/>
                    </a:cubicBezTo>
                    <a:lnTo>
                      <a:pt x="68497" y="7973"/>
                    </a:lnTo>
                    <a:cubicBezTo>
                      <a:pt x="75327" y="7973"/>
                      <a:pt x="80856" y="13503"/>
                      <a:pt x="80862" y="20332"/>
                    </a:cubicBezTo>
                    <a:cubicBezTo>
                      <a:pt x="80862" y="27063"/>
                      <a:pt x="75408" y="32517"/>
                      <a:pt x="68677" y="32517"/>
                    </a:cubicBezTo>
                    <a:close/>
                    <a:moveTo>
                      <a:pt x="80862" y="77201"/>
                    </a:moveTo>
                    <a:cubicBezTo>
                      <a:pt x="80862" y="70371"/>
                      <a:pt x="75327" y="64836"/>
                      <a:pt x="68497" y="64836"/>
                    </a:cubicBezTo>
                    <a:lnTo>
                      <a:pt x="18870" y="64836"/>
                    </a:lnTo>
                    <a:cubicBezTo>
                      <a:pt x="12041" y="64836"/>
                      <a:pt x="6506" y="70371"/>
                      <a:pt x="6506" y="77201"/>
                    </a:cubicBezTo>
                    <a:cubicBezTo>
                      <a:pt x="6511" y="84030"/>
                      <a:pt x="12047" y="89559"/>
                      <a:pt x="18870" y="89559"/>
                    </a:cubicBezTo>
                    <a:lnTo>
                      <a:pt x="68497" y="89559"/>
                    </a:lnTo>
                    <a:cubicBezTo>
                      <a:pt x="75327" y="89559"/>
                      <a:pt x="80856" y="84030"/>
                      <a:pt x="80862" y="77201"/>
                    </a:cubicBezTo>
                    <a:close/>
                    <a:moveTo>
                      <a:pt x="80862" y="134063"/>
                    </a:moveTo>
                    <a:cubicBezTo>
                      <a:pt x="80862" y="127332"/>
                      <a:pt x="75408" y="121878"/>
                      <a:pt x="68677" y="121878"/>
                    </a:cubicBezTo>
                    <a:lnTo>
                      <a:pt x="18870" y="121878"/>
                    </a:lnTo>
                    <a:cubicBezTo>
                      <a:pt x="12140" y="121780"/>
                      <a:pt x="6604" y="127153"/>
                      <a:pt x="6506" y="133883"/>
                    </a:cubicBezTo>
                    <a:cubicBezTo>
                      <a:pt x="6506" y="133883"/>
                      <a:pt x="6506" y="133883"/>
                      <a:pt x="6506" y="133883"/>
                    </a:cubicBezTo>
                    <a:lnTo>
                      <a:pt x="6506" y="134063"/>
                    </a:lnTo>
                    <a:cubicBezTo>
                      <a:pt x="6506" y="140892"/>
                      <a:pt x="12041" y="146428"/>
                      <a:pt x="18870" y="146428"/>
                    </a:cubicBezTo>
                    <a:lnTo>
                      <a:pt x="68497" y="146428"/>
                    </a:lnTo>
                    <a:cubicBezTo>
                      <a:pt x="75321" y="146422"/>
                      <a:pt x="80850" y="140898"/>
                      <a:pt x="80856" y="134075"/>
                    </a:cubicBezTo>
                    <a:close/>
                    <a:moveTo>
                      <a:pt x="80862" y="190926"/>
                    </a:moveTo>
                    <a:cubicBezTo>
                      <a:pt x="80862" y="184195"/>
                      <a:pt x="75408" y="178741"/>
                      <a:pt x="68677" y="178741"/>
                    </a:cubicBezTo>
                    <a:lnTo>
                      <a:pt x="18870" y="178741"/>
                    </a:lnTo>
                    <a:cubicBezTo>
                      <a:pt x="12093" y="177929"/>
                      <a:pt x="5937" y="182762"/>
                      <a:pt x="5119" y="189539"/>
                    </a:cubicBezTo>
                    <a:cubicBezTo>
                      <a:pt x="4306" y="196316"/>
                      <a:pt x="9140" y="202472"/>
                      <a:pt x="15917" y="203291"/>
                    </a:cubicBezTo>
                    <a:cubicBezTo>
                      <a:pt x="16897" y="203406"/>
                      <a:pt x="17889" y="203406"/>
                      <a:pt x="18870" y="203291"/>
                    </a:cubicBezTo>
                    <a:lnTo>
                      <a:pt x="68497" y="203291"/>
                    </a:lnTo>
                    <a:cubicBezTo>
                      <a:pt x="75315" y="203285"/>
                      <a:pt x="80844" y="197761"/>
                      <a:pt x="80856" y="190943"/>
                    </a:cubicBezTo>
                    <a:close/>
                    <a:moveTo>
                      <a:pt x="80862" y="247788"/>
                    </a:moveTo>
                    <a:cubicBezTo>
                      <a:pt x="80862" y="241058"/>
                      <a:pt x="75408" y="235604"/>
                      <a:pt x="68677" y="235604"/>
                    </a:cubicBezTo>
                    <a:lnTo>
                      <a:pt x="18870" y="235604"/>
                    </a:lnTo>
                    <a:cubicBezTo>
                      <a:pt x="12093" y="234791"/>
                      <a:pt x="5937" y="239624"/>
                      <a:pt x="5119" y="246402"/>
                    </a:cubicBezTo>
                    <a:cubicBezTo>
                      <a:pt x="4306" y="253179"/>
                      <a:pt x="9140" y="259335"/>
                      <a:pt x="15917" y="260153"/>
                    </a:cubicBezTo>
                    <a:cubicBezTo>
                      <a:pt x="16897" y="260269"/>
                      <a:pt x="17889" y="260269"/>
                      <a:pt x="18870" y="260153"/>
                    </a:cubicBezTo>
                    <a:lnTo>
                      <a:pt x="68497" y="260153"/>
                    </a:lnTo>
                    <a:cubicBezTo>
                      <a:pt x="75327" y="260153"/>
                      <a:pt x="80862" y="254618"/>
                      <a:pt x="80862" y="247788"/>
                    </a:cubicBezTo>
                    <a:close/>
                    <a:moveTo>
                      <a:pt x="80862" y="304651"/>
                    </a:moveTo>
                    <a:cubicBezTo>
                      <a:pt x="80862" y="297920"/>
                      <a:pt x="75408" y="292466"/>
                      <a:pt x="68677" y="292466"/>
                    </a:cubicBezTo>
                    <a:lnTo>
                      <a:pt x="18870" y="292466"/>
                    </a:lnTo>
                    <a:cubicBezTo>
                      <a:pt x="12093" y="291654"/>
                      <a:pt x="5931" y="296487"/>
                      <a:pt x="5119" y="303270"/>
                    </a:cubicBezTo>
                    <a:cubicBezTo>
                      <a:pt x="5119" y="303270"/>
                      <a:pt x="5119" y="303270"/>
                      <a:pt x="5119" y="303270"/>
                    </a:cubicBezTo>
                    <a:cubicBezTo>
                      <a:pt x="4306" y="310047"/>
                      <a:pt x="9140" y="316203"/>
                      <a:pt x="15917" y="317016"/>
                    </a:cubicBezTo>
                    <a:cubicBezTo>
                      <a:pt x="15917" y="317016"/>
                      <a:pt x="15917" y="317016"/>
                      <a:pt x="15917" y="317016"/>
                    </a:cubicBezTo>
                    <a:cubicBezTo>
                      <a:pt x="16897" y="317138"/>
                      <a:pt x="17889" y="317138"/>
                      <a:pt x="18870" y="317016"/>
                    </a:cubicBezTo>
                    <a:lnTo>
                      <a:pt x="68497" y="317016"/>
                    </a:lnTo>
                    <a:cubicBezTo>
                      <a:pt x="75321" y="317021"/>
                      <a:pt x="80856" y="311486"/>
                      <a:pt x="80862" y="304663"/>
                    </a:cubicBezTo>
                    <a:cubicBezTo>
                      <a:pt x="80862" y="304663"/>
                      <a:pt x="80862" y="304657"/>
                      <a:pt x="80862" y="304657"/>
                    </a:cubicBezTo>
                    <a:close/>
                    <a:moveTo>
                      <a:pt x="80862" y="361514"/>
                    </a:moveTo>
                    <a:cubicBezTo>
                      <a:pt x="80862" y="354783"/>
                      <a:pt x="75408" y="349329"/>
                      <a:pt x="68677" y="349329"/>
                    </a:cubicBezTo>
                    <a:lnTo>
                      <a:pt x="18870" y="349329"/>
                    </a:lnTo>
                    <a:cubicBezTo>
                      <a:pt x="12093" y="348516"/>
                      <a:pt x="5937" y="353350"/>
                      <a:pt x="5119" y="360127"/>
                    </a:cubicBezTo>
                    <a:cubicBezTo>
                      <a:pt x="4306" y="366904"/>
                      <a:pt x="9140" y="373060"/>
                      <a:pt x="15917" y="373878"/>
                    </a:cubicBezTo>
                    <a:cubicBezTo>
                      <a:pt x="16897" y="373994"/>
                      <a:pt x="17889" y="373994"/>
                      <a:pt x="18870" y="373878"/>
                    </a:cubicBezTo>
                    <a:lnTo>
                      <a:pt x="68497" y="373878"/>
                    </a:lnTo>
                    <a:cubicBezTo>
                      <a:pt x="75327" y="373878"/>
                      <a:pt x="80862" y="368343"/>
                      <a:pt x="80862" y="361514"/>
                    </a:cubicBezTo>
                    <a:close/>
                    <a:moveTo>
                      <a:pt x="80862" y="418562"/>
                    </a:moveTo>
                    <a:cubicBezTo>
                      <a:pt x="80862" y="411732"/>
                      <a:pt x="75327" y="406197"/>
                      <a:pt x="68497" y="406197"/>
                    </a:cubicBezTo>
                    <a:lnTo>
                      <a:pt x="18870" y="406197"/>
                    </a:lnTo>
                    <a:cubicBezTo>
                      <a:pt x="12093" y="405385"/>
                      <a:pt x="5937" y="410218"/>
                      <a:pt x="5119" y="416995"/>
                    </a:cubicBezTo>
                    <a:cubicBezTo>
                      <a:pt x="4306" y="423772"/>
                      <a:pt x="9140" y="429928"/>
                      <a:pt x="15917" y="430747"/>
                    </a:cubicBezTo>
                    <a:cubicBezTo>
                      <a:pt x="16897" y="430863"/>
                      <a:pt x="17889" y="430863"/>
                      <a:pt x="18870" y="430747"/>
                    </a:cubicBezTo>
                    <a:lnTo>
                      <a:pt x="68497" y="430747"/>
                    </a:lnTo>
                    <a:cubicBezTo>
                      <a:pt x="75228" y="430845"/>
                      <a:pt x="80763" y="425472"/>
                      <a:pt x="80862" y="418742"/>
                    </a:cubicBezTo>
                    <a:cubicBezTo>
                      <a:pt x="80862" y="418742"/>
                      <a:pt x="80862" y="418736"/>
                      <a:pt x="80862" y="418736"/>
                    </a:cubicBezTo>
                    <a:close/>
                    <a:moveTo>
                      <a:pt x="267012" y="20292"/>
                    </a:moveTo>
                    <a:cubicBezTo>
                      <a:pt x="267017" y="13532"/>
                      <a:pt x="261586" y="8025"/>
                      <a:pt x="254827" y="7933"/>
                    </a:cubicBezTo>
                    <a:lnTo>
                      <a:pt x="124124" y="7933"/>
                    </a:lnTo>
                    <a:cubicBezTo>
                      <a:pt x="117335" y="8025"/>
                      <a:pt x="111858" y="13503"/>
                      <a:pt x="111765" y="20292"/>
                    </a:cubicBezTo>
                    <a:cubicBezTo>
                      <a:pt x="111858" y="27051"/>
                      <a:pt x="117364" y="32476"/>
                      <a:pt x="124124" y="32476"/>
                    </a:cubicBezTo>
                    <a:lnTo>
                      <a:pt x="254821" y="32476"/>
                    </a:lnTo>
                    <a:cubicBezTo>
                      <a:pt x="261552" y="32476"/>
                      <a:pt x="267006" y="27022"/>
                      <a:pt x="267006" y="20292"/>
                    </a:cubicBezTo>
                    <a:close/>
                    <a:moveTo>
                      <a:pt x="267012" y="77154"/>
                    </a:moveTo>
                    <a:cubicBezTo>
                      <a:pt x="267012" y="70394"/>
                      <a:pt x="261586" y="64888"/>
                      <a:pt x="254827" y="64789"/>
                    </a:cubicBezTo>
                    <a:lnTo>
                      <a:pt x="124124" y="64789"/>
                    </a:lnTo>
                    <a:cubicBezTo>
                      <a:pt x="117295" y="64795"/>
                      <a:pt x="111765" y="70325"/>
                      <a:pt x="111765" y="77154"/>
                    </a:cubicBezTo>
                    <a:cubicBezTo>
                      <a:pt x="111765" y="83977"/>
                      <a:pt x="117300" y="89513"/>
                      <a:pt x="124124" y="89513"/>
                    </a:cubicBezTo>
                    <a:lnTo>
                      <a:pt x="254821" y="89513"/>
                    </a:lnTo>
                    <a:cubicBezTo>
                      <a:pt x="261581" y="89420"/>
                      <a:pt x="267012" y="83914"/>
                      <a:pt x="267006" y="77154"/>
                    </a:cubicBezTo>
                    <a:close/>
                    <a:moveTo>
                      <a:pt x="267012" y="134017"/>
                    </a:moveTo>
                    <a:cubicBezTo>
                      <a:pt x="267012" y="127286"/>
                      <a:pt x="261557" y="121832"/>
                      <a:pt x="254827" y="121832"/>
                    </a:cubicBezTo>
                    <a:lnTo>
                      <a:pt x="124124" y="121832"/>
                    </a:lnTo>
                    <a:cubicBezTo>
                      <a:pt x="117364" y="121826"/>
                      <a:pt x="111858" y="127257"/>
                      <a:pt x="111765" y="134017"/>
                    </a:cubicBezTo>
                    <a:cubicBezTo>
                      <a:pt x="111858" y="140806"/>
                      <a:pt x="117335" y="146283"/>
                      <a:pt x="124124" y="146381"/>
                    </a:cubicBezTo>
                    <a:lnTo>
                      <a:pt x="254821" y="146381"/>
                    </a:lnTo>
                    <a:cubicBezTo>
                      <a:pt x="261581" y="146283"/>
                      <a:pt x="267006" y="140776"/>
                      <a:pt x="267006" y="134017"/>
                    </a:cubicBezTo>
                    <a:close/>
                    <a:moveTo>
                      <a:pt x="267012" y="190879"/>
                    </a:moveTo>
                    <a:cubicBezTo>
                      <a:pt x="267012" y="184149"/>
                      <a:pt x="261557" y="178694"/>
                      <a:pt x="254827" y="178694"/>
                    </a:cubicBezTo>
                    <a:lnTo>
                      <a:pt x="124124" y="178694"/>
                    </a:lnTo>
                    <a:cubicBezTo>
                      <a:pt x="117347" y="177882"/>
                      <a:pt x="111191" y="182716"/>
                      <a:pt x="110378" y="189492"/>
                    </a:cubicBezTo>
                    <a:cubicBezTo>
                      <a:pt x="110378" y="189492"/>
                      <a:pt x="110378" y="189492"/>
                      <a:pt x="110378" y="189492"/>
                    </a:cubicBezTo>
                    <a:cubicBezTo>
                      <a:pt x="109560" y="196270"/>
                      <a:pt x="114394" y="202426"/>
                      <a:pt x="121170" y="203244"/>
                    </a:cubicBezTo>
                    <a:cubicBezTo>
                      <a:pt x="121170" y="203244"/>
                      <a:pt x="121176" y="203244"/>
                      <a:pt x="121176" y="203244"/>
                    </a:cubicBezTo>
                    <a:cubicBezTo>
                      <a:pt x="122157" y="203360"/>
                      <a:pt x="123143" y="203360"/>
                      <a:pt x="124124" y="203244"/>
                    </a:cubicBezTo>
                    <a:lnTo>
                      <a:pt x="254821" y="203244"/>
                    </a:lnTo>
                    <a:cubicBezTo>
                      <a:pt x="261552" y="203244"/>
                      <a:pt x="267006" y="197790"/>
                      <a:pt x="267006" y="191059"/>
                    </a:cubicBezTo>
                    <a:cubicBezTo>
                      <a:pt x="267006" y="191001"/>
                      <a:pt x="267006" y="190937"/>
                      <a:pt x="267006" y="190879"/>
                    </a:cubicBezTo>
                    <a:close/>
                    <a:moveTo>
                      <a:pt x="267012" y="247742"/>
                    </a:moveTo>
                    <a:cubicBezTo>
                      <a:pt x="267012" y="241011"/>
                      <a:pt x="261557" y="235557"/>
                      <a:pt x="254827" y="235557"/>
                    </a:cubicBezTo>
                    <a:lnTo>
                      <a:pt x="124124" y="235557"/>
                    </a:lnTo>
                    <a:cubicBezTo>
                      <a:pt x="117347" y="234745"/>
                      <a:pt x="111191" y="239578"/>
                      <a:pt x="110378" y="246355"/>
                    </a:cubicBezTo>
                    <a:cubicBezTo>
                      <a:pt x="110378" y="246355"/>
                      <a:pt x="110378" y="246355"/>
                      <a:pt x="110378" y="246355"/>
                    </a:cubicBezTo>
                    <a:cubicBezTo>
                      <a:pt x="109560" y="253132"/>
                      <a:pt x="114394" y="259288"/>
                      <a:pt x="121170" y="260107"/>
                    </a:cubicBezTo>
                    <a:cubicBezTo>
                      <a:pt x="121170" y="260107"/>
                      <a:pt x="121176" y="260107"/>
                      <a:pt x="121176" y="260107"/>
                    </a:cubicBezTo>
                    <a:cubicBezTo>
                      <a:pt x="122157" y="260228"/>
                      <a:pt x="123143" y="260228"/>
                      <a:pt x="124124" y="260107"/>
                    </a:cubicBezTo>
                    <a:lnTo>
                      <a:pt x="254821" y="260107"/>
                    </a:lnTo>
                    <a:cubicBezTo>
                      <a:pt x="261552" y="260107"/>
                      <a:pt x="267006" y="254653"/>
                      <a:pt x="267006" y="247922"/>
                    </a:cubicBezTo>
                    <a:cubicBezTo>
                      <a:pt x="267006" y="247864"/>
                      <a:pt x="267006" y="247806"/>
                      <a:pt x="267006" y="247742"/>
                    </a:cubicBezTo>
                    <a:close/>
                    <a:moveTo>
                      <a:pt x="423494" y="304605"/>
                    </a:moveTo>
                    <a:cubicBezTo>
                      <a:pt x="423494" y="297874"/>
                      <a:pt x="418040" y="292420"/>
                      <a:pt x="411309" y="292420"/>
                    </a:cubicBezTo>
                    <a:lnTo>
                      <a:pt x="280606" y="292420"/>
                    </a:lnTo>
                    <a:cubicBezTo>
                      <a:pt x="273829" y="291601"/>
                      <a:pt x="267673" y="296435"/>
                      <a:pt x="266855" y="303212"/>
                    </a:cubicBezTo>
                    <a:cubicBezTo>
                      <a:pt x="266855" y="303212"/>
                      <a:pt x="266855" y="303218"/>
                      <a:pt x="266855" y="303218"/>
                    </a:cubicBezTo>
                    <a:cubicBezTo>
                      <a:pt x="266043" y="310001"/>
                      <a:pt x="270882" y="316151"/>
                      <a:pt x="277659" y="316969"/>
                    </a:cubicBezTo>
                    <a:cubicBezTo>
                      <a:pt x="278639" y="317085"/>
                      <a:pt x="279626" y="317085"/>
                      <a:pt x="280606" y="316969"/>
                    </a:cubicBezTo>
                    <a:lnTo>
                      <a:pt x="411123" y="316969"/>
                    </a:lnTo>
                    <a:cubicBezTo>
                      <a:pt x="417953" y="316969"/>
                      <a:pt x="423488" y="311434"/>
                      <a:pt x="423488" y="304605"/>
                    </a:cubicBezTo>
                    <a:close/>
                    <a:moveTo>
                      <a:pt x="423494" y="361467"/>
                    </a:moveTo>
                    <a:cubicBezTo>
                      <a:pt x="423494" y="354736"/>
                      <a:pt x="418040" y="349282"/>
                      <a:pt x="411309" y="349282"/>
                    </a:cubicBezTo>
                    <a:lnTo>
                      <a:pt x="280606" y="349282"/>
                    </a:lnTo>
                    <a:cubicBezTo>
                      <a:pt x="273829" y="348470"/>
                      <a:pt x="267673" y="353303"/>
                      <a:pt x="266855" y="360080"/>
                    </a:cubicBezTo>
                    <a:cubicBezTo>
                      <a:pt x="266043" y="366857"/>
                      <a:pt x="270882" y="373014"/>
                      <a:pt x="277659" y="373832"/>
                    </a:cubicBezTo>
                    <a:cubicBezTo>
                      <a:pt x="278639" y="373948"/>
                      <a:pt x="279626" y="373948"/>
                      <a:pt x="280606" y="373832"/>
                    </a:cubicBezTo>
                    <a:lnTo>
                      <a:pt x="411123" y="373832"/>
                    </a:lnTo>
                    <a:cubicBezTo>
                      <a:pt x="417953" y="373832"/>
                      <a:pt x="423488" y="368296"/>
                      <a:pt x="423488" y="361467"/>
                    </a:cubicBezTo>
                    <a:close/>
                    <a:moveTo>
                      <a:pt x="423494" y="418515"/>
                    </a:moveTo>
                    <a:cubicBezTo>
                      <a:pt x="423494" y="411686"/>
                      <a:pt x="417958" y="406151"/>
                      <a:pt x="411129" y="406151"/>
                    </a:cubicBezTo>
                    <a:lnTo>
                      <a:pt x="280606" y="406151"/>
                    </a:lnTo>
                    <a:cubicBezTo>
                      <a:pt x="273829" y="405338"/>
                      <a:pt x="267673" y="410172"/>
                      <a:pt x="266855" y="416949"/>
                    </a:cubicBezTo>
                    <a:cubicBezTo>
                      <a:pt x="266043" y="423726"/>
                      <a:pt x="270876" y="429888"/>
                      <a:pt x="277659" y="430700"/>
                    </a:cubicBezTo>
                    <a:cubicBezTo>
                      <a:pt x="277659" y="430700"/>
                      <a:pt x="277659" y="430700"/>
                      <a:pt x="277659" y="430700"/>
                    </a:cubicBezTo>
                    <a:cubicBezTo>
                      <a:pt x="278639" y="430816"/>
                      <a:pt x="279626" y="430816"/>
                      <a:pt x="280606" y="430700"/>
                    </a:cubicBezTo>
                    <a:lnTo>
                      <a:pt x="411123" y="430700"/>
                    </a:lnTo>
                    <a:cubicBezTo>
                      <a:pt x="417854" y="430799"/>
                      <a:pt x="423390" y="425426"/>
                      <a:pt x="423488" y="418695"/>
                    </a:cubicBezTo>
                    <a:cubicBezTo>
                      <a:pt x="423488" y="418695"/>
                      <a:pt x="423488" y="418690"/>
                      <a:pt x="423488" y="418690"/>
                    </a:cubicBezTo>
                    <a:lnTo>
                      <a:pt x="423488" y="418515"/>
                    </a:lnTo>
                    <a:close/>
                    <a:moveTo>
                      <a:pt x="324588" y="20245"/>
                    </a:moveTo>
                    <a:cubicBezTo>
                      <a:pt x="324686" y="12348"/>
                      <a:pt x="318368" y="5867"/>
                      <a:pt x="310471" y="5768"/>
                    </a:cubicBezTo>
                    <a:cubicBezTo>
                      <a:pt x="310471" y="5768"/>
                      <a:pt x="310465" y="5768"/>
                      <a:pt x="310459" y="5768"/>
                    </a:cubicBezTo>
                    <a:cubicBezTo>
                      <a:pt x="302562" y="5670"/>
                      <a:pt x="296081" y="11988"/>
                      <a:pt x="295983" y="19885"/>
                    </a:cubicBezTo>
                    <a:cubicBezTo>
                      <a:pt x="295983" y="19885"/>
                      <a:pt x="295983" y="19891"/>
                      <a:pt x="295983" y="19897"/>
                    </a:cubicBezTo>
                    <a:cubicBezTo>
                      <a:pt x="295884" y="27794"/>
                      <a:pt x="302208" y="34275"/>
                      <a:pt x="310111" y="34374"/>
                    </a:cubicBezTo>
                    <a:cubicBezTo>
                      <a:pt x="310111" y="34374"/>
                      <a:pt x="310111" y="34374"/>
                      <a:pt x="310111" y="34374"/>
                    </a:cubicBezTo>
                    <a:lnTo>
                      <a:pt x="310285" y="34374"/>
                    </a:lnTo>
                    <a:cubicBezTo>
                      <a:pt x="318118" y="34379"/>
                      <a:pt x="324495" y="28078"/>
                      <a:pt x="324588" y="20245"/>
                    </a:cubicBezTo>
                    <a:close/>
                    <a:moveTo>
                      <a:pt x="367154" y="20245"/>
                    </a:moveTo>
                    <a:cubicBezTo>
                      <a:pt x="367252" y="12348"/>
                      <a:pt x="360934" y="5867"/>
                      <a:pt x="353037" y="5768"/>
                    </a:cubicBezTo>
                    <a:cubicBezTo>
                      <a:pt x="353037" y="5768"/>
                      <a:pt x="353031" y="5768"/>
                      <a:pt x="353025" y="5768"/>
                    </a:cubicBezTo>
                    <a:cubicBezTo>
                      <a:pt x="345128" y="5658"/>
                      <a:pt x="338635" y="11965"/>
                      <a:pt x="338519" y="19868"/>
                    </a:cubicBezTo>
                    <a:cubicBezTo>
                      <a:pt x="338519" y="19874"/>
                      <a:pt x="338519" y="19885"/>
                      <a:pt x="338519" y="19897"/>
                    </a:cubicBezTo>
                    <a:cubicBezTo>
                      <a:pt x="338426" y="27794"/>
                      <a:pt x="344751" y="34275"/>
                      <a:pt x="352648" y="34374"/>
                    </a:cubicBezTo>
                    <a:cubicBezTo>
                      <a:pt x="352770" y="34374"/>
                      <a:pt x="352886" y="34374"/>
                      <a:pt x="353002" y="34374"/>
                    </a:cubicBezTo>
                    <a:cubicBezTo>
                      <a:pt x="360800" y="34588"/>
                      <a:pt x="367293" y="28438"/>
                      <a:pt x="367508" y="20645"/>
                    </a:cubicBezTo>
                    <a:cubicBezTo>
                      <a:pt x="367508" y="20628"/>
                      <a:pt x="367508" y="20616"/>
                      <a:pt x="367508" y="20605"/>
                    </a:cubicBezTo>
                    <a:cubicBezTo>
                      <a:pt x="367508" y="20483"/>
                      <a:pt x="367508" y="20367"/>
                      <a:pt x="367508" y="20245"/>
                    </a:cubicBezTo>
                    <a:close/>
                    <a:moveTo>
                      <a:pt x="409893" y="20245"/>
                    </a:moveTo>
                    <a:cubicBezTo>
                      <a:pt x="409992" y="12348"/>
                      <a:pt x="403673" y="5867"/>
                      <a:pt x="395776" y="5768"/>
                    </a:cubicBezTo>
                    <a:cubicBezTo>
                      <a:pt x="395776" y="5768"/>
                      <a:pt x="395771" y="5768"/>
                      <a:pt x="395765" y="5768"/>
                    </a:cubicBezTo>
                    <a:cubicBezTo>
                      <a:pt x="387868" y="5652"/>
                      <a:pt x="381375" y="11959"/>
                      <a:pt x="381259" y="19856"/>
                    </a:cubicBezTo>
                    <a:cubicBezTo>
                      <a:pt x="381259" y="19868"/>
                      <a:pt x="381259" y="19880"/>
                      <a:pt x="381259" y="19897"/>
                    </a:cubicBezTo>
                    <a:cubicBezTo>
                      <a:pt x="381160" y="27794"/>
                      <a:pt x="387485" y="34275"/>
                      <a:pt x="395382" y="34374"/>
                    </a:cubicBezTo>
                    <a:lnTo>
                      <a:pt x="395562" y="34374"/>
                    </a:lnTo>
                    <a:cubicBezTo>
                      <a:pt x="403395" y="34379"/>
                      <a:pt x="409771" y="28078"/>
                      <a:pt x="409864" y="20245"/>
                    </a:cubicBezTo>
                    <a:close/>
                    <a:moveTo>
                      <a:pt x="452459" y="20245"/>
                    </a:moveTo>
                    <a:cubicBezTo>
                      <a:pt x="452558" y="12348"/>
                      <a:pt x="446233" y="5867"/>
                      <a:pt x="438331" y="5768"/>
                    </a:cubicBezTo>
                    <a:cubicBezTo>
                      <a:pt x="438331" y="5768"/>
                      <a:pt x="438331" y="5768"/>
                      <a:pt x="438331" y="5768"/>
                    </a:cubicBezTo>
                    <a:cubicBezTo>
                      <a:pt x="430433" y="5658"/>
                      <a:pt x="423941" y="11965"/>
                      <a:pt x="423825" y="19868"/>
                    </a:cubicBezTo>
                    <a:cubicBezTo>
                      <a:pt x="423825" y="19874"/>
                      <a:pt x="423825" y="19885"/>
                      <a:pt x="423825" y="19897"/>
                    </a:cubicBezTo>
                    <a:cubicBezTo>
                      <a:pt x="423732" y="27794"/>
                      <a:pt x="430056" y="34275"/>
                      <a:pt x="437953" y="34374"/>
                    </a:cubicBezTo>
                    <a:cubicBezTo>
                      <a:pt x="438075" y="34374"/>
                      <a:pt x="438191" y="34374"/>
                      <a:pt x="438307" y="34374"/>
                    </a:cubicBezTo>
                    <a:cubicBezTo>
                      <a:pt x="446111" y="34374"/>
                      <a:pt x="452436" y="28049"/>
                      <a:pt x="452436" y="20245"/>
                    </a:cubicBezTo>
                    <a:close/>
                    <a:moveTo>
                      <a:pt x="495199" y="20245"/>
                    </a:moveTo>
                    <a:cubicBezTo>
                      <a:pt x="495297" y="12348"/>
                      <a:pt x="488979" y="5867"/>
                      <a:pt x="481082" y="5768"/>
                    </a:cubicBezTo>
                    <a:cubicBezTo>
                      <a:pt x="481082" y="5768"/>
                      <a:pt x="481076" y="5768"/>
                      <a:pt x="481070" y="5768"/>
                    </a:cubicBezTo>
                    <a:cubicBezTo>
                      <a:pt x="473168" y="5658"/>
                      <a:pt x="466675" y="11977"/>
                      <a:pt x="466564" y="19880"/>
                    </a:cubicBezTo>
                    <a:cubicBezTo>
                      <a:pt x="466564" y="19885"/>
                      <a:pt x="466564" y="19891"/>
                      <a:pt x="466564" y="19897"/>
                    </a:cubicBezTo>
                    <a:cubicBezTo>
                      <a:pt x="466472" y="27800"/>
                      <a:pt x="472796" y="34281"/>
                      <a:pt x="480699" y="34374"/>
                    </a:cubicBezTo>
                    <a:cubicBezTo>
                      <a:pt x="480815" y="34374"/>
                      <a:pt x="480931" y="34374"/>
                      <a:pt x="481047" y="34374"/>
                    </a:cubicBezTo>
                    <a:cubicBezTo>
                      <a:pt x="488851" y="34374"/>
                      <a:pt x="495176" y="28049"/>
                      <a:pt x="495176" y="20245"/>
                    </a:cubicBezTo>
                    <a:close/>
                    <a:moveTo>
                      <a:pt x="537939" y="20245"/>
                    </a:moveTo>
                    <a:cubicBezTo>
                      <a:pt x="538037" y="12348"/>
                      <a:pt x="531719" y="5867"/>
                      <a:pt x="523822" y="5768"/>
                    </a:cubicBezTo>
                    <a:cubicBezTo>
                      <a:pt x="523822" y="5768"/>
                      <a:pt x="523816" y="5768"/>
                      <a:pt x="523810" y="5768"/>
                    </a:cubicBezTo>
                    <a:cubicBezTo>
                      <a:pt x="515913" y="5670"/>
                      <a:pt x="509432" y="11988"/>
                      <a:pt x="509333" y="19885"/>
                    </a:cubicBezTo>
                    <a:cubicBezTo>
                      <a:pt x="509333" y="19885"/>
                      <a:pt x="509333" y="19891"/>
                      <a:pt x="509333" y="19897"/>
                    </a:cubicBezTo>
                    <a:cubicBezTo>
                      <a:pt x="509235" y="27794"/>
                      <a:pt x="515559" y="34275"/>
                      <a:pt x="523462" y="34374"/>
                    </a:cubicBezTo>
                    <a:cubicBezTo>
                      <a:pt x="523462" y="34374"/>
                      <a:pt x="523462" y="34374"/>
                      <a:pt x="523462" y="34374"/>
                    </a:cubicBezTo>
                    <a:lnTo>
                      <a:pt x="523636" y="34374"/>
                    </a:lnTo>
                    <a:cubicBezTo>
                      <a:pt x="531469" y="34379"/>
                      <a:pt x="537846" y="28078"/>
                      <a:pt x="537939" y="20245"/>
                    </a:cubicBezTo>
                    <a:close/>
                    <a:moveTo>
                      <a:pt x="324588" y="133970"/>
                    </a:moveTo>
                    <a:cubicBezTo>
                      <a:pt x="324588" y="126067"/>
                      <a:pt x="318188" y="119668"/>
                      <a:pt x="310285" y="119662"/>
                    </a:cubicBezTo>
                    <a:cubicBezTo>
                      <a:pt x="302382" y="119662"/>
                      <a:pt x="295977" y="126067"/>
                      <a:pt x="295977" y="133970"/>
                    </a:cubicBezTo>
                    <a:cubicBezTo>
                      <a:pt x="295930" y="141867"/>
                      <a:pt x="302301" y="148308"/>
                      <a:pt x="310198" y="148354"/>
                    </a:cubicBezTo>
                    <a:cubicBezTo>
                      <a:pt x="310227" y="148354"/>
                      <a:pt x="310250" y="148354"/>
                      <a:pt x="310279" y="148354"/>
                    </a:cubicBezTo>
                    <a:lnTo>
                      <a:pt x="310279" y="148354"/>
                    </a:lnTo>
                    <a:cubicBezTo>
                      <a:pt x="318072" y="148453"/>
                      <a:pt x="324472" y="142221"/>
                      <a:pt x="324582" y="134429"/>
                    </a:cubicBezTo>
                    <a:cubicBezTo>
                      <a:pt x="324582" y="134312"/>
                      <a:pt x="324582" y="134191"/>
                      <a:pt x="324582" y="134075"/>
                    </a:cubicBezTo>
                    <a:close/>
                    <a:moveTo>
                      <a:pt x="367154" y="133970"/>
                    </a:moveTo>
                    <a:cubicBezTo>
                      <a:pt x="367159" y="126073"/>
                      <a:pt x="360760" y="119673"/>
                      <a:pt x="352862" y="119668"/>
                    </a:cubicBezTo>
                    <a:cubicBezTo>
                      <a:pt x="352857" y="119668"/>
                      <a:pt x="352851" y="119668"/>
                      <a:pt x="352845" y="119668"/>
                    </a:cubicBezTo>
                    <a:cubicBezTo>
                      <a:pt x="344948" y="119668"/>
                      <a:pt x="338542" y="126073"/>
                      <a:pt x="338542" y="133970"/>
                    </a:cubicBezTo>
                    <a:cubicBezTo>
                      <a:pt x="338542" y="141873"/>
                      <a:pt x="344948" y="148279"/>
                      <a:pt x="352851" y="148279"/>
                    </a:cubicBezTo>
                    <a:lnTo>
                      <a:pt x="353025" y="148279"/>
                    </a:lnTo>
                    <a:cubicBezTo>
                      <a:pt x="360823" y="148494"/>
                      <a:pt x="367316" y="142343"/>
                      <a:pt x="367531" y="134550"/>
                    </a:cubicBezTo>
                    <a:cubicBezTo>
                      <a:pt x="367531" y="134533"/>
                      <a:pt x="367531" y="134522"/>
                      <a:pt x="367531" y="134510"/>
                    </a:cubicBezTo>
                    <a:cubicBezTo>
                      <a:pt x="367531" y="134330"/>
                      <a:pt x="367531" y="134156"/>
                      <a:pt x="367531" y="133976"/>
                    </a:cubicBezTo>
                    <a:close/>
                    <a:moveTo>
                      <a:pt x="409893" y="133970"/>
                    </a:moveTo>
                    <a:cubicBezTo>
                      <a:pt x="409893" y="126067"/>
                      <a:pt x="403493" y="119668"/>
                      <a:pt x="395591" y="119662"/>
                    </a:cubicBezTo>
                    <a:cubicBezTo>
                      <a:pt x="387688" y="119662"/>
                      <a:pt x="381282" y="126067"/>
                      <a:pt x="381282" y="133970"/>
                    </a:cubicBezTo>
                    <a:cubicBezTo>
                      <a:pt x="381282" y="141867"/>
                      <a:pt x="387688" y="148273"/>
                      <a:pt x="395585" y="148273"/>
                    </a:cubicBezTo>
                    <a:cubicBezTo>
                      <a:pt x="395585" y="148273"/>
                      <a:pt x="395591" y="148273"/>
                      <a:pt x="395591" y="148273"/>
                    </a:cubicBezTo>
                    <a:lnTo>
                      <a:pt x="395591" y="148273"/>
                    </a:lnTo>
                    <a:cubicBezTo>
                      <a:pt x="403383" y="148371"/>
                      <a:pt x="409783" y="142140"/>
                      <a:pt x="409893" y="134347"/>
                    </a:cubicBezTo>
                    <a:cubicBezTo>
                      <a:pt x="409893" y="134231"/>
                      <a:pt x="409893" y="134110"/>
                      <a:pt x="409893" y="133993"/>
                    </a:cubicBezTo>
                    <a:close/>
                    <a:moveTo>
                      <a:pt x="452459" y="133970"/>
                    </a:moveTo>
                    <a:cubicBezTo>
                      <a:pt x="452465" y="126073"/>
                      <a:pt x="446065" y="119673"/>
                      <a:pt x="438168" y="119668"/>
                    </a:cubicBezTo>
                    <a:cubicBezTo>
                      <a:pt x="438162" y="119668"/>
                      <a:pt x="438156" y="119668"/>
                      <a:pt x="438151" y="119668"/>
                    </a:cubicBezTo>
                    <a:cubicBezTo>
                      <a:pt x="430254" y="119668"/>
                      <a:pt x="423848" y="126073"/>
                      <a:pt x="423848" y="133970"/>
                    </a:cubicBezTo>
                    <a:cubicBezTo>
                      <a:pt x="423848" y="141873"/>
                      <a:pt x="430254" y="148279"/>
                      <a:pt x="438156" y="148279"/>
                    </a:cubicBezTo>
                    <a:lnTo>
                      <a:pt x="438331" y="148279"/>
                    </a:lnTo>
                    <a:cubicBezTo>
                      <a:pt x="446129" y="148284"/>
                      <a:pt x="452453" y="141960"/>
                      <a:pt x="452459" y="134162"/>
                    </a:cubicBezTo>
                    <a:cubicBezTo>
                      <a:pt x="452459" y="134162"/>
                      <a:pt x="452459" y="134156"/>
                      <a:pt x="452459" y="134156"/>
                    </a:cubicBezTo>
                    <a:lnTo>
                      <a:pt x="452459" y="133976"/>
                    </a:lnTo>
                    <a:close/>
                    <a:moveTo>
                      <a:pt x="495199" y="133970"/>
                    </a:moveTo>
                    <a:cubicBezTo>
                      <a:pt x="495205" y="126073"/>
                      <a:pt x="488805" y="119673"/>
                      <a:pt x="480908" y="119668"/>
                    </a:cubicBezTo>
                    <a:cubicBezTo>
                      <a:pt x="480902" y="119668"/>
                      <a:pt x="480896" y="119668"/>
                      <a:pt x="480891" y="119668"/>
                    </a:cubicBezTo>
                    <a:cubicBezTo>
                      <a:pt x="472993" y="119668"/>
                      <a:pt x="466588" y="126073"/>
                      <a:pt x="466588" y="133970"/>
                    </a:cubicBezTo>
                    <a:cubicBezTo>
                      <a:pt x="466588" y="141873"/>
                      <a:pt x="472993" y="148279"/>
                      <a:pt x="480896" y="148279"/>
                    </a:cubicBezTo>
                    <a:lnTo>
                      <a:pt x="481070" y="148279"/>
                    </a:lnTo>
                    <a:cubicBezTo>
                      <a:pt x="488869" y="148284"/>
                      <a:pt x="495193" y="141960"/>
                      <a:pt x="495199" y="134162"/>
                    </a:cubicBezTo>
                    <a:cubicBezTo>
                      <a:pt x="495199" y="134162"/>
                      <a:pt x="495199" y="134156"/>
                      <a:pt x="495199" y="134156"/>
                    </a:cubicBezTo>
                    <a:lnTo>
                      <a:pt x="495199" y="133976"/>
                    </a:lnTo>
                    <a:close/>
                    <a:moveTo>
                      <a:pt x="537939" y="133970"/>
                    </a:moveTo>
                    <a:cubicBezTo>
                      <a:pt x="537944" y="126073"/>
                      <a:pt x="531539" y="119668"/>
                      <a:pt x="523642" y="119662"/>
                    </a:cubicBezTo>
                    <a:cubicBezTo>
                      <a:pt x="523642" y="119662"/>
                      <a:pt x="523636" y="119662"/>
                      <a:pt x="523636" y="119662"/>
                    </a:cubicBezTo>
                    <a:cubicBezTo>
                      <a:pt x="515733" y="119662"/>
                      <a:pt x="509327" y="126067"/>
                      <a:pt x="509327" y="133970"/>
                    </a:cubicBezTo>
                    <a:cubicBezTo>
                      <a:pt x="509281" y="141867"/>
                      <a:pt x="515652" y="148308"/>
                      <a:pt x="523549" y="148354"/>
                    </a:cubicBezTo>
                    <a:cubicBezTo>
                      <a:pt x="523578" y="148354"/>
                      <a:pt x="523601" y="148354"/>
                      <a:pt x="523630" y="148354"/>
                    </a:cubicBezTo>
                    <a:lnTo>
                      <a:pt x="523630" y="148354"/>
                    </a:lnTo>
                    <a:cubicBezTo>
                      <a:pt x="531423" y="148453"/>
                      <a:pt x="537823" y="142221"/>
                      <a:pt x="537933" y="134429"/>
                    </a:cubicBezTo>
                    <a:cubicBezTo>
                      <a:pt x="537933" y="134312"/>
                      <a:pt x="537933" y="134191"/>
                      <a:pt x="537933" y="134075"/>
                    </a:cubicBezTo>
                    <a:close/>
                    <a:moveTo>
                      <a:pt x="470295" y="298396"/>
                    </a:moveTo>
                    <a:cubicBezTo>
                      <a:pt x="470295" y="290499"/>
                      <a:pt x="463890" y="284093"/>
                      <a:pt x="455993" y="284093"/>
                    </a:cubicBezTo>
                    <a:cubicBezTo>
                      <a:pt x="448090" y="284093"/>
                      <a:pt x="441684" y="290499"/>
                      <a:pt x="441684" y="298402"/>
                    </a:cubicBezTo>
                    <a:cubicBezTo>
                      <a:pt x="441690" y="306305"/>
                      <a:pt x="448090" y="312704"/>
                      <a:pt x="455993" y="312704"/>
                    </a:cubicBezTo>
                    <a:lnTo>
                      <a:pt x="456167" y="312704"/>
                    </a:lnTo>
                    <a:cubicBezTo>
                      <a:pt x="463971" y="312704"/>
                      <a:pt x="470295" y="306380"/>
                      <a:pt x="470301" y="298576"/>
                    </a:cubicBezTo>
                    <a:cubicBezTo>
                      <a:pt x="470295" y="298634"/>
                      <a:pt x="470290" y="298564"/>
                      <a:pt x="470290" y="298500"/>
                    </a:cubicBezTo>
                    <a:close/>
                    <a:moveTo>
                      <a:pt x="513041" y="298396"/>
                    </a:moveTo>
                    <a:cubicBezTo>
                      <a:pt x="513035" y="290493"/>
                      <a:pt x="506635" y="284093"/>
                      <a:pt x="498733" y="284093"/>
                    </a:cubicBezTo>
                    <a:cubicBezTo>
                      <a:pt x="490830" y="284093"/>
                      <a:pt x="484430" y="290493"/>
                      <a:pt x="484424" y="298396"/>
                    </a:cubicBezTo>
                    <a:cubicBezTo>
                      <a:pt x="484424" y="306299"/>
                      <a:pt x="490830" y="312704"/>
                      <a:pt x="498733" y="312704"/>
                    </a:cubicBezTo>
                    <a:lnTo>
                      <a:pt x="498733" y="312704"/>
                    </a:lnTo>
                    <a:cubicBezTo>
                      <a:pt x="506525" y="312803"/>
                      <a:pt x="512925" y="306572"/>
                      <a:pt x="513041" y="298779"/>
                    </a:cubicBezTo>
                    <a:close/>
                    <a:moveTo>
                      <a:pt x="555601" y="298396"/>
                    </a:moveTo>
                    <a:cubicBezTo>
                      <a:pt x="555601" y="290499"/>
                      <a:pt x="549195" y="284093"/>
                      <a:pt x="541298" y="284093"/>
                    </a:cubicBezTo>
                    <a:cubicBezTo>
                      <a:pt x="533395" y="284093"/>
                      <a:pt x="526990" y="290499"/>
                      <a:pt x="526990" y="298402"/>
                    </a:cubicBezTo>
                    <a:cubicBezTo>
                      <a:pt x="526996" y="306305"/>
                      <a:pt x="533395" y="312704"/>
                      <a:pt x="541298" y="312704"/>
                    </a:cubicBezTo>
                    <a:lnTo>
                      <a:pt x="541472" y="312704"/>
                    </a:lnTo>
                    <a:cubicBezTo>
                      <a:pt x="549276" y="312704"/>
                      <a:pt x="555601" y="306380"/>
                      <a:pt x="555601" y="298576"/>
                    </a:cubicBezTo>
                    <a:lnTo>
                      <a:pt x="555601" y="298396"/>
                    </a:lnTo>
                    <a:close/>
                    <a:moveTo>
                      <a:pt x="598341" y="298396"/>
                    </a:moveTo>
                    <a:cubicBezTo>
                      <a:pt x="598341" y="290499"/>
                      <a:pt x="591935" y="284093"/>
                      <a:pt x="584038" y="284093"/>
                    </a:cubicBezTo>
                    <a:cubicBezTo>
                      <a:pt x="576141" y="284093"/>
                      <a:pt x="569735" y="290493"/>
                      <a:pt x="569730" y="298396"/>
                    </a:cubicBezTo>
                    <a:cubicBezTo>
                      <a:pt x="569730" y="306299"/>
                      <a:pt x="576135" y="312704"/>
                      <a:pt x="584038" y="312704"/>
                    </a:cubicBezTo>
                    <a:lnTo>
                      <a:pt x="584038" y="312704"/>
                    </a:lnTo>
                    <a:cubicBezTo>
                      <a:pt x="591830" y="312803"/>
                      <a:pt x="598231" y="306572"/>
                      <a:pt x="598341" y="298779"/>
                    </a:cubicBezTo>
                    <a:cubicBezTo>
                      <a:pt x="598341" y="298738"/>
                      <a:pt x="598341" y="298634"/>
                      <a:pt x="598335" y="298500"/>
                    </a:cubicBezTo>
                    <a:close/>
                    <a:moveTo>
                      <a:pt x="640906" y="298396"/>
                    </a:moveTo>
                    <a:cubicBezTo>
                      <a:pt x="640906" y="290499"/>
                      <a:pt x="634501" y="284093"/>
                      <a:pt x="626604" y="284093"/>
                    </a:cubicBezTo>
                    <a:cubicBezTo>
                      <a:pt x="618701" y="284093"/>
                      <a:pt x="612295" y="290499"/>
                      <a:pt x="612295" y="298402"/>
                    </a:cubicBezTo>
                    <a:cubicBezTo>
                      <a:pt x="612301" y="306305"/>
                      <a:pt x="618701" y="312704"/>
                      <a:pt x="626604" y="312704"/>
                    </a:cubicBezTo>
                    <a:lnTo>
                      <a:pt x="626778" y="312704"/>
                    </a:lnTo>
                    <a:cubicBezTo>
                      <a:pt x="634582" y="312704"/>
                      <a:pt x="640906" y="306380"/>
                      <a:pt x="640906" y="298576"/>
                    </a:cubicBezTo>
                    <a:lnTo>
                      <a:pt x="640906" y="298396"/>
                    </a:lnTo>
                    <a:close/>
                    <a:moveTo>
                      <a:pt x="683646" y="298396"/>
                    </a:moveTo>
                    <a:cubicBezTo>
                      <a:pt x="683646" y="290499"/>
                      <a:pt x="677241" y="284093"/>
                      <a:pt x="669343" y="284093"/>
                    </a:cubicBezTo>
                    <a:cubicBezTo>
                      <a:pt x="661447" y="284093"/>
                      <a:pt x="655041" y="290493"/>
                      <a:pt x="655035" y="298396"/>
                    </a:cubicBezTo>
                    <a:cubicBezTo>
                      <a:pt x="655035" y="306299"/>
                      <a:pt x="661441" y="312704"/>
                      <a:pt x="669343" y="312704"/>
                    </a:cubicBezTo>
                    <a:lnTo>
                      <a:pt x="669343" y="312704"/>
                    </a:lnTo>
                    <a:cubicBezTo>
                      <a:pt x="677136" y="312803"/>
                      <a:pt x="683536" y="306572"/>
                      <a:pt x="683646" y="298779"/>
                    </a:cubicBezTo>
                    <a:cubicBezTo>
                      <a:pt x="683646" y="298657"/>
                      <a:pt x="683646" y="298541"/>
                      <a:pt x="683646" y="298419"/>
                    </a:cubicBezTo>
                    <a:close/>
                    <a:moveTo>
                      <a:pt x="470295" y="415672"/>
                    </a:moveTo>
                    <a:cubicBezTo>
                      <a:pt x="470295" y="407769"/>
                      <a:pt x="463896" y="401370"/>
                      <a:pt x="455993" y="401364"/>
                    </a:cubicBezTo>
                    <a:cubicBezTo>
                      <a:pt x="448090" y="401364"/>
                      <a:pt x="441684" y="407769"/>
                      <a:pt x="441684" y="415672"/>
                    </a:cubicBezTo>
                    <a:cubicBezTo>
                      <a:pt x="441678" y="423569"/>
                      <a:pt x="448078" y="429969"/>
                      <a:pt x="455975" y="429975"/>
                    </a:cubicBezTo>
                    <a:cubicBezTo>
                      <a:pt x="455981" y="429975"/>
                      <a:pt x="455987" y="429975"/>
                      <a:pt x="455993" y="429975"/>
                    </a:cubicBezTo>
                    <a:lnTo>
                      <a:pt x="456167" y="429975"/>
                    </a:lnTo>
                    <a:cubicBezTo>
                      <a:pt x="463971" y="429998"/>
                      <a:pt x="470313" y="423691"/>
                      <a:pt x="470336" y="415887"/>
                    </a:cubicBezTo>
                    <a:cubicBezTo>
                      <a:pt x="470336" y="415521"/>
                      <a:pt x="470336" y="415156"/>
                      <a:pt x="470295" y="414790"/>
                    </a:cubicBezTo>
                    <a:close/>
                    <a:moveTo>
                      <a:pt x="513041" y="415672"/>
                    </a:moveTo>
                    <a:cubicBezTo>
                      <a:pt x="513041" y="407769"/>
                      <a:pt x="506635" y="401364"/>
                      <a:pt x="498733" y="401364"/>
                    </a:cubicBezTo>
                    <a:cubicBezTo>
                      <a:pt x="490830" y="401364"/>
                      <a:pt x="484424" y="407769"/>
                      <a:pt x="484424" y="415672"/>
                    </a:cubicBezTo>
                    <a:cubicBezTo>
                      <a:pt x="484424" y="423575"/>
                      <a:pt x="490830" y="429975"/>
                      <a:pt x="498733" y="429975"/>
                    </a:cubicBezTo>
                    <a:lnTo>
                      <a:pt x="498733" y="429975"/>
                    </a:lnTo>
                    <a:cubicBezTo>
                      <a:pt x="506531" y="430097"/>
                      <a:pt x="512954" y="423877"/>
                      <a:pt x="513076" y="416078"/>
                    </a:cubicBezTo>
                    <a:cubicBezTo>
                      <a:pt x="513076" y="416067"/>
                      <a:pt x="513076" y="416061"/>
                      <a:pt x="513076" y="416049"/>
                    </a:cubicBezTo>
                    <a:cubicBezTo>
                      <a:pt x="513076" y="415620"/>
                      <a:pt x="513076" y="415197"/>
                      <a:pt x="513041" y="414773"/>
                    </a:cubicBezTo>
                    <a:close/>
                    <a:moveTo>
                      <a:pt x="555601" y="415672"/>
                    </a:moveTo>
                    <a:cubicBezTo>
                      <a:pt x="555601" y="407769"/>
                      <a:pt x="549201" y="401370"/>
                      <a:pt x="541298" y="401364"/>
                    </a:cubicBezTo>
                    <a:cubicBezTo>
                      <a:pt x="533395" y="401364"/>
                      <a:pt x="526990" y="407769"/>
                      <a:pt x="526990" y="415672"/>
                    </a:cubicBezTo>
                    <a:cubicBezTo>
                      <a:pt x="526984" y="423569"/>
                      <a:pt x="533384" y="429969"/>
                      <a:pt x="541281" y="429975"/>
                    </a:cubicBezTo>
                    <a:cubicBezTo>
                      <a:pt x="541287" y="429975"/>
                      <a:pt x="541292" y="429975"/>
                      <a:pt x="541298" y="429975"/>
                    </a:cubicBezTo>
                    <a:lnTo>
                      <a:pt x="541472" y="429975"/>
                    </a:lnTo>
                    <a:cubicBezTo>
                      <a:pt x="549276" y="429998"/>
                      <a:pt x="555618" y="423691"/>
                      <a:pt x="555641" y="415887"/>
                    </a:cubicBezTo>
                    <a:cubicBezTo>
                      <a:pt x="555641" y="415521"/>
                      <a:pt x="555641" y="415156"/>
                      <a:pt x="555601" y="414790"/>
                    </a:cubicBezTo>
                    <a:close/>
                    <a:moveTo>
                      <a:pt x="598341" y="415672"/>
                    </a:moveTo>
                    <a:cubicBezTo>
                      <a:pt x="598346" y="407775"/>
                      <a:pt x="591941" y="401370"/>
                      <a:pt x="584044" y="401364"/>
                    </a:cubicBezTo>
                    <a:cubicBezTo>
                      <a:pt x="584044" y="401364"/>
                      <a:pt x="584038" y="401364"/>
                      <a:pt x="584038" y="401364"/>
                    </a:cubicBezTo>
                    <a:cubicBezTo>
                      <a:pt x="576135" y="401364"/>
                      <a:pt x="569730" y="407769"/>
                      <a:pt x="569730" y="415672"/>
                    </a:cubicBezTo>
                    <a:cubicBezTo>
                      <a:pt x="569735" y="423575"/>
                      <a:pt x="576135" y="429975"/>
                      <a:pt x="584038" y="429975"/>
                    </a:cubicBezTo>
                    <a:lnTo>
                      <a:pt x="584038" y="429975"/>
                    </a:lnTo>
                    <a:cubicBezTo>
                      <a:pt x="591842" y="430097"/>
                      <a:pt x="598259" y="423865"/>
                      <a:pt x="598381" y="416067"/>
                    </a:cubicBezTo>
                    <a:cubicBezTo>
                      <a:pt x="598381" y="416061"/>
                      <a:pt x="598381" y="416055"/>
                      <a:pt x="598381" y="416049"/>
                    </a:cubicBezTo>
                    <a:cubicBezTo>
                      <a:pt x="598381" y="415620"/>
                      <a:pt x="598381" y="415197"/>
                      <a:pt x="598341" y="414773"/>
                    </a:cubicBezTo>
                    <a:close/>
                    <a:moveTo>
                      <a:pt x="640906" y="415672"/>
                    </a:moveTo>
                    <a:cubicBezTo>
                      <a:pt x="640906" y="407769"/>
                      <a:pt x="634507" y="401370"/>
                      <a:pt x="626604" y="401364"/>
                    </a:cubicBezTo>
                    <a:cubicBezTo>
                      <a:pt x="618701" y="401364"/>
                      <a:pt x="612295" y="407769"/>
                      <a:pt x="612295" y="415672"/>
                    </a:cubicBezTo>
                    <a:cubicBezTo>
                      <a:pt x="612290" y="423569"/>
                      <a:pt x="618689" y="429969"/>
                      <a:pt x="626586" y="429975"/>
                    </a:cubicBezTo>
                    <a:cubicBezTo>
                      <a:pt x="626592" y="429975"/>
                      <a:pt x="626598" y="429975"/>
                      <a:pt x="626604" y="429975"/>
                    </a:cubicBezTo>
                    <a:lnTo>
                      <a:pt x="626778" y="429975"/>
                    </a:lnTo>
                    <a:cubicBezTo>
                      <a:pt x="634582" y="429998"/>
                      <a:pt x="640924" y="423691"/>
                      <a:pt x="640947" y="415887"/>
                    </a:cubicBezTo>
                    <a:cubicBezTo>
                      <a:pt x="640947" y="415521"/>
                      <a:pt x="640947" y="415156"/>
                      <a:pt x="640906" y="414790"/>
                    </a:cubicBezTo>
                    <a:close/>
                    <a:moveTo>
                      <a:pt x="683646" y="415672"/>
                    </a:moveTo>
                    <a:cubicBezTo>
                      <a:pt x="683652" y="407775"/>
                      <a:pt x="677246" y="401370"/>
                      <a:pt x="669349" y="401364"/>
                    </a:cubicBezTo>
                    <a:cubicBezTo>
                      <a:pt x="669349" y="401364"/>
                      <a:pt x="669343" y="401364"/>
                      <a:pt x="669343" y="401364"/>
                    </a:cubicBezTo>
                    <a:cubicBezTo>
                      <a:pt x="661441" y="401364"/>
                      <a:pt x="655035" y="407769"/>
                      <a:pt x="655035" y="415672"/>
                    </a:cubicBezTo>
                    <a:cubicBezTo>
                      <a:pt x="655041" y="423575"/>
                      <a:pt x="661441" y="429975"/>
                      <a:pt x="669343" y="429975"/>
                    </a:cubicBezTo>
                    <a:lnTo>
                      <a:pt x="669343" y="429975"/>
                    </a:lnTo>
                    <a:cubicBezTo>
                      <a:pt x="677148" y="430097"/>
                      <a:pt x="683565" y="423865"/>
                      <a:pt x="683687" y="416067"/>
                    </a:cubicBezTo>
                    <a:cubicBezTo>
                      <a:pt x="683687" y="416061"/>
                      <a:pt x="683687" y="416055"/>
                      <a:pt x="683687" y="416049"/>
                    </a:cubicBezTo>
                    <a:cubicBezTo>
                      <a:pt x="683687" y="415620"/>
                      <a:pt x="683687" y="415197"/>
                      <a:pt x="683646" y="41477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4" name="Google Shape;154;p13"/>
              <p:cNvSpPr/>
              <p:nvPr/>
            </p:nvSpPr>
            <p:spPr>
              <a:xfrm>
                <a:off x="481797" y="-151591"/>
                <a:ext cx="593786" cy="371876"/>
              </a:xfrm>
              <a:custGeom>
                <a:avLst/>
                <a:gdLst/>
                <a:ahLst/>
                <a:cxnLst/>
                <a:rect l="l" t="t" r="r" b="b"/>
                <a:pathLst>
                  <a:path w="678612" h="425001" extrusionOk="0">
                    <a:moveTo>
                      <a:pt x="68497" y="32459"/>
                    </a:moveTo>
                    <a:lnTo>
                      <a:pt x="18870" y="32459"/>
                    </a:lnTo>
                    <a:cubicBezTo>
                      <a:pt x="12093" y="33271"/>
                      <a:pt x="5937" y="28438"/>
                      <a:pt x="5119" y="21661"/>
                    </a:cubicBezTo>
                    <a:cubicBezTo>
                      <a:pt x="4306" y="14884"/>
                      <a:pt x="9140" y="8727"/>
                      <a:pt x="15917" y="7909"/>
                    </a:cubicBezTo>
                    <a:cubicBezTo>
                      <a:pt x="16897" y="7793"/>
                      <a:pt x="17889" y="7793"/>
                      <a:pt x="18870" y="7909"/>
                    </a:cubicBezTo>
                    <a:lnTo>
                      <a:pt x="68497" y="7909"/>
                    </a:lnTo>
                    <a:cubicBezTo>
                      <a:pt x="75274" y="7097"/>
                      <a:pt x="81431" y="11930"/>
                      <a:pt x="82249" y="18707"/>
                    </a:cubicBezTo>
                    <a:cubicBezTo>
                      <a:pt x="83061" y="25484"/>
                      <a:pt x="78228" y="31641"/>
                      <a:pt x="71451" y="32459"/>
                    </a:cubicBezTo>
                    <a:cubicBezTo>
                      <a:pt x="70470" y="32575"/>
                      <a:pt x="69478" y="32575"/>
                      <a:pt x="68497" y="32459"/>
                    </a:cubicBezTo>
                    <a:close/>
                    <a:moveTo>
                      <a:pt x="80862" y="77137"/>
                    </a:moveTo>
                    <a:cubicBezTo>
                      <a:pt x="80862" y="70307"/>
                      <a:pt x="75327" y="64772"/>
                      <a:pt x="68497" y="64772"/>
                    </a:cubicBezTo>
                    <a:lnTo>
                      <a:pt x="18870" y="64772"/>
                    </a:lnTo>
                    <a:cubicBezTo>
                      <a:pt x="12093" y="63960"/>
                      <a:pt x="5931" y="68793"/>
                      <a:pt x="5119" y="75576"/>
                    </a:cubicBezTo>
                    <a:cubicBezTo>
                      <a:pt x="5119" y="75576"/>
                      <a:pt x="5119" y="75576"/>
                      <a:pt x="5119" y="75576"/>
                    </a:cubicBezTo>
                    <a:cubicBezTo>
                      <a:pt x="4306" y="82353"/>
                      <a:pt x="9140" y="88509"/>
                      <a:pt x="15917" y="89321"/>
                    </a:cubicBezTo>
                    <a:cubicBezTo>
                      <a:pt x="15917" y="89321"/>
                      <a:pt x="15917" y="89321"/>
                      <a:pt x="15917" y="89321"/>
                    </a:cubicBezTo>
                    <a:cubicBezTo>
                      <a:pt x="16897" y="89443"/>
                      <a:pt x="17889" y="89443"/>
                      <a:pt x="18870" y="89321"/>
                    </a:cubicBezTo>
                    <a:lnTo>
                      <a:pt x="68497" y="89321"/>
                    </a:lnTo>
                    <a:cubicBezTo>
                      <a:pt x="75228" y="89420"/>
                      <a:pt x="80763" y="84047"/>
                      <a:pt x="80862" y="77316"/>
                    </a:cubicBezTo>
                    <a:cubicBezTo>
                      <a:pt x="80862" y="77316"/>
                      <a:pt x="80862" y="77316"/>
                      <a:pt x="80862" y="77316"/>
                    </a:cubicBezTo>
                    <a:close/>
                    <a:moveTo>
                      <a:pt x="80862" y="133999"/>
                    </a:moveTo>
                    <a:cubicBezTo>
                      <a:pt x="80862" y="127176"/>
                      <a:pt x="75327" y="121640"/>
                      <a:pt x="68503" y="121640"/>
                    </a:cubicBezTo>
                    <a:cubicBezTo>
                      <a:pt x="68503" y="121640"/>
                      <a:pt x="68497" y="121640"/>
                      <a:pt x="68497" y="121640"/>
                    </a:cubicBezTo>
                    <a:lnTo>
                      <a:pt x="18870" y="121640"/>
                    </a:lnTo>
                    <a:cubicBezTo>
                      <a:pt x="12093" y="120822"/>
                      <a:pt x="5937" y="125655"/>
                      <a:pt x="5119" y="132427"/>
                    </a:cubicBezTo>
                    <a:cubicBezTo>
                      <a:pt x="5119" y="132433"/>
                      <a:pt x="5119" y="132433"/>
                      <a:pt x="5119" y="132438"/>
                    </a:cubicBezTo>
                    <a:cubicBezTo>
                      <a:pt x="4306" y="139215"/>
                      <a:pt x="9140" y="145372"/>
                      <a:pt x="15917" y="146190"/>
                    </a:cubicBezTo>
                    <a:cubicBezTo>
                      <a:pt x="16897" y="146306"/>
                      <a:pt x="17889" y="146306"/>
                      <a:pt x="18870" y="146190"/>
                    </a:cubicBezTo>
                    <a:lnTo>
                      <a:pt x="68497" y="146190"/>
                    </a:lnTo>
                    <a:cubicBezTo>
                      <a:pt x="75228" y="146288"/>
                      <a:pt x="80763" y="140915"/>
                      <a:pt x="80862" y="134185"/>
                    </a:cubicBezTo>
                    <a:cubicBezTo>
                      <a:pt x="80862" y="134185"/>
                      <a:pt x="80862" y="134179"/>
                      <a:pt x="80862" y="134179"/>
                    </a:cubicBezTo>
                    <a:close/>
                    <a:moveTo>
                      <a:pt x="80862" y="190862"/>
                    </a:moveTo>
                    <a:cubicBezTo>
                      <a:pt x="80862" y="184032"/>
                      <a:pt x="75327" y="178497"/>
                      <a:pt x="68497" y="178497"/>
                    </a:cubicBezTo>
                    <a:lnTo>
                      <a:pt x="18870" y="178497"/>
                    </a:lnTo>
                    <a:cubicBezTo>
                      <a:pt x="12093" y="177685"/>
                      <a:pt x="5937" y="182518"/>
                      <a:pt x="5119" y="189295"/>
                    </a:cubicBezTo>
                    <a:cubicBezTo>
                      <a:pt x="4306" y="196072"/>
                      <a:pt x="9140" y="202229"/>
                      <a:pt x="15917" y="203047"/>
                    </a:cubicBezTo>
                    <a:cubicBezTo>
                      <a:pt x="16897" y="203163"/>
                      <a:pt x="17889" y="203163"/>
                      <a:pt x="18870" y="203047"/>
                    </a:cubicBezTo>
                    <a:lnTo>
                      <a:pt x="68497" y="203047"/>
                    </a:lnTo>
                    <a:cubicBezTo>
                      <a:pt x="75228" y="203145"/>
                      <a:pt x="80763" y="197772"/>
                      <a:pt x="80862" y="191042"/>
                    </a:cubicBezTo>
                    <a:cubicBezTo>
                      <a:pt x="80862" y="191042"/>
                      <a:pt x="80862" y="191036"/>
                      <a:pt x="80862" y="191036"/>
                    </a:cubicBezTo>
                    <a:close/>
                    <a:moveTo>
                      <a:pt x="80862" y="247724"/>
                    </a:moveTo>
                    <a:cubicBezTo>
                      <a:pt x="80862" y="240895"/>
                      <a:pt x="75327" y="235360"/>
                      <a:pt x="68497" y="235360"/>
                    </a:cubicBezTo>
                    <a:lnTo>
                      <a:pt x="18870" y="235360"/>
                    </a:lnTo>
                    <a:cubicBezTo>
                      <a:pt x="12093" y="234547"/>
                      <a:pt x="5937" y="239381"/>
                      <a:pt x="5119" y="246158"/>
                    </a:cubicBezTo>
                    <a:cubicBezTo>
                      <a:pt x="4306" y="252935"/>
                      <a:pt x="9140" y="259091"/>
                      <a:pt x="15917" y="259909"/>
                    </a:cubicBezTo>
                    <a:cubicBezTo>
                      <a:pt x="16897" y="260025"/>
                      <a:pt x="17889" y="260025"/>
                      <a:pt x="18870" y="259909"/>
                    </a:cubicBezTo>
                    <a:lnTo>
                      <a:pt x="68497" y="259909"/>
                    </a:lnTo>
                    <a:cubicBezTo>
                      <a:pt x="75228" y="260008"/>
                      <a:pt x="80763" y="254635"/>
                      <a:pt x="80862" y="247904"/>
                    </a:cubicBezTo>
                    <a:cubicBezTo>
                      <a:pt x="80862" y="247904"/>
                      <a:pt x="80862" y="247898"/>
                      <a:pt x="80862" y="247898"/>
                    </a:cubicBezTo>
                    <a:close/>
                    <a:moveTo>
                      <a:pt x="80862" y="304587"/>
                    </a:moveTo>
                    <a:cubicBezTo>
                      <a:pt x="80856" y="297758"/>
                      <a:pt x="75327" y="292228"/>
                      <a:pt x="68497" y="292228"/>
                    </a:cubicBezTo>
                    <a:lnTo>
                      <a:pt x="18870" y="292228"/>
                    </a:lnTo>
                    <a:cubicBezTo>
                      <a:pt x="12041" y="292228"/>
                      <a:pt x="6506" y="297763"/>
                      <a:pt x="6506" y="304593"/>
                    </a:cubicBezTo>
                    <a:cubicBezTo>
                      <a:pt x="6506" y="311323"/>
                      <a:pt x="11960" y="316778"/>
                      <a:pt x="18690" y="316778"/>
                    </a:cubicBezTo>
                    <a:lnTo>
                      <a:pt x="68497" y="316778"/>
                    </a:lnTo>
                    <a:cubicBezTo>
                      <a:pt x="75228" y="316876"/>
                      <a:pt x="80763" y="311503"/>
                      <a:pt x="80862" y="304773"/>
                    </a:cubicBezTo>
                    <a:cubicBezTo>
                      <a:pt x="80862" y="304773"/>
                      <a:pt x="80862" y="304773"/>
                      <a:pt x="80862" y="304773"/>
                    </a:cubicBezTo>
                    <a:close/>
                    <a:moveTo>
                      <a:pt x="80862" y="361450"/>
                    </a:moveTo>
                    <a:cubicBezTo>
                      <a:pt x="80862" y="354719"/>
                      <a:pt x="75408" y="349265"/>
                      <a:pt x="68677" y="349265"/>
                    </a:cubicBezTo>
                    <a:lnTo>
                      <a:pt x="18870" y="349265"/>
                    </a:lnTo>
                    <a:cubicBezTo>
                      <a:pt x="12140" y="349166"/>
                      <a:pt x="6604" y="354539"/>
                      <a:pt x="6506" y="361270"/>
                    </a:cubicBezTo>
                    <a:cubicBezTo>
                      <a:pt x="6506" y="361270"/>
                      <a:pt x="6506" y="361275"/>
                      <a:pt x="6506" y="361275"/>
                    </a:cubicBezTo>
                    <a:lnTo>
                      <a:pt x="6506" y="361450"/>
                    </a:lnTo>
                    <a:cubicBezTo>
                      <a:pt x="6506" y="368279"/>
                      <a:pt x="12041" y="373814"/>
                      <a:pt x="18870" y="373814"/>
                    </a:cubicBezTo>
                    <a:lnTo>
                      <a:pt x="68497" y="373814"/>
                    </a:lnTo>
                    <a:cubicBezTo>
                      <a:pt x="75123" y="373820"/>
                      <a:pt x="80578" y="368604"/>
                      <a:pt x="80862" y="361983"/>
                    </a:cubicBezTo>
                    <a:close/>
                    <a:moveTo>
                      <a:pt x="80862" y="418312"/>
                    </a:moveTo>
                    <a:cubicBezTo>
                      <a:pt x="80862" y="411581"/>
                      <a:pt x="75408" y="406127"/>
                      <a:pt x="68677" y="406127"/>
                    </a:cubicBezTo>
                    <a:lnTo>
                      <a:pt x="18870" y="406127"/>
                    </a:lnTo>
                    <a:cubicBezTo>
                      <a:pt x="12093" y="405315"/>
                      <a:pt x="5931" y="410148"/>
                      <a:pt x="5119" y="416931"/>
                    </a:cubicBezTo>
                    <a:cubicBezTo>
                      <a:pt x="5119" y="416931"/>
                      <a:pt x="5119" y="416931"/>
                      <a:pt x="5119" y="416931"/>
                    </a:cubicBezTo>
                    <a:cubicBezTo>
                      <a:pt x="4306" y="423708"/>
                      <a:pt x="9140" y="429864"/>
                      <a:pt x="15917" y="430677"/>
                    </a:cubicBezTo>
                    <a:cubicBezTo>
                      <a:pt x="15917" y="430677"/>
                      <a:pt x="15917" y="430677"/>
                      <a:pt x="15917" y="430677"/>
                    </a:cubicBezTo>
                    <a:cubicBezTo>
                      <a:pt x="16897" y="430799"/>
                      <a:pt x="17889" y="430799"/>
                      <a:pt x="18870" y="430677"/>
                    </a:cubicBezTo>
                    <a:lnTo>
                      <a:pt x="68497" y="430677"/>
                    </a:lnTo>
                    <a:cubicBezTo>
                      <a:pt x="75327" y="430671"/>
                      <a:pt x="80856" y="425141"/>
                      <a:pt x="80856" y="418312"/>
                    </a:cubicBezTo>
                    <a:close/>
                    <a:moveTo>
                      <a:pt x="267006" y="20274"/>
                    </a:moveTo>
                    <a:cubicBezTo>
                      <a:pt x="267104" y="13543"/>
                      <a:pt x="261731" y="8008"/>
                      <a:pt x="255001" y="7909"/>
                    </a:cubicBezTo>
                    <a:cubicBezTo>
                      <a:pt x="255001" y="7909"/>
                      <a:pt x="255001" y="7909"/>
                      <a:pt x="255001" y="7909"/>
                    </a:cubicBezTo>
                    <a:lnTo>
                      <a:pt x="124124" y="7909"/>
                    </a:lnTo>
                    <a:cubicBezTo>
                      <a:pt x="117347" y="7097"/>
                      <a:pt x="111191" y="11930"/>
                      <a:pt x="110378" y="18707"/>
                    </a:cubicBezTo>
                    <a:cubicBezTo>
                      <a:pt x="110378" y="18707"/>
                      <a:pt x="110378" y="18707"/>
                      <a:pt x="110378" y="18707"/>
                    </a:cubicBezTo>
                    <a:cubicBezTo>
                      <a:pt x="109560" y="25484"/>
                      <a:pt x="114394" y="31641"/>
                      <a:pt x="121170" y="32459"/>
                    </a:cubicBezTo>
                    <a:cubicBezTo>
                      <a:pt x="121170" y="32459"/>
                      <a:pt x="121176" y="32459"/>
                      <a:pt x="121176" y="32459"/>
                    </a:cubicBezTo>
                    <a:cubicBezTo>
                      <a:pt x="122157" y="32575"/>
                      <a:pt x="123143" y="32575"/>
                      <a:pt x="124124" y="32459"/>
                    </a:cubicBezTo>
                    <a:lnTo>
                      <a:pt x="254821" y="32459"/>
                    </a:lnTo>
                    <a:cubicBezTo>
                      <a:pt x="261552" y="32459"/>
                      <a:pt x="267006" y="27005"/>
                      <a:pt x="267006" y="20274"/>
                    </a:cubicBezTo>
                    <a:close/>
                    <a:moveTo>
                      <a:pt x="267006" y="77137"/>
                    </a:moveTo>
                    <a:cubicBezTo>
                      <a:pt x="267104" y="70406"/>
                      <a:pt x="261731" y="64871"/>
                      <a:pt x="255001" y="64772"/>
                    </a:cubicBezTo>
                    <a:cubicBezTo>
                      <a:pt x="255001" y="64772"/>
                      <a:pt x="255001" y="64772"/>
                      <a:pt x="255001" y="64772"/>
                    </a:cubicBezTo>
                    <a:lnTo>
                      <a:pt x="124124" y="64772"/>
                    </a:lnTo>
                    <a:cubicBezTo>
                      <a:pt x="117347" y="63960"/>
                      <a:pt x="111191" y="68793"/>
                      <a:pt x="110378" y="75570"/>
                    </a:cubicBezTo>
                    <a:cubicBezTo>
                      <a:pt x="110378" y="75570"/>
                      <a:pt x="110378" y="75576"/>
                      <a:pt x="110378" y="75576"/>
                    </a:cubicBezTo>
                    <a:cubicBezTo>
                      <a:pt x="109566" y="82353"/>
                      <a:pt x="114399" y="88509"/>
                      <a:pt x="121176" y="89321"/>
                    </a:cubicBezTo>
                    <a:cubicBezTo>
                      <a:pt x="121176" y="89321"/>
                      <a:pt x="121176" y="89321"/>
                      <a:pt x="121176" y="89321"/>
                    </a:cubicBezTo>
                    <a:cubicBezTo>
                      <a:pt x="122157" y="89443"/>
                      <a:pt x="123143" y="89443"/>
                      <a:pt x="124124" y="89321"/>
                    </a:cubicBezTo>
                    <a:lnTo>
                      <a:pt x="254821" y="89321"/>
                    </a:lnTo>
                    <a:cubicBezTo>
                      <a:pt x="261552" y="89321"/>
                      <a:pt x="267006" y="83867"/>
                      <a:pt x="267006" y="77137"/>
                    </a:cubicBezTo>
                    <a:close/>
                    <a:moveTo>
                      <a:pt x="267006" y="133999"/>
                    </a:moveTo>
                    <a:cubicBezTo>
                      <a:pt x="267104" y="127274"/>
                      <a:pt x="261726" y="121739"/>
                      <a:pt x="255001" y="121640"/>
                    </a:cubicBezTo>
                    <a:lnTo>
                      <a:pt x="124124" y="121640"/>
                    </a:lnTo>
                    <a:cubicBezTo>
                      <a:pt x="117353" y="120822"/>
                      <a:pt x="111196" y="125650"/>
                      <a:pt x="110378" y="132427"/>
                    </a:cubicBezTo>
                    <a:cubicBezTo>
                      <a:pt x="110378" y="132427"/>
                      <a:pt x="110378" y="132433"/>
                      <a:pt x="110378" y="132438"/>
                    </a:cubicBezTo>
                    <a:cubicBezTo>
                      <a:pt x="109566" y="139215"/>
                      <a:pt x="114399" y="145372"/>
                      <a:pt x="121176" y="146190"/>
                    </a:cubicBezTo>
                    <a:cubicBezTo>
                      <a:pt x="122157" y="146306"/>
                      <a:pt x="123143" y="146306"/>
                      <a:pt x="124124" y="146190"/>
                    </a:cubicBezTo>
                    <a:lnTo>
                      <a:pt x="254821" y="146190"/>
                    </a:lnTo>
                    <a:cubicBezTo>
                      <a:pt x="261552" y="146190"/>
                      <a:pt x="267006" y="140736"/>
                      <a:pt x="267006" y="134005"/>
                    </a:cubicBezTo>
                    <a:close/>
                    <a:moveTo>
                      <a:pt x="267006" y="190862"/>
                    </a:moveTo>
                    <a:cubicBezTo>
                      <a:pt x="267104" y="184131"/>
                      <a:pt x="261731" y="178596"/>
                      <a:pt x="255001" y="178497"/>
                    </a:cubicBezTo>
                    <a:cubicBezTo>
                      <a:pt x="255001" y="178497"/>
                      <a:pt x="255001" y="178497"/>
                      <a:pt x="255001" y="178497"/>
                    </a:cubicBezTo>
                    <a:lnTo>
                      <a:pt x="124124" y="178497"/>
                    </a:lnTo>
                    <a:cubicBezTo>
                      <a:pt x="117347" y="177685"/>
                      <a:pt x="111191" y="182518"/>
                      <a:pt x="110378" y="189295"/>
                    </a:cubicBezTo>
                    <a:cubicBezTo>
                      <a:pt x="110378" y="189295"/>
                      <a:pt x="110378" y="189295"/>
                      <a:pt x="110378" y="189295"/>
                    </a:cubicBezTo>
                    <a:cubicBezTo>
                      <a:pt x="109566" y="196072"/>
                      <a:pt x="114399" y="202229"/>
                      <a:pt x="121176" y="203047"/>
                    </a:cubicBezTo>
                    <a:cubicBezTo>
                      <a:pt x="122157" y="203163"/>
                      <a:pt x="123143" y="203163"/>
                      <a:pt x="124124" y="203047"/>
                    </a:cubicBezTo>
                    <a:lnTo>
                      <a:pt x="254821" y="203047"/>
                    </a:lnTo>
                    <a:cubicBezTo>
                      <a:pt x="261552" y="203047"/>
                      <a:pt x="267006" y="197592"/>
                      <a:pt x="267006" y="190862"/>
                    </a:cubicBezTo>
                    <a:close/>
                    <a:moveTo>
                      <a:pt x="267006" y="247724"/>
                    </a:moveTo>
                    <a:cubicBezTo>
                      <a:pt x="267104" y="240994"/>
                      <a:pt x="261731" y="235458"/>
                      <a:pt x="255001" y="235360"/>
                    </a:cubicBezTo>
                    <a:cubicBezTo>
                      <a:pt x="255001" y="235360"/>
                      <a:pt x="255001" y="235360"/>
                      <a:pt x="255001" y="235360"/>
                    </a:cubicBezTo>
                    <a:lnTo>
                      <a:pt x="124124" y="235360"/>
                    </a:lnTo>
                    <a:cubicBezTo>
                      <a:pt x="117347" y="234547"/>
                      <a:pt x="111191" y="239381"/>
                      <a:pt x="110378" y="246158"/>
                    </a:cubicBezTo>
                    <a:cubicBezTo>
                      <a:pt x="110378" y="246158"/>
                      <a:pt x="110378" y="246158"/>
                      <a:pt x="110378" y="246158"/>
                    </a:cubicBezTo>
                    <a:cubicBezTo>
                      <a:pt x="109560" y="252935"/>
                      <a:pt x="114394" y="259091"/>
                      <a:pt x="121170" y="259909"/>
                    </a:cubicBezTo>
                    <a:cubicBezTo>
                      <a:pt x="121170" y="259909"/>
                      <a:pt x="121176" y="259909"/>
                      <a:pt x="121176" y="259909"/>
                    </a:cubicBezTo>
                    <a:cubicBezTo>
                      <a:pt x="122157" y="260025"/>
                      <a:pt x="123143" y="260025"/>
                      <a:pt x="124124" y="259909"/>
                    </a:cubicBezTo>
                    <a:lnTo>
                      <a:pt x="254821" y="259909"/>
                    </a:lnTo>
                    <a:cubicBezTo>
                      <a:pt x="261552" y="259909"/>
                      <a:pt x="267006" y="254455"/>
                      <a:pt x="267006" y="247724"/>
                    </a:cubicBezTo>
                    <a:close/>
                    <a:moveTo>
                      <a:pt x="423488" y="304587"/>
                    </a:moveTo>
                    <a:cubicBezTo>
                      <a:pt x="423488" y="297758"/>
                      <a:pt x="417953" y="292222"/>
                      <a:pt x="411123" y="292222"/>
                    </a:cubicBezTo>
                    <a:lnTo>
                      <a:pt x="280606" y="292222"/>
                    </a:lnTo>
                    <a:cubicBezTo>
                      <a:pt x="273777" y="292222"/>
                      <a:pt x="268242" y="297758"/>
                      <a:pt x="268242" y="304587"/>
                    </a:cubicBezTo>
                    <a:cubicBezTo>
                      <a:pt x="268242" y="311318"/>
                      <a:pt x="273696" y="316772"/>
                      <a:pt x="280427" y="316772"/>
                    </a:cubicBezTo>
                    <a:lnTo>
                      <a:pt x="411123" y="316772"/>
                    </a:lnTo>
                    <a:cubicBezTo>
                      <a:pt x="417854" y="316870"/>
                      <a:pt x="423390" y="311497"/>
                      <a:pt x="423488" y="304767"/>
                    </a:cubicBezTo>
                    <a:cubicBezTo>
                      <a:pt x="423488" y="304767"/>
                      <a:pt x="423488" y="304767"/>
                      <a:pt x="423488" y="304767"/>
                    </a:cubicBezTo>
                    <a:close/>
                    <a:moveTo>
                      <a:pt x="423488" y="361450"/>
                    </a:moveTo>
                    <a:cubicBezTo>
                      <a:pt x="423488" y="354719"/>
                      <a:pt x="418034" y="349265"/>
                      <a:pt x="411303" y="349265"/>
                    </a:cubicBezTo>
                    <a:lnTo>
                      <a:pt x="280606" y="349265"/>
                    </a:lnTo>
                    <a:cubicBezTo>
                      <a:pt x="273876" y="349166"/>
                      <a:pt x="268346" y="354545"/>
                      <a:pt x="268247" y="361275"/>
                    </a:cubicBezTo>
                    <a:cubicBezTo>
                      <a:pt x="268247" y="361275"/>
                      <a:pt x="268247" y="361275"/>
                      <a:pt x="268247" y="361275"/>
                    </a:cubicBezTo>
                    <a:cubicBezTo>
                      <a:pt x="268247" y="361334"/>
                      <a:pt x="268247" y="361391"/>
                      <a:pt x="268247" y="361450"/>
                    </a:cubicBezTo>
                    <a:cubicBezTo>
                      <a:pt x="268247" y="368279"/>
                      <a:pt x="273783" y="373814"/>
                      <a:pt x="280612" y="373814"/>
                    </a:cubicBezTo>
                    <a:lnTo>
                      <a:pt x="411123" y="373814"/>
                    </a:lnTo>
                    <a:cubicBezTo>
                      <a:pt x="417750" y="373820"/>
                      <a:pt x="423204" y="368604"/>
                      <a:pt x="423488" y="361983"/>
                    </a:cubicBezTo>
                    <a:close/>
                    <a:moveTo>
                      <a:pt x="423488" y="418312"/>
                    </a:moveTo>
                    <a:cubicBezTo>
                      <a:pt x="423488" y="411581"/>
                      <a:pt x="418034" y="406127"/>
                      <a:pt x="411303" y="406127"/>
                    </a:cubicBezTo>
                    <a:lnTo>
                      <a:pt x="280606" y="406127"/>
                    </a:lnTo>
                    <a:cubicBezTo>
                      <a:pt x="273829" y="405315"/>
                      <a:pt x="267673" y="410154"/>
                      <a:pt x="266855" y="416931"/>
                    </a:cubicBezTo>
                    <a:cubicBezTo>
                      <a:pt x="266043" y="423708"/>
                      <a:pt x="270876" y="429864"/>
                      <a:pt x="277653" y="430677"/>
                    </a:cubicBezTo>
                    <a:cubicBezTo>
                      <a:pt x="277653" y="430677"/>
                      <a:pt x="277659" y="430677"/>
                      <a:pt x="277659" y="430677"/>
                    </a:cubicBezTo>
                    <a:cubicBezTo>
                      <a:pt x="278639" y="430799"/>
                      <a:pt x="279626" y="430799"/>
                      <a:pt x="280606" y="430677"/>
                    </a:cubicBezTo>
                    <a:lnTo>
                      <a:pt x="411123" y="430677"/>
                    </a:lnTo>
                    <a:cubicBezTo>
                      <a:pt x="417953" y="430677"/>
                      <a:pt x="423482" y="425147"/>
                      <a:pt x="423488" y="418318"/>
                    </a:cubicBezTo>
                    <a:close/>
                    <a:moveTo>
                      <a:pt x="324582" y="20274"/>
                    </a:moveTo>
                    <a:cubicBezTo>
                      <a:pt x="324692" y="12377"/>
                      <a:pt x="318385" y="5878"/>
                      <a:pt x="310482" y="5768"/>
                    </a:cubicBezTo>
                    <a:cubicBezTo>
                      <a:pt x="310477" y="5768"/>
                      <a:pt x="310465" y="5768"/>
                      <a:pt x="310453" y="5768"/>
                    </a:cubicBezTo>
                    <a:cubicBezTo>
                      <a:pt x="302557" y="5670"/>
                      <a:pt x="296075" y="11988"/>
                      <a:pt x="295977" y="19885"/>
                    </a:cubicBezTo>
                    <a:cubicBezTo>
                      <a:pt x="295977" y="19885"/>
                      <a:pt x="295977" y="19891"/>
                      <a:pt x="295977" y="19897"/>
                    </a:cubicBezTo>
                    <a:cubicBezTo>
                      <a:pt x="295866" y="27800"/>
                      <a:pt x="302185" y="34292"/>
                      <a:pt x="310088" y="34403"/>
                    </a:cubicBezTo>
                    <a:cubicBezTo>
                      <a:pt x="310094" y="34403"/>
                      <a:pt x="310100" y="34403"/>
                      <a:pt x="310105" y="34403"/>
                    </a:cubicBezTo>
                    <a:lnTo>
                      <a:pt x="310279" y="34403"/>
                    </a:lnTo>
                    <a:cubicBezTo>
                      <a:pt x="318113" y="34403"/>
                      <a:pt x="324489" y="28107"/>
                      <a:pt x="324582" y="20274"/>
                    </a:cubicBezTo>
                    <a:close/>
                    <a:moveTo>
                      <a:pt x="367148" y="20274"/>
                    </a:moveTo>
                    <a:cubicBezTo>
                      <a:pt x="367258" y="12377"/>
                      <a:pt x="360951" y="5878"/>
                      <a:pt x="353048" y="5768"/>
                    </a:cubicBezTo>
                    <a:cubicBezTo>
                      <a:pt x="353042" y="5768"/>
                      <a:pt x="353031" y="5768"/>
                      <a:pt x="353019" y="5768"/>
                    </a:cubicBezTo>
                    <a:cubicBezTo>
                      <a:pt x="345117" y="5658"/>
                      <a:pt x="338624" y="11977"/>
                      <a:pt x="338513" y="19879"/>
                    </a:cubicBezTo>
                    <a:cubicBezTo>
                      <a:pt x="338513" y="19885"/>
                      <a:pt x="338513" y="19891"/>
                      <a:pt x="338513" y="19897"/>
                    </a:cubicBezTo>
                    <a:cubicBezTo>
                      <a:pt x="338409" y="27800"/>
                      <a:pt x="344728" y="34298"/>
                      <a:pt x="352636" y="34403"/>
                    </a:cubicBezTo>
                    <a:cubicBezTo>
                      <a:pt x="352636" y="34403"/>
                      <a:pt x="352642" y="34403"/>
                      <a:pt x="352642" y="34403"/>
                    </a:cubicBezTo>
                    <a:lnTo>
                      <a:pt x="352996" y="34403"/>
                    </a:lnTo>
                    <a:cubicBezTo>
                      <a:pt x="360794" y="34611"/>
                      <a:pt x="367293" y="28461"/>
                      <a:pt x="367502" y="20663"/>
                    </a:cubicBezTo>
                    <a:cubicBezTo>
                      <a:pt x="367502" y="20651"/>
                      <a:pt x="367502" y="20639"/>
                      <a:pt x="367502" y="20628"/>
                    </a:cubicBezTo>
                    <a:cubicBezTo>
                      <a:pt x="367502" y="20512"/>
                      <a:pt x="367502" y="20390"/>
                      <a:pt x="367502" y="20274"/>
                    </a:cubicBezTo>
                    <a:close/>
                    <a:moveTo>
                      <a:pt x="409888" y="20274"/>
                    </a:moveTo>
                    <a:cubicBezTo>
                      <a:pt x="409998" y="12377"/>
                      <a:pt x="403691" y="5878"/>
                      <a:pt x="395788" y="5768"/>
                    </a:cubicBezTo>
                    <a:cubicBezTo>
                      <a:pt x="395782" y="5768"/>
                      <a:pt x="395771" y="5768"/>
                      <a:pt x="395759" y="5768"/>
                    </a:cubicBezTo>
                    <a:cubicBezTo>
                      <a:pt x="387862" y="5652"/>
                      <a:pt x="381369" y="11959"/>
                      <a:pt x="381253" y="19856"/>
                    </a:cubicBezTo>
                    <a:cubicBezTo>
                      <a:pt x="381253" y="19868"/>
                      <a:pt x="381253" y="19885"/>
                      <a:pt x="381253" y="19897"/>
                    </a:cubicBezTo>
                    <a:cubicBezTo>
                      <a:pt x="381143" y="27800"/>
                      <a:pt x="387462" y="34292"/>
                      <a:pt x="395364" y="34403"/>
                    </a:cubicBezTo>
                    <a:cubicBezTo>
                      <a:pt x="395364" y="34403"/>
                      <a:pt x="395370" y="34403"/>
                      <a:pt x="395376" y="34403"/>
                    </a:cubicBezTo>
                    <a:lnTo>
                      <a:pt x="395556" y="34403"/>
                    </a:lnTo>
                    <a:cubicBezTo>
                      <a:pt x="403401" y="34420"/>
                      <a:pt x="409795" y="28119"/>
                      <a:pt x="409888" y="20274"/>
                    </a:cubicBezTo>
                    <a:close/>
                    <a:moveTo>
                      <a:pt x="452453" y="20274"/>
                    </a:moveTo>
                    <a:cubicBezTo>
                      <a:pt x="452563" y="12371"/>
                      <a:pt x="446245" y="5878"/>
                      <a:pt x="438342" y="5768"/>
                    </a:cubicBezTo>
                    <a:cubicBezTo>
                      <a:pt x="438336" y="5768"/>
                      <a:pt x="438331" y="5768"/>
                      <a:pt x="438325" y="5768"/>
                    </a:cubicBezTo>
                    <a:cubicBezTo>
                      <a:pt x="430422" y="5658"/>
                      <a:pt x="423929" y="11977"/>
                      <a:pt x="423819" y="19879"/>
                    </a:cubicBezTo>
                    <a:cubicBezTo>
                      <a:pt x="423819" y="19885"/>
                      <a:pt x="423819" y="19891"/>
                      <a:pt x="423819" y="19897"/>
                    </a:cubicBezTo>
                    <a:cubicBezTo>
                      <a:pt x="423715" y="27800"/>
                      <a:pt x="430033" y="34298"/>
                      <a:pt x="437942" y="34403"/>
                    </a:cubicBezTo>
                    <a:cubicBezTo>
                      <a:pt x="437942" y="34403"/>
                      <a:pt x="437948" y="34403"/>
                      <a:pt x="437948" y="34403"/>
                    </a:cubicBezTo>
                    <a:lnTo>
                      <a:pt x="438301" y="34403"/>
                    </a:lnTo>
                    <a:cubicBezTo>
                      <a:pt x="446106" y="34403"/>
                      <a:pt x="452430" y="28078"/>
                      <a:pt x="452430" y="20274"/>
                    </a:cubicBezTo>
                    <a:close/>
                    <a:moveTo>
                      <a:pt x="495193" y="20274"/>
                    </a:moveTo>
                    <a:cubicBezTo>
                      <a:pt x="495303" y="12377"/>
                      <a:pt x="488996" y="5878"/>
                      <a:pt x="481093" y="5768"/>
                    </a:cubicBezTo>
                    <a:cubicBezTo>
                      <a:pt x="481088" y="5768"/>
                      <a:pt x="481076" y="5768"/>
                      <a:pt x="481064" y="5768"/>
                    </a:cubicBezTo>
                    <a:cubicBezTo>
                      <a:pt x="473162" y="5664"/>
                      <a:pt x="466663" y="11982"/>
                      <a:pt x="466559" y="19891"/>
                    </a:cubicBezTo>
                    <a:cubicBezTo>
                      <a:pt x="466559" y="19891"/>
                      <a:pt x="466559" y="19897"/>
                      <a:pt x="466559" y="19897"/>
                    </a:cubicBezTo>
                    <a:cubicBezTo>
                      <a:pt x="466454" y="27800"/>
                      <a:pt x="472773" y="34298"/>
                      <a:pt x="480681" y="34403"/>
                    </a:cubicBezTo>
                    <a:cubicBezTo>
                      <a:pt x="480681" y="34403"/>
                      <a:pt x="480687" y="34403"/>
                      <a:pt x="480693" y="34403"/>
                    </a:cubicBezTo>
                    <a:lnTo>
                      <a:pt x="481041" y="34403"/>
                    </a:lnTo>
                    <a:cubicBezTo>
                      <a:pt x="488845" y="34403"/>
                      <a:pt x="495170" y="28078"/>
                      <a:pt x="495170" y="20274"/>
                    </a:cubicBezTo>
                    <a:close/>
                    <a:moveTo>
                      <a:pt x="537933" y="20274"/>
                    </a:moveTo>
                    <a:cubicBezTo>
                      <a:pt x="538043" y="12377"/>
                      <a:pt x="531736" y="5878"/>
                      <a:pt x="523833" y="5768"/>
                    </a:cubicBezTo>
                    <a:cubicBezTo>
                      <a:pt x="523828" y="5768"/>
                      <a:pt x="523816" y="5768"/>
                      <a:pt x="523804" y="5768"/>
                    </a:cubicBezTo>
                    <a:cubicBezTo>
                      <a:pt x="515907" y="5670"/>
                      <a:pt x="509426" y="11988"/>
                      <a:pt x="509327" y="19885"/>
                    </a:cubicBezTo>
                    <a:cubicBezTo>
                      <a:pt x="509327" y="19885"/>
                      <a:pt x="509327" y="19891"/>
                      <a:pt x="509327" y="19897"/>
                    </a:cubicBezTo>
                    <a:cubicBezTo>
                      <a:pt x="509217" y="27800"/>
                      <a:pt x="515536" y="34292"/>
                      <a:pt x="523439" y="34403"/>
                    </a:cubicBezTo>
                    <a:cubicBezTo>
                      <a:pt x="523445" y="34403"/>
                      <a:pt x="523450" y="34403"/>
                      <a:pt x="523456" y="34403"/>
                    </a:cubicBezTo>
                    <a:lnTo>
                      <a:pt x="523630" y="34403"/>
                    </a:lnTo>
                    <a:cubicBezTo>
                      <a:pt x="531463" y="34403"/>
                      <a:pt x="537840" y="28107"/>
                      <a:pt x="537933" y="20274"/>
                    </a:cubicBezTo>
                    <a:close/>
                    <a:moveTo>
                      <a:pt x="324582" y="133999"/>
                    </a:moveTo>
                    <a:cubicBezTo>
                      <a:pt x="324698" y="126102"/>
                      <a:pt x="318391" y="119609"/>
                      <a:pt x="310494" y="119493"/>
                    </a:cubicBezTo>
                    <a:cubicBezTo>
                      <a:pt x="310482" y="119493"/>
                      <a:pt x="310465" y="119493"/>
                      <a:pt x="310453" y="119493"/>
                    </a:cubicBezTo>
                    <a:cubicBezTo>
                      <a:pt x="302557" y="119395"/>
                      <a:pt x="296075" y="125713"/>
                      <a:pt x="295977" y="133610"/>
                    </a:cubicBezTo>
                    <a:cubicBezTo>
                      <a:pt x="295977" y="133610"/>
                      <a:pt x="295977" y="133616"/>
                      <a:pt x="295977" y="133616"/>
                    </a:cubicBezTo>
                    <a:cubicBezTo>
                      <a:pt x="295866" y="141513"/>
                      <a:pt x="302174" y="148006"/>
                      <a:pt x="310076" y="148122"/>
                    </a:cubicBezTo>
                    <a:cubicBezTo>
                      <a:pt x="310082" y="148122"/>
                      <a:pt x="310094" y="148122"/>
                      <a:pt x="310105" y="148122"/>
                    </a:cubicBezTo>
                    <a:lnTo>
                      <a:pt x="310279" y="148122"/>
                    </a:lnTo>
                    <a:cubicBezTo>
                      <a:pt x="318113" y="148128"/>
                      <a:pt x="324489" y="141826"/>
                      <a:pt x="324582" y="133993"/>
                    </a:cubicBezTo>
                    <a:close/>
                    <a:moveTo>
                      <a:pt x="367148" y="133999"/>
                    </a:moveTo>
                    <a:cubicBezTo>
                      <a:pt x="367246" y="126102"/>
                      <a:pt x="360928" y="119621"/>
                      <a:pt x="353031" y="119522"/>
                    </a:cubicBezTo>
                    <a:cubicBezTo>
                      <a:pt x="353031" y="119522"/>
                      <a:pt x="353025" y="119522"/>
                      <a:pt x="353019" y="119522"/>
                    </a:cubicBezTo>
                    <a:cubicBezTo>
                      <a:pt x="345122" y="119412"/>
                      <a:pt x="338629" y="125719"/>
                      <a:pt x="338513" y="133622"/>
                    </a:cubicBezTo>
                    <a:cubicBezTo>
                      <a:pt x="338513" y="133628"/>
                      <a:pt x="338513" y="133639"/>
                      <a:pt x="338513" y="133651"/>
                    </a:cubicBezTo>
                    <a:cubicBezTo>
                      <a:pt x="338403" y="141554"/>
                      <a:pt x="344722" y="148047"/>
                      <a:pt x="352625" y="148157"/>
                    </a:cubicBezTo>
                    <a:cubicBezTo>
                      <a:pt x="352630" y="148157"/>
                      <a:pt x="352636" y="148157"/>
                      <a:pt x="352642" y="148157"/>
                    </a:cubicBezTo>
                    <a:lnTo>
                      <a:pt x="352996" y="148157"/>
                    </a:lnTo>
                    <a:cubicBezTo>
                      <a:pt x="360794" y="148371"/>
                      <a:pt x="367287" y="142221"/>
                      <a:pt x="367502" y="134429"/>
                    </a:cubicBezTo>
                    <a:cubicBezTo>
                      <a:pt x="367502" y="134411"/>
                      <a:pt x="367502" y="134399"/>
                      <a:pt x="367502" y="134388"/>
                    </a:cubicBezTo>
                    <a:cubicBezTo>
                      <a:pt x="367502" y="134266"/>
                      <a:pt x="367502" y="134150"/>
                      <a:pt x="367502" y="134028"/>
                    </a:cubicBezTo>
                    <a:close/>
                    <a:moveTo>
                      <a:pt x="409888" y="133999"/>
                    </a:moveTo>
                    <a:cubicBezTo>
                      <a:pt x="410004" y="126102"/>
                      <a:pt x="403697" y="119609"/>
                      <a:pt x="395799" y="119493"/>
                    </a:cubicBezTo>
                    <a:cubicBezTo>
                      <a:pt x="395782" y="119493"/>
                      <a:pt x="395765" y="119493"/>
                      <a:pt x="395747" y="119493"/>
                    </a:cubicBezTo>
                    <a:cubicBezTo>
                      <a:pt x="387850" y="119377"/>
                      <a:pt x="381358" y="125684"/>
                      <a:pt x="381242" y="133581"/>
                    </a:cubicBezTo>
                    <a:cubicBezTo>
                      <a:pt x="381242" y="133593"/>
                      <a:pt x="381242" y="133605"/>
                      <a:pt x="381242" y="133616"/>
                    </a:cubicBezTo>
                    <a:cubicBezTo>
                      <a:pt x="381131" y="141513"/>
                      <a:pt x="387439" y="148012"/>
                      <a:pt x="395341" y="148122"/>
                    </a:cubicBezTo>
                    <a:cubicBezTo>
                      <a:pt x="395347" y="148122"/>
                      <a:pt x="395359" y="148122"/>
                      <a:pt x="395364" y="148122"/>
                    </a:cubicBezTo>
                    <a:lnTo>
                      <a:pt x="395544" y="148122"/>
                    </a:lnTo>
                    <a:cubicBezTo>
                      <a:pt x="403377" y="148128"/>
                      <a:pt x="409754" y="141826"/>
                      <a:pt x="409847" y="133993"/>
                    </a:cubicBezTo>
                    <a:close/>
                    <a:moveTo>
                      <a:pt x="452453" y="133999"/>
                    </a:moveTo>
                    <a:cubicBezTo>
                      <a:pt x="452552" y="126102"/>
                      <a:pt x="446227" y="119621"/>
                      <a:pt x="438325" y="119522"/>
                    </a:cubicBezTo>
                    <a:cubicBezTo>
                      <a:pt x="438325" y="119522"/>
                      <a:pt x="438325" y="119522"/>
                      <a:pt x="438325" y="119522"/>
                    </a:cubicBezTo>
                    <a:cubicBezTo>
                      <a:pt x="430428" y="119412"/>
                      <a:pt x="423935" y="125719"/>
                      <a:pt x="423819" y="133622"/>
                    </a:cubicBezTo>
                    <a:cubicBezTo>
                      <a:pt x="423819" y="133628"/>
                      <a:pt x="423819" y="133639"/>
                      <a:pt x="423819" y="133651"/>
                    </a:cubicBezTo>
                    <a:cubicBezTo>
                      <a:pt x="423709" y="141554"/>
                      <a:pt x="430027" y="148047"/>
                      <a:pt x="437930" y="148157"/>
                    </a:cubicBezTo>
                    <a:cubicBezTo>
                      <a:pt x="437936" y="148157"/>
                      <a:pt x="437942" y="148157"/>
                      <a:pt x="437948" y="148157"/>
                    </a:cubicBezTo>
                    <a:lnTo>
                      <a:pt x="438301" y="148157"/>
                    </a:lnTo>
                    <a:cubicBezTo>
                      <a:pt x="446106" y="148157"/>
                      <a:pt x="452430" y="141832"/>
                      <a:pt x="452430" y="134028"/>
                    </a:cubicBezTo>
                    <a:close/>
                    <a:moveTo>
                      <a:pt x="495193" y="133999"/>
                    </a:moveTo>
                    <a:cubicBezTo>
                      <a:pt x="495309" y="126102"/>
                      <a:pt x="489002" y="119609"/>
                      <a:pt x="481105" y="119493"/>
                    </a:cubicBezTo>
                    <a:cubicBezTo>
                      <a:pt x="481088" y="119493"/>
                      <a:pt x="481064" y="119493"/>
                      <a:pt x="481041" y="119493"/>
                    </a:cubicBezTo>
                    <a:cubicBezTo>
                      <a:pt x="473138" y="119383"/>
                      <a:pt x="466646" y="125702"/>
                      <a:pt x="466535" y="133605"/>
                    </a:cubicBezTo>
                    <a:cubicBezTo>
                      <a:pt x="466535" y="133610"/>
                      <a:pt x="466535" y="133616"/>
                      <a:pt x="466535" y="133622"/>
                    </a:cubicBezTo>
                    <a:cubicBezTo>
                      <a:pt x="466425" y="141525"/>
                      <a:pt x="472744" y="148017"/>
                      <a:pt x="480647" y="148128"/>
                    </a:cubicBezTo>
                    <a:cubicBezTo>
                      <a:pt x="480653" y="148128"/>
                      <a:pt x="480664" y="148128"/>
                      <a:pt x="480670" y="148128"/>
                    </a:cubicBezTo>
                    <a:lnTo>
                      <a:pt x="481018" y="148128"/>
                    </a:lnTo>
                    <a:cubicBezTo>
                      <a:pt x="488822" y="148128"/>
                      <a:pt x="495147" y="141803"/>
                      <a:pt x="495147" y="133999"/>
                    </a:cubicBezTo>
                    <a:close/>
                    <a:moveTo>
                      <a:pt x="537933" y="133999"/>
                    </a:moveTo>
                    <a:cubicBezTo>
                      <a:pt x="538049" y="126102"/>
                      <a:pt x="531742" y="119609"/>
                      <a:pt x="523845" y="119493"/>
                    </a:cubicBezTo>
                    <a:cubicBezTo>
                      <a:pt x="523833" y="119493"/>
                      <a:pt x="523816" y="119493"/>
                      <a:pt x="523804" y="119493"/>
                    </a:cubicBezTo>
                    <a:cubicBezTo>
                      <a:pt x="515907" y="119395"/>
                      <a:pt x="509426" y="125713"/>
                      <a:pt x="509327" y="133610"/>
                    </a:cubicBezTo>
                    <a:cubicBezTo>
                      <a:pt x="509327" y="133610"/>
                      <a:pt x="509327" y="133616"/>
                      <a:pt x="509327" y="133616"/>
                    </a:cubicBezTo>
                    <a:cubicBezTo>
                      <a:pt x="509217" y="141513"/>
                      <a:pt x="515524" y="148006"/>
                      <a:pt x="523427" y="148122"/>
                    </a:cubicBezTo>
                    <a:cubicBezTo>
                      <a:pt x="523433" y="148122"/>
                      <a:pt x="523445" y="148122"/>
                      <a:pt x="523456" y="148122"/>
                    </a:cubicBezTo>
                    <a:lnTo>
                      <a:pt x="523630" y="148122"/>
                    </a:lnTo>
                    <a:cubicBezTo>
                      <a:pt x="531463" y="148128"/>
                      <a:pt x="537840" y="141826"/>
                      <a:pt x="537933" y="133993"/>
                    </a:cubicBezTo>
                    <a:close/>
                    <a:moveTo>
                      <a:pt x="470290" y="297549"/>
                    </a:moveTo>
                    <a:cubicBezTo>
                      <a:pt x="470400" y="289652"/>
                      <a:pt x="464093" y="283159"/>
                      <a:pt x="456190" y="283043"/>
                    </a:cubicBezTo>
                    <a:cubicBezTo>
                      <a:pt x="456184" y="283043"/>
                      <a:pt x="456173" y="283043"/>
                      <a:pt x="456161" y="283043"/>
                    </a:cubicBezTo>
                    <a:cubicBezTo>
                      <a:pt x="448264" y="282944"/>
                      <a:pt x="441783" y="289269"/>
                      <a:pt x="441684" y="297172"/>
                    </a:cubicBezTo>
                    <a:cubicBezTo>
                      <a:pt x="441684" y="297172"/>
                      <a:pt x="441684" y="297172"/>
                      <a:pt x="441684" y="297172"/>
                    </a:cubicBezTo>
                    <a:cubicBezTo>
                      <a:pt x="441574" y="305069"/>
                      <a:pt x="447881" y="311567"/>
                      <a:pt x="455784" y="311677"/>
                    </a:cubicBezTo>
                    <a:cubicBezTo>
                      <a:pt x="455790" y="311677"/>
                      <a:pt x="455801" y="311677"/>
                      <a:pt x="455813" y="311677"/>
                    </a:cubicBezTo>
                    <a:lnTo>
                      <a:pt x="456161" y="311677"/>
                    </a:lnTo>
                    <a:cubicBezTo>
                      <a:pt x="463965" y="311677"/>
                      <a:pt x="470290" y="305353"/>
                      <a:pt x="470290" y="297549"/>
                    </a:cubicBezTo>
                    <a:close/>
                    <a:moveTo>
                      <a:pt x="513029" y="297549"/>
                    </a:moveTo>
                    <a:cubicBezTo>
                      <a:pt x="513139" y="289652"/>
                      <a:pt x="506833" y="283159"/>
                      <a:pt x="498930" y="283043"/>
                    </a:cubicBezTo>
                    <a:cubicBezTo>
                      <a:pt x="498924" y="283043"/>
                      <a:pt x="498912" y="283043"/>
                      <a:pt x="498907" y="283043"/>
                    </a:cubicBezTo>
                    <a:cubicBezTo>
                      <a:pt x="491010" y="282933"/>
                      <a:pt x="484511" y="289240"/>
                      <a:pt x="484401" y="297143"/>
                    </a:cubicBezTo>
                    <a:cubicBezTo>
                      <a:pt x="484401" y="297148"/>
                      <a:pt x="484401" y="297160"/>
                      <a:pt x="484401" y="297172"/>
                    </a:cubicBezTo>
                    <a:cubicBezTo>
                      <a:pt x="484291" y="305074"/>
                      <a:pt x="490609" y="311567"/>
                      <a:pt x="498512" y="311677"/>
                    </a:cubicBezTo>
                    <a:cubicBezTo>
                      <a:pt x="498518" y="311677"/>
                      <a:pt x="498524" y="311677"/>
                      <a:pt x="498529" y="311677"/>
                    </a:cubicBezTo>
                    <a:lnTo>
                      <a:pt x="498703" y="311677"/>
                    </a:lnTo>
                    <a:cubicBezTo>
                      <a:pt x="506537" y="311677"/>
                      <a:pt x="512907" y="305382"/>
                      <a:pt x="513012" y="297549"/>
                    </a:cubicBezTo>
                    <a:close/>
                    <a:moveTo>
                      <a:pt x="555595" y="297549"/>
                    </a:moveTo>
                    <a:cubicBezTo>
                      <a:pt x="555705" y="289652"/>
                      <a:pt x="549398" y="283159"/>
                      <a:pt x="541495" y="283043"/>
                    </a:cubicBezTo>
                    <a:cubicBezTo>
                      <a:pt x="541490" y="283043"/>
                      <a:pt x="541478" y="283043"/>
                      <a:pt x="541467" y="283043"/>
                    </a:cubicBezTo>
                    <a:cubicBezTo>
                      <a:pt x="533569" y="282933"/>
                      <a:pt x="527071" y="289240"/>
                      <a:pt x="526961" y="297143"/>
                    </a:cubicBezTo>
                    <a:cubicBezTo>
                      <a:pt x="526961" y="297148"/>
                      <a:pt x="526961" y="297160"/>
                      <a:pt x="526961" y="297172"/>
                    </a:cubicBezTo>
                    <a:cubicBezTo>
                      <a:pt x="526851" y="305069"/>
                      <a:pt x="533157" y="311561"/>
                      <a:pt x="541060" y="311677"/>
                    </a:cubicBezTo>
                    <a:cubicBezTo>
                      <a:pt x="541066" y="311677"/>
                      <a:pt x="541078" y="311677"/>
                      <a:pt x="541089" y="311677"/>
                    </a:cubicBezTo>
                    <a:lnTo>
                      <a:pt x="541437" y="311677"/>
                    </a:lnTo>
                    <a:cubicBezTo>
                      <a:pt x="549242" y="311677"/>
                      <a:pt x="555566" y="305353"/>
                      <a:pt x="555566" y="297549"/>
                    </a:cubicBezTo>
                    <a:close/>
                    <a:moveTo>
                      <a:pt x="598335" y="297549"/>
                    </a:moveTo>
                    <a:cubicBezTo>
                      <a:pt x="598445" y="289652"/>
                      <a:pt x="592138" y="283159"/>
                      <a:pt x="584235" y="283043"/>
                    </a:cubicBezTo>
                    <a:cubicBezTo>
                      <a:pt x="584229" y="283043"/>
                      <a:pt x="584218" y="283043"/>
                      <a:pt x="584212" y="283043"/>
                    </a:cubicBezTo>
                    <a:cubicBezTo>
                      <a:pt x="576315" y="282933"/>
                      <a:pt x="569817" y="289240"/>
                      <a:pt x="569706" y="297143"/>
                    </a:cubicBezTo>
                    <a:cubicBezTo>
                      <a:pt x="569706" y="297148"/>
                      <a:pt x="569706" y="297160"/>
                      <a:pt x="569706" y="297172"/>
                    </a:cubicBezTo>
                    <a:cubicBezTo>
                      <a:pt x="569596" y="305074"/>
                      <a:pt x="575915" y="311567"/>
                      <a:pt x="583817" y="311677"/>
                    </a:cubicBezTo>
                    <a:cubicBezTo>
                      <a:pt x="583823" y="311677"/>
                      <a:pt x="583829" y="311677"/>
                      <a:pt x="583835" y="311677"/>
                    </a:cubicBezTo>
                    <a:lnTo>
                      <a:pt x="584009" y="311677"/>
                    </a:lnTo>
                    <a:cubicBezTo>
                      <a:pt x="591842" y="311677"/>
                      <a:pt x="598219" y="305382"/>
                      <a:pt x="598312" y="297549"/>
                    </a:cubicBezTo>
                    <a:close/>
                    <a:moveTo>
                      <a:pt x="640900" y="297549"/>
                    </a:moveTo>
                    <a:cubicBezTo>
                      <a:pt x="641011" y="289652"/>
                      <a:pt x="634704" y="283159"/>
                      <a:pt x="626801" y="283043"/>
                    </a:cubicBezTo>
                    <a:cubicBezTo>
                      <a:pt x="626795" y="283043"/>
                      <a:pt x="626784" y="283043"/>
                      <a:pt x="626772" y="283043"/>
                    </a:cubicBezTo>
                    <a:cubicBezTo>
                      <a:pt x="618869" y="282939"/>
                      <a:pt x="612371" y="289257"/>
                      <a:pt x="612266" y="297166"/>
                    </a:cubicBezTo>
                    <a:cubicBezTo>
                      <a:pt x="612266" y="297166"/>
                      <a:pt x="612266" y="297172"/>
                      <a:pt x="612266" y="297172"/>
                    </a:cubicBezTo>
                    <a:cubicBezTo>
                      <a:pt x="612162" y="305074"/>
                      <a:pt x="618481" y="311573"/>
                      <a:pt x="626389" y="311677"/>
                    </a:cubicBezTo>
                    <a:cubicBezTo>
                      <a:pt x="626389" y="311677"/>
                      <a:pt x="626395" y="311677"/>
                      <a:pt x="626401" y="311677"/>
                    </a:cubicBezTo>
                    <a:lnTo>
                      <a:pt x="626749" y="311677"/>
                    </a:lnTo>
                    <a:cubicBezTo>
                      <a:pt x="634553" y="311677"/>
                      <a:pt x="640878" y="305353"/>
                      <a:pt x="640878" y="297549"/>
                    </a:cubicBezTo>
                    <a:close/>
                    <a:moveTo>
                      <a:pt x="683640" y="297549"/>
                    </a:moveTo>
                    <a:cubicBezTo>
                      <a:pt x="683751" y="289652"/>
                      <a:pt x="677444" y="283159"/>
                      <a:pt x="669541" y="283043"/>
                    </a:cubicBezTo>
                    <a:cubicBezTo>
                      <a:pt x="669535" y="283043"/>
                      <a:pt x="669523" y="283043"/>
                      <a:pt x="669512" y="283043"/>
                    </a:cubicBezTo>
                    <a:cubicBezTo>
                      <a:pt x="661615" y="282944"/>
                      <a:pt x="655134" y="289263"/>
                      <a:pt x="655035" y="297160"/>
                    </a:cubicBezTo>
                    <a:cubicBezTo>
                      <a:pt x="655035" y="297160"/>
                      <a:pt x="655035" y="297166"/>
                      <a:pt x="655035" y="297172"/>
                    </a:cubicBezTo>
                    <a:cubicBezTo>
                      <a:pt x="654925" y="305074"/>
                      <a:pt x="661243" y="311567"/>
                      <a:pt x="669146" y="311677"/>
                    </a:cubicBezTo>
                    <a:cubicBezTo>
                      <a:pt x="669152" y="311677"/>
                      <a:pt x="669158" y="311677"/>
                      <a:pt x="669164" y="311677"/>
                    </a:cubicBezTo>
                    <a:lnTo>
                      <a:pt x="669338" y="311677"/>
                    </a:lnTo>
                    <a:cubicBezTo>
                      <a:pt x="677171" y="311677"/>
                      <a:pt x="683547" y="305382"/>
                      <a:pt x="683640" y="297549"/>
                    </a:cubicBezTo>
                    <a:close/>
                    <a:moveTo>
                      <a:pt x="470290" y="414993"/>
                    </a:moveTo>
                    <a:cubicBezTo>
                      <a:pt x="470290" y="407096"/>
                      <a:pt x="463884" y="400690"/>
                      <a:pt x="455987" y="400690"/>
                    </a:cubicBezTo>
                    <a:cubicBezTo>
                      <a:pt x="448084" y="400690"/>
                      <a:pt x="441678" y="407096"/>
                      <a:pt x="441678" y="414999"/>
                    </a:cubicBezTo>
                    <a:cubicBezTo>
                      <a:pt x="441684" y="422902"/>
                      <a:pt x="448084" y="429302"/>
                      <a:pt x="455987" y="429302"/>
                    </a:cubicBezTo>
                    <a:lnTo>
                      <a:pt x="456161" y="429302"/>
                    </a:lnTo>
                    <a:cubicBezTo>
                      <a:pt x="464000" y="429203"/>
                      <a:pt x="470301" y="422815"/>
                      <a:pt x="470290" y="414976"/>
                    </a:cubicBezTo>
                    <a:close/>
                    <a:moveTo>
                      <a:pt x="513035" y="414993"/>
                    </a:moveTo>
                    <a:cubicBezTo>
                      <a:pt x="513029" y="407090"/>
                      <a:pt x="506629" y="400690"/>
                      <a:pt x="498727" y="400690"/>
                    </a:cubicBezTo>
                    <a:cubicBezTo>
                      <a:pt x="490824" y="400690"/>
                      <a:pt x="484424" y="407090"/>
                      <a:pt x="484418" y="414993"/>
                    </a:cubicBezTo>
                    <a:cubicBezTo>
                      <a:pt x="484418" y="422896"/>
                      <a:pt x="490824" y="429302"/>
                      <a:pt x="498727" y="429302"/>
                    </a:cubicBezTo>
                    <a:lnTo>
                      <a:pt x="498727" y="429302"/>
                    </a:lnTo>
                    <a:cubicBezTo>
                      <a:pt x="506629" y="429302"/>
                      <a:pt x="513035" y="422896"/>
                      <a:pt x="513035" y="414993"/>
                    </a:cubicBezTo>
                    <a:cubicBezTo>
                      <a:pt x="513035" y="414987"/>
                      <a:pt x="513035" y="414982"/>
                      <a:pt x="513035" y="414976"/>
                    </a:cubicBezTo>
                    <a:close/>
                    <a:moveTo>
                      <a:pt x="555595" y="414993"/>
                    </a:moveTo>
                    <a:cubicBezTo>
                      <a:pt x="555595" y="407096"/>
                      <a:pt x="549189" y="400690"/>
                      <a:pt x="541292" y="400690"/>
                    </a:cubicBezTo>
                    <a:cubicBezTo>
                      <a:pt x="533390" y="400690"/>
                      <a:pt x="526984" y="407096"/>
                      <a:pt x="526984" y="414999"/>
                    </a:cubicBezTo>
                    <a:cubicBezTo>
                      <a:pt x="526990" y="422902"/>
                      <a:pt x="533390" y="429302"/>
                      <a:pt x="541292" y="429302"/>
                    </a:cubicBezTo>
                    <a:lnTo>
                      <a:pt x="541467" y="429302"/>
                    </a:lnTo>
                    <a:cubicBezTo>
                      <a:pt x="549300" y="429203"/>
                      <a:pt x="555595" y="422826"/>
                      <a:pt x="555595" y="414993"/>
                    </a:cubicBezTo>
                    <a:close/>
                    <a:moveTo>
                      <a:pt x="598335" y="414993"/>
                    </a:moveTo>
                    <a:cubicBezTo>
                      <a:pt x="598335" y="407096"/>
                      <a:pt x="591929" y="400690"/>
                      <a:pt x="584032" y="400690"/>
                    </a:cubicBezTo>
                    <a:cubicBezTo>
                      <a:pt x="576129" y="400690"/>
                      <a:pt x="569730" y="407090"/>
                      <a:pt x="569724" y="414993"/>
                    </a:cubicBezTo>
                    <a:cubicBezTo>
                      <a:pt x="569724" y="422896"/>
                      <a:pt x="576129" y="429302"/>
                      <a:pt x="584032" y="429302"/>
                    </a:cubicBezTo>
                    <a:lnTo>
                      <a:pt x="584032" y="429302"/>
                    </a:lnTo>
                    <a:cubicBezTo>
                      <a:pt x="591929" y="429302"/>
                      <a:pt x="598335" y="422896"/>
                      <a:pt x="598335" y="414999"/>
                    </a:cubicBezTo>
                    <a:cubicBezTo>
                      <a:pt x="598335" y="414993"/>
                      <a:pt x="598335" y="414982"/>
                      <a:pt x="598335" y="414976"/>
                    </a:cubicBezTo>
                    <a:close/>
                    <a:moveTo>
                      <a:pt x="640900" y="414993"/>
                    </a:moveTo>
                    <a:cubicBezTo>
                      <a:pt x="640900" y="407096"/>
                      <a:pt x="634495" y="400690"/>
                      <a:pt x="626598" y="400690"/>
                    </a:cubicBezTo>
                    <a:cubicBezTo>
                      <a:pt x="618695" y="400690"/>
                      <a:pt x="612290" y="407096"/>
                      <a:pt x="612290" y="414999"/>
                    </a:cubicBezTo>
                    <a:cubicBezTo>
                      <a:pt x="612295" y="422902"/>
                      <a:pt x="618695" y="429302"/>
                      <a:pt x="626598" y="429302"/>
                    </a:cubicBezTo>
                    <a:lnTo>
                      <a:pt x="626772" y="429302"/>
                    </a:lnTo>
                    <a:cubicBezTo>
                      <a:pt x="634605" y="429203"/>
                      <a:pt x="640900" y="422826"/>
                      <a:pt x="640900" y="414993"/>
                    </a:cubicBezTo>
                    <a:close/>
                    <a:moveTo>
                      <a:pt x="683640" y="414993"/>
                    </a:moveTo>
                    <a:cubicBezTo>
                      <a:pt x="683640" y="407096"/>
                      <a:pt x="677235" y="400690"/>
                      <a:pt x="669338" y="400690"/>
                    </a:cubicBezTo>
                    <a:cubicBezTo>
                      <a:pt x="661435" y="400690"/>
                      <a:pt x="655035" y="407090"/>
                      <a:pt x="655029" y="414993"/>
                    </a:cubicBezTo>
                    <a:cubicBezTo>
                      <a:pt x="655029" y="422896"/>
                      <a:pt x="661435" y="429302"/>
                      <a:pt x="669338" y="429302"/>
                    </a:cubicBezTo>
                    <a:lnTo>
                      <a:pt x="669338" y="429302"/>
                    </a:lnTo>
                    <a:cubicBezTo>
                      <a:pt x="677235" y="429302"/>
                      <a:pt x="683640" y="422896"/>
                      <a:pt x="683640" y="414999"/>
                    </a:cubicBezTo>
                    <a:cubicBezTo>
                      <a:pt x="683640" y="414999"/>
                      <a:pt x="683640" y="414993"/>
                      <a:pt x="683640" y="4149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55" name="Google Shape;155;p13"/>
            <p:cNvGrpSpPr/>
            <p:nvPr/>
          </p:nvGrpSpPr>
          <p:grpSpPr>
            <a:xfrm>
              <a:off x="7474336" y="3174083"/>
              <a:ext cx="1926867" cy="2244428"/>
              <a:chOff x="7474336" y="3174083"/>
              <a:chExt cx="1926867" cy="2244428"/>
            </a:xfrm>
          </p:grpSpPr>
          <p:sp>
            <p:nvSpPr>
              <p:cNvPr id="156" name="Google Shape;156;p13"/>
              <p:cNvSpPr/>
              <p:nvPr/>
            </p:nvSpPr>
            <p:spPr>
              <a:xfrm>
                <a:off x="8503837" y="3925685"/>
                <a:ext cx="292080" cy="402729"/>
              </a:xfrm>
              <a:custGeom>
                <a:avLst/>
                <a:gdLst/>
                <a:ahLst/>
                <a:cxnLst/>
                <a:rect l="l" t="t" r="r" b="b"/>
                <a:pathLst>
                  <a:path w="333806" h="460262" extrusionOk="0">
                    <a:moveTo>
                      <a:pt x="330005" y="5767"/>
                    </a:moveTo>
                    <a:lnTo>
                      <a:pt x="97043" y="5767"/>
                    </a:lnTo>
                    <a:cubicBezTo>
                      <a:pt x="94762" y="5765"/>
                      <a:pt x="92563" y="6649"/>
                      <a:pt x="90921" y="8233"/>
                    </a:cubicBezTo>
                    <a:lnTo>
                      <a:pt x="7733" y="88246"/>
                    </a:lnTo>
                    <a:cubicBezTo>
                      <a:pt x="6666" y="89337"/>
                      <a:pt x="5900" y="90690"/>
                      <a:pt x="5523" y="92169"/>
                    </a:cubicBezTo>
                    <a:cubicBezTo>
                      <a:pt x="5424" y="92538"/>
                      <a:pt x="5349" y="92914"/>
                      <a:pt x="5296" y="93294"/>
                    </a:cubicBezTo>
                    <a:cubicBezTo>
                      <a:pt x="5175" y="93726"/>
                      <a:pt x="5082" y="94166"/>
                      <a:pt x="5030" y="94612"/>
                    </a:cubicBezTo>
                    <a:lnTo>
                      <a:pt x="5030" y="457198"/>
                    </a:lnTo>
                    <a:cubicBezTo>
                      <a:pt x="5024" y="462072"/>
                      <a:pt x="8975" y="466025"/>
                      <a:pt x="13849" y="466029"/>
                    </a:cubicBezTo>
                    <a:cubicBezTo>
                      <a:pt x="13855" y="466029"/>
                      <a:pt x="13855" y="466029"/>
                      <a:pt x="13861" y="466029"/>
                    </a:cubicBezTo>
                    <a:lnTo>
                      <a:pt x="330005" y="466029"/>
                    </a:lnTo>
                    <a:cubicBezTo>
                      <a:pt x="334879" y="466032"/>
                      <a:pt x="338831" y="462083"/>
                      <a:pt x="338836" y="457209"/>
                    </a:cubicBezTo>
                    <a:cubicBezTo>
                      <a:pt x="338836" y="457205"/>
                      <a:pt x="338836" y="457202"/>
                      <a:pt x="338836" y="457198"/>
                    </a:cubicBezTo>
                    <a:lnTo>
                      <a:pt x="338836" y="14598"/>
                    </a:lnTo>
                    <a:cubicBezTo>
                      <a:pt x="338842" y="9724"/>
                      <a:pt x="334891" y="5770"/>
                      <a:pt x="330017" y="5767"/>
                    </a:cubicBezTo>
                    <a:cubicBezTo>
                      <a:pt x="330011" y="5767"/>
                      <a:pt x="330011" y="5767"/>
                      <a:pt x="330005" y="5767"/>
                    </a:cubicBezTo>
                    <a:close/>
                    <a:moveTo>
                      <a:pt x="91043" y="34871"/>
                    </a:moveTo>
                    <a:lnTo>
                      <a:pt x="91043" y="85780"/>
                    </a:lnTo>
                    <a:lnTo>
                      <a:pt x="36316" y="85780"/>
                    </a:lnTo>
                    <a:close/>
                    <a:moveTo>
                      <a:pt x="321174" y="448366"/>
                    </a:moveTo>
                    <a:lnTo>
                      <a:pt x="22692" y="448366"/>
                    </a:lnTo>
                    <a:lnTo>
                      <a:pt x="22692" y="103460"/>
                    </a:lnTo>
                    <a:lnTo>
                      <a:pt x="99862" y="103460"/>
                    </a:lnTo>
                    <a:cubicBezTo>
                      <a:pt x="104736" y="103464"/>
                      <a:pt x="108688" y="99514"/>
                      <a:pt x="108694" y="94641"/>
                    </a:cubicBezTo>
                    <a:cubicBezTo>
                      <a:pt x="108694" y="94636"/>
                      <a:pt x="108694" y="94633"/>
                      <a:pt x="108694" y="94629"/>
                    </a:cubicBezTo>
                    <a:lnTo>
                      <a:pt x="108694" y="23446"/>
                    </a:lnTo>
                    <a:lnTo>
                      <a:pt x="321163" y="2344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7" name="Google Shape;157;p13"/>
              <p:cNvSpPr/>
              <p:nvPr/>
            </p:nvSpPr>
            <p:spPr>
              <a:xfrm>
                <a:off x="8806477" y="3925685"/>
                <a:ext cx="292075" cy="402729"/>
              </a:xfrm>
              <a:custGeom>
                <a:avLst/>
                <a:gdLst/>
                <a:ahLst/>
                <a:cxnLst/>
                <a:rect l="l" t="t" r="r" b="b"/>
                <a:pathLst>
                  <a:path w="333800" h="460262" extrusionOk="0">
                    <a:moveTo>
                      <a:pt x="330005" y="5767"/>
                    </a:moveTo>
                    <a:lnTo>
                      <a:pt x="97048" y="5767"/>
                    </a:lnTo>
                    <a:cubicBezTo>
                      <a:pt x="94768" y="5765"/>
                      <a:pt x="92569" y="6649"/>
                      <a:pt x="90927" y="8233"/>
                    </a:cubicBezTo>
                    <a:lnTo>
                      <a:pt x="7739" y="88246"/>
                    </a:lnTo>
                    <a:cubicBezTo>
                      <a:pt x="6672" y="89337"/>
                      <a:pt x="5906" y="90690"/>
                      <a:pt x="5529" y="92169"/>
                    </a:cubicBezTo>
                    <a:cubicBezTo>
                      <a:pt x="5424" y="92538"/>
                      <a:pt x="5349" y="92914"/>
                      <a:pt x="5302" y="93294"/>
                    </a:cubicBezTo>
                    <a:cubicBezTo>
                      <a:pt x="5175" y="93726"/>
                      <a:pt x="5088" y="94166"/>
                      <a:pt x="5030" y="94612"/>
                    </a:cubicBezTo>
                    <a:lnTo>
                      <a:pt x="5030" y="457198"/>
                    </a:lnTo>
                    <a:cubicBezTo>
                      <a:pt x="5024" y="462072"/>
                      <a:pt x="8975" y="466025"/>
                      <a:pt x="13849" y="466029"/>
                    </a:cubicBezTo>
                    <a:cubicBezTo>
                      <a:pt x="13855" y="466029"/>
                      <a:pt x="13855" y="466029"/>
                      <a:pt x="13861" y="466029"/>
                    </a:cubicBezTo>
                    <a:lnTo>
                      <a:pt x="330005" y="466029"/>
                    </a:lnTo>
                    <a:cubicBezTo>
                      <a:pt x="334873" y="466029"/>
                      <a:pt x="338825" y="462084"/>
                      <a:pt x="338831" y="457215"/>
                    </a:cubicBezTo>
                    <a:lnTo>
                      <a:pt x="338831" y="14615"/>
                    </a:lnTo>
                    <a:cubicBezTo>
                      <a:pt x="338842" y="9741"/>
                      <a:pt x="334902" y="5779"/>
                      <a:pt x="330028" y="5767"/>
                    </a:cubicBezTo>
                    <a:cubicBezTo>
                      <a:pt x="330023" y="5767"/>
                      <a:pt x="330011" y="5767"/>
                      <a:pt x="330005" y="5767"/>
                    </a:cubicBezTo>
                    <a:close/>
                    <a:moveTo>
                      <a:pt x="91072" y="34888"/>
                    </a:moveTo>
                    <a:lnTo>
                      <a:pt x="91072" y="85798"/>
                    </a:lnTo>
                    <a:lnTo>
                      <a:pt x="36350" y="85798"/>
                    </a:lnTo>
                    <a:close/>
                    <a:moveTo>
                      <a:pt x="321203" y="448384"/>
                    </a:moveTo>
                    <a:lnTo>
                      <a:pt x="22692" y="448384"/>
                    </a:lnTo>
                    <a:lnTo>
                      <a:pt x="22692" y="103460"/>
                    </a:lnTo>
                    <a:lnTo>
                      <a:pt x="99862" y="103460"/>
                    </a:lnTo>
                    <a:cubicBezTo>
                      <a:pt x="104736" y="103464"/>
                      <a:pt x="108688" y="99514"/>
                      <a:pt x="108694" y="94641"/>
                    </a:cubicBezTo>
                    <a:cubicBezTo>
                      <a:pt x="108694" y="94636"/>
                      <a:pt x="108694" y="94633"/>
                      <a:pt x="108694" y="94629"/>
                    </a:cubicBezTo>
                    <a:lnTo>
                      <a:pt x="108694" y="23446"/>
                    </a:lnTo>
                    <a:lnTo>
                      <a:pt x="321163" y="2344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" name="Google Shape;158;p13"/>
              <p:cNvSpPr/>
              <p:nvPr/>
            </p:nvSpPr>
            <p:spPr>
              <a:xfrm>
                <a:off x="9109128" y="3925685"/>
                <a:ext cx="292075" cy="402729"/>
              </a:xfrm>
              <a:custGeom>
                <a:avLst/>
                <a:gdLst/>
                <a:ahLst/>
                <a:cxnLst/>
                <a:rect l="l" t="t" r="r" b="b"/>
                <a:pathLst>
                  <a:path w="333800" h="460262" extrusionOk="0">
                    <a:moveTo>
                      <a:pt x="329988" y="5767"/>
                    </a:moveTo>
                    <a:lnTo>
                      <a:pt x="97043" y="5767"/>
                    </a:lnTo>
                    <a:cubicBezTo>
                      <a:pt x="94762" y="5765"/>
                      <a:pt x="92563" y="6649"/>
                      <a:pt x="90921" y="8233"/>
                    </a:cubicBezTo>
                    <a:lnTo>
                      <a:pt x="7734" y="88246"/>
                    </a:lnTo>
                    <a:cubicBezTo>
                      <a:pt x="6666" y="89337"/>
                      <a:pt x="5906" y="90690"/>
                      <a:pt x="5523" y="92169"/>
                    </a:cubicBezTo>
                    <a:cubicBezTo>
                      <a:pt x="5424" y="92538"/>
                      <a:pt x="5349" y="92914"/>
                      <a:pt x="5296" y="93294"/>
                    </a:cubicBezTo>
                    <a:cubicBezTo>
                      <a:pt x="5175" y="93726"/>
                      <a:pt x="5082" y="94166"/>
                      <a:pt x="5030" y="94612"/>
                    </a:cubicBezTo>
                    <a:lnTo>
                      <a:pt x="5030" y="457198"/>
                    </a:lnTo>
                    <a:cubicBezTo>
                      <a:pt x="5024" y="462072"/>
                      <a:pt x="8975" y="466025"/>
                      <a:pt x="13849" y="466029"/>
                    </a:cubicBezTo>
                    <a:cubicBezTo>
                      <a:pt x="13855" y="466029"/>
                      <a:pt x="13855" y="466029"/>
                      <a:pt x="13861" y="466029"/>
                    </a:cubicBezTo>
                    <a:lnTo>
                      <a:pt x="330000" y="466029"/>
                    </a:lnTo>
                    <a:cubicBezTo>
                      <a:pt x="334873" y="466032"/>
                      <a:pt x="338825" y="462083"/>
                      <a:pt x="338831" y="457209"/>
                    </a:cubicBezTo>
                    <a:cubicBezTo>
                      <a:pt x="338831" y="457205"/>
                      <a:pt x="338831" y="457202"/>
                      <a:pt x="338831" y="457198"/>
                    </a:cubicBezTo>
                    <a:lnTo>
                      <a:pt x="338831" y="14598"/>
                    </a:lnTo>
                    <a:cubicBezTo>
                      <a:pt x="338836" y="9724"/>
                      <a:pt x="334885" y="5770"/>
                      <a:pt x="330011" y="5767"/>
                    </a:cubicBezTo>
                    <a:cubicBezTo>
                      <a:pt x="330005" y="5767"/>
                      <a:pt x="329994" y="5767"/>
                      <a:pt x="329988" y="5767"/>
                    </a:cubicBezTo>
                    <a:close/>
                    <a:moveTo>
                      <a:pt x="91031" y="34871"/>
                    </a:moveTo>
                    <a:lnTo>
                      <a:pt x="91031" y="85780"/>
                    </a:lnTo>
                    <a:lnTo>
                      <a:pt x="36304" y="85780"/>
                    </a:lnTo>
                    <a:close/>
                    <a:moveTo>
                      <a:pt x="321157" y="448366"/>
                    </a:moveTo>
                    <a:lnTo>
                      <a:pt x="22675" y="448366"/>
                    </a:lnTo>
                    <a:lnTo>
                      <a:pt x="22675" y="103460"/>
                    </a:lnTo>
                    <a:lnTo>
                      <a:pt x="99845" y="103460"/>
                    </a:lnTo>
                    <a:cubicBezTo>
                      <a:pt x="104719" y="103464"/>
                      <a:pt x="108670" y="99514"/>
                      <a:pt x="108676" y="94641"/>
                    </a:cubicBezTo>
                    <a:cubicBezTo>
                      <a:pt x="108676" y="94636"/>
                      <a:pt x="108676" y="94633"/>
                      <a:pt x="108676" y="94629"/>
                    </a:cubicBezTo>
                    <a:lnTo>
                      <a:pt x="108676" y="23446"/>
                    </a:lnTo>
                    <a:lnTo>
                      <a:pt x="321139" y="2344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" name="Google Shape;159;p13"/>
              <p:cNvSpPr/>
              <p:nvPr/>
            </p:nvSpPr>
            <p:spPr>
              <a:xfrm rot="5400000">
                <a:off x="7890349" y="4383229"/>
                <a:ext cx="710265" cy="1287404"/>
              </a:xfrm>
              <a:custGeom>
                <a:avLst/>
                <a:gdLst/>
                <a:ahLst/>
                <a:cxnLst/>
                <a:rect l="l" t="t" r="r" b="b"/>
                <a:pathLst>
                  <a:path w="811731" h="1471319" extrusionOk="0">
                    <a:moveTo>
                      <a:pt x="350859" y="504469"/>
                    </a:moveTo>
                    <a:lnTo>
                      <a:pt x="350859" y="1444396"/>
                    </a:lnTo>
                    <a:lnTo>
                      <a:pt x="346890" y="1447013"/>
                    </a:lnTo>
                    <a:lnTo>
                      <a:pt x="313991" y="1477086"/>
                    </a:lnTo>
                    <a:lnTo>
                      <a:pt x="303048" y="1463161"/>
                    </a:lnTo>
                    <a:lnTo>
                      <a:pt x="333220" y="1434904"/>
                    </a:lnTo>
                    <a:lnTo>
                      <a:pt x="333220" y="504469"/>
                    </a:lnTo>
                    <a:close/>
                    <a:moveTo>
                      <a:pt x="339614" y="473496"/>
                    </a:moveTo>
                    <a:lnTo>
                      <a:pt x="267392" y="5767"/>
                    </a:lnTo>
                    <a:lnTo>
                      <a:pt x="249933" y="8459"/>
                    </a:lnTo>
                    <a:lnTo>
                      <a:pt x="320779" y="467253"/>
                    </a:lnTo>
                    <a:lnTo>
                      <a:pt x="5030" y="778471"/>
                    </a:lnTo>
                    <a:lnTo>
                      <a:pt x="17429" y="791045"/>
                    </a:lnTo>
                    <a:close/>
                    <a:moveTo>
                      <a:pt x="816761" y="215154"/>
                    </a:moveTo>
                    <a:lnTo>
                      <a:pt x="808307" y="199651"/>
                    </a:lnTo>
                    <a:lnTo>
                      <a:pt x="325973" y="462623"/>
                    </a:lnTo>
                    <a:lnTo>
                      <a:pt x="334421" y="478127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" name="Google Shape;160;p13"/>
              <p:cNvSpPr/>
              <p:nvPr/>
            </p:nvSpPr>
            <p:spPr>
              <a:xfrm rot="5400000">
                <a:off x="7813542" y="4305066"/>
                <a:ext cx="774239" cy="1452651"/>
              </a:xfrm>
              <a:custGeom>
                <a:avLst/>
                <a:gdLst/>
                <a:ahLst/>
                <a:cxnLst/>
                <a:rect l="l" t="t" r="r" b="b"/>
                <a:pathLst>
                  <a:path w="884845" h="1660173" extrusionOk="0">
                    <a:moveTo>
                      <a:pt x="361634" y="425273"/>
                    </a:moveTo>
                    <a:cubicBezTo>
                      <a:pt x="410408" y="425273"/>
                      <a:pt x="449945" y="464810"/>
                      <a:pt x="449945" y="513584"/>
                    </a:cubicBezTo>
                    <a:cubicBezTo>
                      <a:pt x="449945" y="562359"/>
                      <a:pt x="410408" y="601896"/>
                      <a:pt x="361634" y="601896"/>
                    </a:cubicBezTo>
                    <a:cubicBezTo>
                      <a:pt x="312859" y="601896"/>
                      <a:pt x="273322" y="562359"/>
                      <a:pt x="273322" y="513584"/>
                    </a:cubicBezTo>
                    <a:cubicBezTo>
                      <a:pt x="273317" y="464816"/>
                      <a:pt x="312854" y="425279"/>
                      <a:pt x="361622" y="425273"/>
                    </a:cubicBezTo>
                    <a:cubicBezTo>
                      <a:pt x="361628" y="425273"/>
                      <a:pt x="361628" y="425273"/>
                      <a:pt x="361634" y="425273"/>
                    </a:cubicBezTo>
                    <a:close/>
                    <a:moveTo>
                      <a:pt x="361866" y="1665940"/>
                    </a:moveTo>
                    <a:cubicBezTo>
                      <a:pt x="348927" y="1665934"/>
                      <a:pt x="336034" y="1664472"/>
                      <a:pt x="323419" y="1661588"/>
                    </a:cubicBezTo>
                    <a:cubicBezTo>
                      <a:pt x="231232" y="1640578"/>
                      <a:pt x="173325" y="1548443"/>
                      <a:pt x="194341" y="1456273"/>
                    </a:cubicBezTo>
                    <a:cubicBezTo>
                      <a:pt x="215462" y="1363982"/>
                      <a:pt x="307399" y="1306284"/>
                      <a:pt x="399691" y="1327398"/>
                    </a:cubicBezTo>
                    <a:cubicBezTo>
                      <a:pt x="491982" y="1348519"/>
                      <a:pt x="549681" y="1440456"/>
                      <a:pt x="528560" y="1532748"/>
                    </a:cubicBezTo>
                    <a:cubicBezTo>
                      <a:pt x="510764" y="1610528"/>
                      <a:pt x="441659" y="1665748"/>
                      <a:pt x="361866" y="1665940"/>
                    </a:cubicBezTo>
                    <a:close/>
                    <a:moveTo>
                      <a:pt x="361245" y="1340500"/>
                    </a:moveTo>
                    <a:cubicBezTo>
                      <a:pt x="289563" y="1340686"/>
                      <a:pt x="227490" y="1390319"/>
                      <a:pt x="211545" y="1460202"/>
                    </a:cubicBezTo>
                    <a:lnTo>
                      <a:pt x="211545" y="1460202"/>
                    </a:lnTo>
                    <a:cubicBezTo>
                      <a:pt x="192694" y="1542896"/>
                      <a:pt x="244618" y="1625521"/>
                      <a:pt x="327342" y="1644373"/>
                    </a:cubicBezTo>
                    <a:cubicBezTo>
                      <a:pt x="410118" y="1663514"/>
                      <a:pt x="492742" y="1611920"/>
                      <a:pt x="511878" y="1529145"/>
                    </a:cubicBezTo>
                    <a:cubicBezTo>
                      <a:pt x="531020" y="1446369"/>
                      <a:pt x="479426" y="1363744"/>
                      <a:pt x="396651" y="1344608"/>
                    </a:cubicBezTo>
                    <a:cubicBezTo>
                      <a:pt x="396337" y="1344533"/>
                      <a:pt x="396024" y="1344463"/>
                      <a:pt x="395710" y="1344393"/>
                    </a:cubicBezTo>
                    <a:cubicBezTo>
                      <a:pt x="384402" y="1341806"/>
                      <a:pt x="372844" y="1340488"/>
                      <a:pt x="361245" y="1340471"/>
                    </a:cubicBezTo>
                    <a:close/>
                    <a:moveTo>
                      <a:pt x="361634" y="1406194"/>
                    </a:moveTo>
                    <a:cubicBezTo>
                      <a:pt x="410408" y="1406194"/>
                      <a:pt x="449945" y="1445731"/>
                      <a:pt x="449945" y="1494505"/>
                    </a:cubicBezTo>
                    <a:cubicBezTo>
                      <a:pt x="449945" y="1543279"/>
                      <a:pt x="410408" y="1582816"/>
                      <a:pt x="361634" y="1582816"/>
                    </a:cubicBezTo>
                    <a:cubicBezTo>
                      <a:pt x="312859" y="1582816"/>
                      <a:pt x="273322" y="1543279"/>
                      <a:pt x="273322" y="1494505"/>
                    </a:cubicBezTo>
                    <a:cubicBezTo>
                      <a:pt x="273305" y="1445736"/>
                      <a:pt x="312824" y="1406182"/>
                      <a:pt x="361593" y="1406165"/>
                    </a:cubicBezTo>
                    <a:cubicBezTo>
                      <a:pt x="361604" y="1406165"/>
                      <a:pt x="361622" y="1406165"/>
                      <a:pt x="361634" y="1406165"/>
                    </a:cubicBezTo>
                    <a:close/>
                    <a:moveTo>
                      <a:pt x="49179" y="779005"/>
                    </a:moveTo>
                    <a:cubicBezTo>
                      <a:pt x="73566" y="778999"/>
                      <a:pt x="93335" y="798768"/>
                      <a:pt x="93341" y="823155"/>
                    </a:cubicBezTo>
                    <a:cubicBezTo>
                      <a:pt x="93347" y="847542"/>
                      <a:pt x="73578" y="867310"/>
                      <a:pt x="49191" y="867316"/>
                    </a:cubicBezTo>
                    <a:cubicBezTo>
                      <a:pt x="24804" y="867322"/>
                      <a:pt x="5035" y="847554"/>
                      <a:pt x="5030" y="823166"/>
                    </a:cubicBezTo>
                    <a:cubicBezTo>
                      <a:pt x="5030" y="823166"/>
                      <a:pt x="5030" y="823161"/>
                      <a:pt x="5030" y="823161"/>
                    </a:cubicBezTo>
                    <a:cubicBezTo>
                      <a:pt x="5030" y="798774"/>
                      <a:pt x="24798" y="779011"/>
                      <a:pt x="49179" y="779005"/>
                    </a:cubicBezTo>
                    <a:close/>
                    <a:moveTo>
                      <a:pt x="845714" y="210838"/>
                    </a:moveTo>
                    <a:cubicBezTo>
                      <a:pt x="870101" y="210832"/>
                      <a:pt x="889870" y="230600"/>
                      <a:pt x="889875" y="254987"/>
                    </a:cubicBezTo>
                    <a:cubicBezTo>
                      <a:pt x="889881" y="279374"/>
                      <a:pt x="870113" y="299143"/>
                      <a:pt x="845726" y="299149"/>
                    </a:cubicBezTo>
                    <a:cubicBezTo>
                      <a:pt x="821339" y="299154"/>
                      <a:pt x="801570" y="279386"/>
                      <a:pt x="801564" y="254999"/>
                    </a:cubicBezTo>
                    <a:cubicBezTo>
                      <a:pt x="801564" y="254993"/>
                      <a:pt x="801564" y="254993"/>
                      <a:pt x="801564" y="254987"/>
                    </a:cubicBezTo>
                    <a:cubicBezTo>
                      <a:pt x="801570" y="230600"/>
                      <a:pt x="821339" y="210832"/>
                      <a:pt x="845726" y="210838"/>
                    </a:cubicBezTo>
                    <a:cubicBezTo>
                      <a:pt x="845726" y="210838"/>
                      <a:pt x="845732" y="210838"/>
                      <a:pt x="845732" y="210838"/>
                    </a:cubicBezTo>
                    <a:close/>
                    <a:moveTo>
                      <a:pt x="283389" y="5767"/>
                    </a:moveTo>
                    <a:cubicBezTo>
                      <a:pt x="307776" y="5764"/>
                      <a:pt x="327545" y="25530"/>
                      <a:pt x="327551" y="49916"/>
                    </a:cubicBezTo>
                    <a:cubicBezTo>
                      <a:pt x="327557" y="74303"/>
                      <a:pt x="307788" y="94075"/>
                      <a:pt x="283401" y="94078"/>
                    </a:cubicBezTo>
                    <a:cubicBezTo>
                      <a:pt x="259014" y="94081"/>
                      <a:pt x="239246" y="74314"/>
                      <a:pt x="239240" y="49928"/>
                    </a:cubicBezTo>
                    <a:cubicBezTo>
                      <a:pt x="239240" y="49926"/>
                      <a:pt x="239240" y="49924"/>
                      <a:pt x="239240" y="49922"/>
                    </a:cubicBezTo>
                    <a:cubicBezTo>
                      <a:pt x="239240" y="25538"/>
                      <a:pt x="259002" y="5770"/>
                      <a:pt x="283389" y="576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1" name="Google Shape;161;p13"/>
              <p:cNvSpPr/>
              <p:nvPr/>
            </p:nvSpPr>
            <p:spPr>
              <a:xfrm>
                <a:off x="8674048" y="3174083"/>
                <a:ext cx="591360" cy="371744"/>
              </a:xfrm>
              <a:custGeom>
                <a:avLst/>
                <a:gdLst/>
                <a:ahLst/>
                <a:cxnLst/>
                <a:rect l="l" t="t" r="r" b="b"/>
                <a:pathLst>
                  <a:path w="675840" h="424850" extrusionOk="0">
                    <a:moveTo>
                      <a:pt x="65715" y="32521"/>
                    </a:moveTo>
                    <a:lnTo>
                      <a:pt x="15908" y="32521"/>
                    </a:lnTo>
                    <a:cubicBezTo>
                      <a:pt x="9131" y="31697"/>
                      <a:pt x="4297" y="25535"/>
                      <a:pt x="5121" y="18758"/>
                    </a:cubicBezTo>
                    <a:cubicBezTo>
                      <a:pt x="5806" y="13106"/>
                      <a:pt x="10256" y="8656"/>
                      <a:pt x="15908" y="7972"/>
                    </a:cubicBezTo>
                    <a:lnTo>
                      <a:pt x="65715" y="7972"/>
                    </a:lnTo>
                    <a:cubicBezTo>
                      <a:pt x="72480" y="7043"/>
                      <a:pt x="78718" y="11772"/>
                      <a:pt x="79646" y="18537"/>
                    </a:cubicBezTo>
                    <a:cubicBezTo>
                      <a:pt x="80574" y="25303"/>
                      <a:pt x="75845" y="31540"/>
                      <a:pt x="69080" y="32469"/>
                    </a:cubicBezTo>
                    <a:cubicBezTo>
                      <a:pt x="68941" y="32492"/>
                      <a:pt x="68801" y="32509"/>
                      <a:pt x="68662" y="32521"/>
                    </a:cubicBezTo>
                    <a:cubicBezTo>
                      <a:pt x="67682" y="32637"/>
                      <a:pt x="66695" y="32637"/>
                      <a:pt x="65715" y="32521"/>
                    </a:cubicBezTo>
                    <a:close/>
                    <a:moveTo>
                      <a:pt x="78079" y="77030"/>
                    </a:moveTo>
                    <a:cubicBezTo>
                      <a:pt x="78079" y="70300"/>
                      <a:pt x="72625" y="64846"/>
                      <a:pt x="65894" y="64846"/>
                    </a:cubicBezTo>
                    <a:lnTo>
                      <a:pt x="15908" y="64846"/>
                    </a:lnTo>
                    <a:cubicBezTo>
                      <a:pt x="9131" y="65670"/>
                      <a:pt x="4297" y="71832"/>
                      <a:pt x="5121" y="78609"/>
                    </a:cubicBezTo>
                    <a:cubicBezTo>
                      <a:pt x="5806" y="84260"/>
                      <a:pt x="10256" y="88711"/>
                      <a:pt x="15908" y="89395"/>
                    </a:cubicBezTo>
                    <a:lnTo>
                      <a:pt x="65715" y="89395"/>
                    </a:lnTo>
                    <a:cubicBezTo>
                      <a:pt x="72544" y="89395"/>
                      <a:pt x="78073" y="83866"/>
                      <a:pt x="78079" y="77036"/>
                    </a:cubicBezTo>
                    <a:close/>
                    <a:moveTo>
                      <a:pt x="78079" y="133893"/>
                    </a:moveTo>
                    <a:cubicBezTo>
                      <a:pt x="78079" y="127162"/>
                      <a:pt x="72625" y="121708"/>
                      <a:pt x="65894" y="121708"/>
                    </a:cubicBezTo>
                    <a:lnTo>
                      <a:pt x="15908" y="121708"/>
                    </a:lnTo>
                    <a:cubicBezTo>
                      <a:pt x="9131" y="122532"/>
                      <a:pt x="4297" y="128694"/>
                      <a:pt x="5121" y="135471"/>
                    </a:cubicBezTo>
                    <a:cubicBezTo>
                      <a:pt x="5806" y="141123"/>
                      <a:pt x="10256" y="145573"/>
                      <a:pt x="15908" y="146258"/>
                    </a:cubicBezTo>
                    <a:lnTo>
                      <a:pt x="65715" y="146258"/>
                    </a:lnTo>
                    <a:cubicBezTo>
                      <a:pt x="72544" y="146258"/>
                      <a:pt x="78079" y="140722"/>
                      <a:pt x="78079" y="133893"/>
                    </a:cubicBezTo>
                    <a:close/>
                    <a:moveTo>
                      <a:pt x="78079" y="190941"/>
                    </a:moveTo>
                    <a:cubicBezTo>
                      <a:pt x="78079" y="184112"/>
                      <a:pt x="72544" y="178577"/>
                      <a:pt x="65715" y="178577"/>
                    </a:cubicBezTo>
                    <a:lnTo>
                      <a:pt x="15908" y="178577"/>
                    </a:lnTo>
                    <a:cubicBezTo>
                      <a:pt x="9131" y="179401"/>
                      <a:pt x="4297" y="185563"/>
                      <a:pt x="5121" y="192340"/>
                    </a:cubicBezTo>
                    <a:cubicBezTo>
                      <a:pt x="5806" y="197991"/>
                      <a:pt x="10256" y="202442"/>
                      <a:pt x="15908" y="203126"/>
                    </a:cubicBezTo>
                    <a:lnTo>
                      <a:pt x="65715" y="203126"/>
                    </a:lnTo>
                    <a:cubicBezTo>
                      <a:pt x="72445" y="203225"/>
                      <a:pt x="77981" y="197852"/>
                      <a:pt x="78079" y="191121"/>
                    </a:cubicBezTo>
                    <a:cubicBezTo>
                      <a:pt x="78079" y="191121"/>
                      <a:pt x="78079" y="191115"/>
                      <a:pt x="78079" y="191115"/>
                    </a:cubicBezTo>
                    <a:close/>
                    <a:moveTo>
                      <a:pt x="78079" y="247804"/>
                    </a:moveTo>
                    <a:cubicBezTo>
                      <a:pt x="78079" y="240975"/>
                      <a:pt x="72544" y="235439"/>
                      <a:pt x="65715" y="235439"/>
                    </a:cubicBezTo>
                    <a:lnTo>
                      <a:pt x="15908" y="235439"/>
                    </a:lnTo>
                    <a:cubicBezTo>
                      <a:pt x="9131" y="236263"/>
                      <a:pt x="4297" y="242425"/>
                      <a:pt x="5121" y="249202"/>
                    </a:cubicBezTo>
                    <a:cubicBezTo>
                      <a:pt x="5806" y="254854"/>
                      <a:pt x="10256" y="259304"/>
                      <a:pt x="15908" y="259989"/>
                    </a:cubicBezTo>
                    <a:lnTo>
                      <a:pt x="65715" y="259989"/>
                    </a:lnTo>
                    <a:cubicBezTo>
                      <a:pt x="72445" y="260099"/>
                      <a:pt x="77986" y="254732"/>
                      <a:pt x="78097" y="248007"/>
                    </a:cubicBezTo>
                    <a:cubicBezTo>
                      <a:pt x="78097" y="248001"/>
                      <a:pt x="78097" y="248001"/>
                      <a:pt x="78097" y="248001"/>
                    </a:cubicBezTo>
                    <a:cubicBezTo>
                      <a:pt x="78097" y="247700"/>
                      <a:pt x="78097" y="247398"/>
                      <a:pt x="78097" y="247096"/>
                    </a:cubicBezTo>
                    <a:close/>
                    <a:moveTo>
                      <a:pt x="78079" y="304667"/>
                    </a:moveTo>
                    <a:cubicBezTo>
                      <a:pt x="78079" y="297843"/>
                      <a:pt x="72544" y="292308"/>
                      <a:pt x="65720" y="292308"/>
                    </a:cubicBezTo>
                    <a:cubicBezTo>
                      <a:pt x="65720" y="292308"/>
                      <a:pt x="65715" y="292308"/>
                      <a:pt x="65715" y="292308"/>
                    </a:cubicBezTo>
                    <a:lnTo>
                      <a:pt x="15908" y="292308"/>
                    </a:lnTo>
                    <a:cubicBezTo>
                      <a:pt x="9131" y="293132"/>
                      <a:pt x="4297" y="299294"/>
                      <a:pt x="5121" y="306071"/>
                    </a:cubicBezTo>
                    <a:cubicBezTo>
                      <a:pt x="5806" y="311722"/>
                      <a:pt x="10256" y="316173"/>
                      <a:pt x="15908" y="316857"/>
                    </a:cubicBezTo>
                    <a:lnTo>
                      <a:pt x="65715" y="316857"/>
                    </a:lnTo>
                    <a:cubicBezTo>
                      <a:pt x="72445" y="316956"/>
                      <a:pt x="77981" y="311583"/>
                      <a:pt x="78079" y="304852"/>
                    </a:cubicBezTo>
                    <a:cubicBezTo>
                      <a:pt x="78079" y="304852"/>
                      <a:pt x="78079" y="304846"/>
                      <a:pt x="78079" y="304846"/>
                    </a:cubicBezTo>
                    <a:lnTo>
                      <a:pt x="78079" y="304667"/>
                    </a:lnTo>
                    <a:close/>
                    <a:moveTo>
                      <a:pt x="78079" y="361529"/>
                    </a:moveTo>
                    <a:cubicBezTo>
                      <a:pt x="78079" y="354700"/>
                      <a:pt x="72544" y="349164"/>
                      <a:pt x="65715" y="349164"/>
                    </a:cubicBezTo>
                    <a:lnTo>
                      <a:pt x="15908" y="349164"/>
                    </a:lnTo>
                    <a:cubicBezTo>
                      <a:pt x="9131" y="349988"/>
                      <a:pt x="4297" y="356150"/>
                      <a:pt x="5121" y="362928"/>
                    </a:cubicBezTo>
                    <a:cubicBezTo>
                      <a:pt x="5806" y="368579"/>
                      <a:pt x="10256" y="373029"/>
                      <a:pt x="15908" y="373714"/>
                    </a:cubicBezTo>
                    <a:lnTo>
                      <a:pt x="65715" y="373714"/>
                    </a:lnTo>
                    <a:cubicBezTo>
                      <a:pt x="72445" y="373813"/>
                      <a:pt x="77981" y="368440"/>
                      <a:pt x="78079" y="361709"/>
                    </a:cubicBezTo>
                    <a:cubicBezTo>
                      <a:pt x="78079" y="361709"/>
                      <a:pt x="78079" y="361703"/>
                      <a:pt x="78079" y="361703"/>
                    </a:cubicBezTo>
                    <a:lnTo>
                      <a:pt x="78079" y="361523"/>
                    </a:lnTo>
                    <a:close/>
                    <a:moveTo>
                      <a:pt x="78079" y="418392"/>
                    </a:moveTo>
                    <a:cubicBezTo>
                      <a:pt x="78079" y="411562"/>
                      <a:pt x="72544" y="406027"/>
                      <a:pt x="65715" y="406027"/>
                    </a:cubicBezTo>
                    <a:lnTo>
                      <a:pt x="15908" y="406027"/>
                    </a:lnTo>
                    <a:cubicBezTo>
                      <a:pt x="9131" y="406851"/>
                      <a:pt x="4297" y="413013"/>
                      <a:pt x="5121" y="419790"/>
                    </a:cubicBezTo>
                    <a:cubicBezTo>
                      <a:pt x="5806" y="425442"/>
                      <a:pt x="10256" y="429892"/>
                      <a:pt x="15908" y="430577"/>
                    </a:cubicBezTo>
                    <a:lnTo>
                      <a:pt x="65715" y="430577"/>
                    </a:lnTo>
                    <a:cubicBezTo>
                      <a:pt x="72445" y="430675"/>
                      <a:pt x="77981" y="425302"/>
                      <a:pt x="78079" y="418572"/>
                    </a:cubicBezTo>
                    <a:cubicBezTo>
                      <a:pt x="78079" y="418572"/>
                      <a:pt x="78079" y="418572"/>
                      <a:pt x="78079" y="418572"/>
                    </a:cubicBezTo>
                    <a:lnTo>
                      <a:pt x="78079" y="418392"/>
                    </a:lnTo>
                    <a:close/>
                    <a:moveTo>
                      <a:pt x="264229" y="20122"/>
                    </a:moveTo>
                    <a:cubicBezTo>
                      <a:pt x="264229" y="13391"/>
                      <a:pt x="258775" y="7937"/>
                      <a:pt x="252044" y="7937"/>
                    </a:cubicBezTo>
                    <a:lnTo>
                      <a:pt x="121359" y="7937"/>
                    </a:lnTo>
                    <a:cubicBezTo>
                      <a:pt x="114564" y="7240"/>
                      <a:pt x="108495" y="12178"/>
                      <a:pt x="107793" y="18973"/>
                    </a:cubicBezTo>
                    <a:cubicBezTo>
                      <a:pt x="107108" y="25599"/>
                      <a:pt x="111808" y="31581"/>
                      <a:pt x="118411" y="32486"/>
                    </a:cubicBezTo>
                    <a:cubicBezTo>
                      <a:pt x="119392" y="32602"/>
                      <a:pt x="120378" y="32602"/>
                      <a:pt x="121359" y="32486"/>
                    </a:cubicBezTo>
                    <a:lnTo>
                      <a:pt x="252938" y="32486"/>
                    </a:lnTo>
                    <a:cubicBezTo>
                      <a:pt x="259390" y="32016"/>
                      <a:pt x="264351" y="26591"/>
                      <a:pt x="264241" y="20122"/>
                    </a:cubicBezTo>
                    <a:close/>
                    <a:moveTo>
                      <a:pt x="264229" y="76984"/>
                    </a:moveTo>
                    <a:cubicBezTo>
                      <a:pt x="264229" y="70253"/>
                      <a:pt x="258775" y="64799"/>
                      <a:pt x="252044" y="64799"/>
                    </a:cubicBezTo>
                    <a:lnTo>
                      <a:pt x="121359" y="64799"/>
                    </a:lnTo>
                    <a:cubicBezTo>
                      <a:pt x="114564" y="64103"/>
                      <a:pt x="108495" y="69041"/>
                      <a:pt x="107793" y="75835"/>
                    </a:cubicBezTo>
                    <a:cubicBezTo>
                      <a:pt x="107108" y="82461"/>
                      <a:pt x="111808" y="88444"/>
                      <a:pt x="118411" y="89349"/>
                    </a:cubicBezTo>
                    <a:cubicBezTo>
                      <a:pt x="119392" y="89471"/>
                      <a:pt x="120378" y="89471"/>
                      <a:pt x="121359" y="89349"/>
                    </a:cubicBezTo>
                    <a:lnTo>
                      <a:pt x="252938" y="89349"/>
                    </a:lnTo>
                    <a:cubicBezTo>
                      <a:pt x="259390" y="88879"/>
                      <a:pt x="264351" y="83454"/>
                      <a:pt x="264241" y="76990"/>
                    </a:cubicBezTo>
                    <a:close/>
                    <a:moveTo>
                      <a:pt x="264229" y="133847"/>
                    </a:moveTo>
                    <a:cubicBezTo>
                      <a:pt x="264229" y="127116"/>
                      <a:pt x="258775" y="121662"/>
                      <a:pt x="252044" y="121662"/>
                    </a:cubicBezTo>
                    <a:lnTo>
                      <a:pt x="121359" y="121662"/>
                    </a:lnTo>
                    <a:cubicBezTo>
                      <a:pt x="114564" y="120966"/>
                      <a:pt x="108495" y="125903"/>
                      <a:pt x="107793" y="132698"/>
                    </a:cubicBezTo>
                    <a:cubicBezTo>
                      <a:pt x="107108" y="139324"/>
                      <a:pt x="111808" y="145306"/>
                      <a:pt x="118411" y="146211"/>
                    </a:cubicBezTo>
                    <a:cubicBezTo>
                      <a:pt x="119392" y="146327"/>
                      <a:pt x="120378" y="146327"/>
                      <a:pt x="121359" y="146211"/>
                    </a:cubicBezTo>
                    <a:lnTo>
                      <a:pt x="252938" y="146211"/>
                    </a:lnTo>
                    <a:cubicBezTo>
                      <a:pt x="259390" y="145741"/>
                      <a:pt x="264351" y="140316"/>
                      <a:pt x="264241" y="133847"/>
                    </a:cubicBezTo>
                    <a:close/>
                    <a:moveTo>
                      <a:pt x="264229" y="190895"/>
                    </a:moveTo>
                    <a:cubicBezTo>
                      <a:pt x="264328" y="184164"/>
                      <a:pt x="258955" y="178629"/>
                      <a:pt x="252224" y="178530"/>
                    </a:cubicBezTo>
                    <a:cubicBezTo>
                      <a:pt x="252224" y="178530"/>
                      <a:pt x="252224" y="178530"/>
                      <a:pt x="252224" y="178530"/>
                    </a:cubicBezTo>
                    <a:lnTo>
                      <a:pt x="121359" y="178530"/>
                    </a:lnTo>
                    <a:cubicBezTo>
                      <a:pt x="114564" y="177834"/>
                      <a:pt x="108495" y="182772"/>
                      <a:pt x="107793" y="189566"/>
                    </a:cubicBezTo>
                    <a:cubicBezTo>
                      <a:pt x="107108" y="196192"/>
                      <a:pt x="111808" y="202175"/>
                      <a:pt x="118411" y="203080"/>
                    </a:cubicBezTo>
                    <a:cubicBezTo>
                      <a:pt x="119392" y="203196"/>
                      <a:pt x="120378" y="203196"/>
                      <a:pt x="121359" y="203080"/>
                    </a:cubicBezTo>
                    <a:lnTo>
                      <a:pt x="252938" y="203080"/>
                    </a:lnTo>
                    <a:cubicBezTo>
                      <a:pt x="259297" y="202610"/>
                      <a:pt x="264217" y="197324"/>
                      <a:pt x="264229" y="190947"/>
                    </a:cubicBezTo>
                    <a:close/>
                    <a:moveTo>
                      <a:pt x="264229" y="247757"/>
                    </a:moveTo>
                    <a:cubicBezTo>
                      <a:pt x="264328" y="241027"/>
                      <a:pt x="258955" y="235491"/>
                      <a:pt x="252224" y="235393"/>
                    </a:cubicBezTo>
                    <a:cubicBezTo>
                      <a:pt x="252224" y="235393"/>
                      <a:pt x="252224" y="235393"/>
                      <a:pt x="252224" y="235393"/>
                    </a:cubicBezTo>
                    <a:lnTo>
                      <a:pt x="121359" y="235393"/>
                    </a:lnTo>
                    <a:cubicBezTo>
                      <a:pt x="114564" y="234697"/>
                      <a:pt x="108495" y="239634"/>
                      <a:pt x="107793" y="246429"/>
                    </a:cubicBezTo>
                    <a:cubicBezTo>
                      <a:pt x="107108" y="253055"/>
                      <a:pt x="111808" y="259037"/>
                      <a:pt x="118411" y="259942"/>
                    </a:cubicBezTo>
                    <a:cubicBezTo>
                      <a:pt x="119392" y="260064"/>
                      <a:pt x="120378" y="260064"/>
                      <a:pt x="121359" y="259942"/>
                    </a:cubicBezTo>
                    <a:lnTo>
                      <a:pt x="252938" y="259942"/>
                    </a:lnTo>
                    <a:cubicBezTo>
                      <a:pt x="259604" y="259472"/>
                      <a:pt x="264647" y="253722"/>
                      <a:pt x="264241" y="247050"/>
                    </a:cubicBezTo>
                    <a:close/>
                    <a:moveTo>
                      <a:pt x="420711" y="304620"/>
                    </a:moveTo>
                    <a:cubicBezTo>
                      <a:pt x="420711" y="297797"/>
                      <a:pt x="415176" y="292261"/>
                      <a:pt x="408352" y="292261"/>
                    </a:cubicBezTo>
                    <a:cubicBezTo>
                      <a:pt x="408352" y="292261"/>
                      <a:pt x="408347" y="292261"/>
                      <a:pt x="408347" y="292261"/>
                    </a:cubicBezTo>
                    <a:lnTo>
                      <a:pt x="277829" y="292261"/>
                    </a:lnTo>
                    <a:cubicBezTo>
                      <a:pt x="271064" y="291333"/>
                      <a:pt x="264826" y="296062"/>
                      <a:pt x="263898" y="302827"/>
                    </a:cubicBezTo>
                    <a:cubicBezTo>
                      <a:pt x="262970" y="309593"/>
                      <a:pt x="267699" y="315830"/>
                      <a:pt x="274464" y="316759"/>
                    </a:cubicBezTo>
                    <a:cubicBezTo>
                      <a:pt x="274603" y="316782"/>
                      <a:pt x="274743" y="316799"/>
                      <a:pt x="274882" y="316811"/>
                    </a:cubicBezTo>
                    <a:cubicBezTo>
                      <a:pt x="275862" y="316927"/>
                      <a:pt x="276849" y="316927"/>
                      <a:pt x="277829" y="316811"/>
                    </a:cubicBezTo>
                    <a:lnTo>
                      <a:pt x="408347" y="316811"/>
                    </a:lnTo>
                    <a:cubicBezTo>
                      <a:pt x="415077" y="316909"/>
                      <a:pt x="420613" y="311537"/>
                      <a:pt x="420711" y="304806"/>
                    </a:cubicBezTo>
                    <a:cubicBezTo>
                      <a:pt x="420711" y="304806"/>
                      <a:pt x="420711" y="304800"/>
                      <a:pt x="420711" y="304800"/>
                    </a:cubicBezTo>
                    <a:lnTo>
                      <a:pt x="420711" y="304620"/>
                    </a:lnTo>
                    <a:close/>
                    <a:moveTo>
                      <a:pt x="420711" y="361483"/>
                    </a:moveTo>
                    <a:cubicBezTo>
                      <a:pt x="420711" y="354653"/>
                      <a:pt x="415176" y="349118"/>
                      <a:pt x="408347" y="349118"/>
                    </a:cubicBezTo>
                    <a:lnTo>
                      <a:pt x="277829" y="349118"/>
                    </a:lnTo>
                    <a:cubicBezTo>
                      <a:pt x="271064" y="348190"/>
                      <a:pt x="264826" y="352919"/>
                      <a:pt x="263898" y="359684"/>
                    </a:cubicBezTo>
                    <a:cubicBezTo>
                      <a:pt x="262970" y="366449"/>
                      <a:pt x="267699" y="372687"/>
                      <a:pt x="274464" y="373615"/>
                    </a:cubicBezTo>
                    <a:cubicBezTo>
                      <a:pt x="274603" y="373639"/>
                      <a:pt x="274743" y="373656"/>
                      <a:pt x="274882" y="373668"/>
                    </a:cubicBezTo>
                    <a:cubicBezTo>
                      <a:pt x="275862" y="373784"/>
                      <a:pt x="276849" y="373784"/>
                      <a:pt x="277829" y="373668"/>
                    </a:cubicBezTo>
                    <a:lnTo>
                      <a:pt x="408347" y="373668"/>
                    </a:lnTo>
                    <a:cubicBezTo>
                      <a:pt x="415077" y="373766"/>
                      <a:pt x="420613" y="368393"/>
                      <a:pt x="420711" y="361663"/>
                    </a:cubicBezTo>
                    <a:cubicBezTo>
                      <a:pt x="420711" y="361663"/>
                      <a:pt x="420711" y="361657"/>
                      <a:pt x="420711" y="361657"/>
                    </a:cubicBezTo>
                    <a:lnTo>
                      <a:pt x="420711" y="361477"/>
                    </a:lnTo>
                    <a:close/>
                    <a:moveTo>
                      <a:pt x="420711" y="418345"/>
                    </a:moveTo>
                    <a:cubicBezTo>
                      <a:pt x="420711" y="411516"/>
                      <a:pt x="415176" y="405981"/>
                      <a:pt x="408347" y="405981"/>
                    </a:cubicBezTo>
                    <a:lnTo>
                      <a:pt x="277829" y="405981"/>
                    </a:lnTo>
                    <a:cubicBezTo>
                      <a:pt x="271064" y="405052"/>
                      <a:pt x="264826" y="409781"/>
                      <a:pt x="263898" y="416547"/>
                    </a:cubicBezTo>
                    <a:cubicBezTo>
                      <a:pt x="262970" y="423312"/>
                      <a:pt x="267699" y="429550"/>
                      <a:pt x="274464" y="430478"/>
                    </a:cubicBezTo>
                    <a:cubicBezTo>
                      <a:pt x="274603" y="430501"/>
                      <a:pt x="274743" y="430519"/>
                      <a:pt x="274882" y="430530"/>
                    </a:cubicBezTo>
                    <a:cubicBezTo>
                      <a:pt x="275862" y="430646"/>
                      <a:pt x="276849" y="430646"/>
                      <a:pt x="277829" y="430530"/>
                    </a:cubicBezTo>
                    <a:lnTo>
                      <a:pt x="408347" y="430530"/>
                    </a:lnTo>
                    <a:cubicBezTo>
                      <a:pt x="415077" y="430629"/>
                      <a:pt x="420613" y="425256"/>
                      <a:pt x="420711" y="418525"/>
                    </a:cubicBezTo>
                    <a:cubicBezTo>
                      <a:pt x="420711" y="418525"/>
                      <a:pt x="420711" y="418525"/>
                      <a:pt x="420711" y="418525"/>
                    </a:cubicBezTo>
                    <a:lnTo>
                      <a:pt x="420711" y="418345"/>
                    </a:lnTo>
                    <a:close/>
                    <a:moveTo>
                      <a:pt x="321805" y="20075"/>
                    </a:moveTo>
                    <a:cubicBezTo>
                      <a:pt x="321805" y="12172"/>
                      <a:pt x="315399" y="5767"/>
                      <a:pt x="307497" y="5767"/>
                    </a:cubicBezTo>
                    <a:cubicBezTo>
                      <a:pt x="299594" y="5767"/>
                      <a:pt x="293188" y="12172"/>
                      <a:pt x="293188" y="20075"/>
                    </a:cubicBezTo>
                    <a:cubicBezTo>
                      <a:pt x="293188" y="27978"/>
                      <a:pt x="299594" y="34383"/>
                      <a:pt x="307497" y="34383"/>
                    </a:cubicBezTo>
                    <a:cubicBezTo>
                      <a:pt x="307497" y="34383"/>
                      <a:pt x="307503" y="34383"/>
                      <a:pt x="307503" y="34383"/>
                    </a:cubicBezTo>
                    <a:lnTo>
                      <a:pt x="307503" y="34383"/>
                    </a:lnTo>
                    <a:cubicBezTo>
                      <a:pt x="315295" y="34482"/>
                      <a:pt x="321695" y="28251"/>
                      <a:pt x="321805" y="20458"/>
                    </a:cubicBezTo>
                    <a:cubicBezTo>
                      <a:pt x="321805" y="20336"/>
                      <a:pt x="321805" y="20220"/>
                      <a:pt x="321805" y="20098"/>
                    </a:cubicBezTo>
                    <a:close/>
                    <a:moveTo>
                      <a:pt x="364371" y="20075"/>
                    </a:moveTo>
                    <a:cubicBezTo>
                      <a:pt x="364371" y="12172"/>
                      <a:pt x="357965" y="5767"/>
                      <a:pt x="350063" y="5767"/>
                    </a:cubicBezTo>
                    <a:cubicBezTo>
                      <a:pt x="342160" y="5767"/>
                      <a:pt x="335754" y="12172"/>
                      <a:pt x="335754" y="20075"/>
                    </a:cubicBezTo>
                    <a:cubicBezTo>
                      <a:pt x="335754" y="27978"/>
                      <a:pt x="342160" y="34383"/>
                      <a:pt x="350063" y="34383"/>
                    </a:cubicBezTo>
                    <a:cubicBezTo>
                      <a:pt x="350063" y="34383"/>
                      <a:pt x="350068" y="34383"/>
                      <a:pt x="350068" y="34383"/>
                    </a:cubicBezTo>
                    <a:lnTo>
                      <a:pt x="350242" y="34383"/>
                    </a:lnTo>
                    <a:cubicBezTo>
                      <a:pt x="358046" y="34383"/>
                      <a:pt x="364371" y="28059"/>
                      <a:pt x="364371" y="20255"/>
                    </a:cubicBezTo>
                    <a:lnTo>
                      <a:pt x="364371" y="20075"/>
                    </a:lnTo>
                    <a:close/>
                    <a:moveTo>
                      <a:pt x="407111" y="20075"/>
                    </a:moveTo>
                    <a:cubicBezTo>
                      <a:pt x="407111" y="12172"/>
                      <a:pt x="400705" y="5767"/>
                      <a:pt x="392802" y="5767"/>
                    </a:cubicBezTo>
                    <a:cubicBezTo>
                      <a:pt x="384900" y="5767"/>
                      <a:pt x="378494" y="12172"/>
                      <a:pt x="378494" y="20075"/>
                    </a:cubicBezTo>
                    <a:cubicBezTo>
                      <a:pt x="378494" y="27978"/>
                      <a:pt x="384900" y="34383"/>
                      <a:pt x="392802" y="34383"/>
                    </a:cubicBezTo>
                    <a:cubicBezTo>
                      <a:pt x="392802" y="34383"/>
                      <a:pt x="392808" y="34383"/>
                      <a:pt x="392808" y="34383"/>
                    </a:cubicBezTo>
                    <a:lnTo>
                      <a:pt x="392808" y="34383"/>
                    </a:lnTo>
                    <a:cubicBezTo>
                      <a:pt x="400600" y="34482"/>
                      <a:pt x="407000" y="28251"/>
                      <a:pt x="407111" y="20458"/>
                    </a:cubicBezTo>
                    <a:cubicBezTo>
                      <a:pt x="407111" y="20336"/>
                      <a:pt x="407111" y="20220"/>
                      <a:pt x="407111" y="20098"/>
                    </a:cubicBezTo>
                    <a:close/>
                    <a:moveTo>
                      <a:pt x="449676" y="20075"/>
                    </a:moveTo>
                    <a:cubicBezTo>
                      <a:pt x="449676" y="12172"/>
                      <a:pt x="443271" y="5767"/>
                      <a:pt x="435368" y="5767"/>
                    </a:cubicBezTo>
                    <a:cubicBezTo>
                      <a:pt x="427465" y="5767"/>
                      <a:pt x="421059" y="12172"/>
                      <a:pt x="421059" y="20075"/>
                    </a:cubicBezTo>
                    <a:cubicBezTo>
                      <a:pt x="421059" y="27978"/>
                      <a:pt x="427465" y="34383"/>
                      <a:pt x="435368" y="34383"/>
                    </a:cubicBezTo>
                    <a:cubicBezTo>
                      <a:pt x="435368" y="34383"/>
                      <a:pt x="435374" y="34383"/>
                      <a:pt x="435374" y="34383"/>
                    </a:cubicBezTo>
                    <a:lnTo>
                      <a:pt x="435548" y="34383"/>
                    </a:lnTo>
                    <a:cubicBezTo>
                      <a:pt x="443352" y="34383"/>
                      <a:pt x="449676" y="28059"/>
                      <a:pt x="449676" y="20255"/>
                    </a:cubicBezTo>
                    <a:lnTo>
                      <a:pt x="449676" y="20075"/>
                    </a:lnTo>
                    <a:close/>
                    <a:moveTo>
                      <a:pt x="492416" y="20075"/>
                    </a:moveTo>
                    <a:cubicBezTo>
                      <a:pt x="492416" y="12172"/>
                      <a:pt x="486010" y="5767"/>
                      <a:pt x="478108" y="5767"/>
                    </a:cubicBezTo>
                    <a:cubicBezTo>
                      <a:pt x="470205" y="5767"/>
                      <a:pt x="463799" y="12172"/>
                      <a:pt x="463799" y="20075"/>
                    </a:cubicBezTo>
                    <a:cubicBezTo>
                      <a:pt x="463799" y="27978"/>
                      <a:pt x="470205" y="34383"/>
                      <a:pt x="478108" y="34383"/>
                    </a:cubicBezTo>
                    <a:cubicBezTo>
                      <a:pt x="478108" y="34383"/>
                      <a:pt x="478114" y="34383"/>
                      <a:pt x="478114" y="34383"/>
                    </a:cubicBezTo>
                    <a:lnTo>
                      <a:pt x="478114" y="34383"/>
                    </a:lnTo>
                    <a:cubicBezTo>
                      <a:pt x="485906" y="34482"/>
                      <a:pt x="492306" y="28251"/>
                      <a:pt x="492416" y="20458"/>
                    </a:cubicBezTo>
                    <a:lnTo>
                      <a:pt x="492416" y="20098"/>
                    </a:lnTo>
                    <a:close/>
                    <a:moveTo>
                      <a:pt x="535162" y="20075"/>
                    </a:moveTo>
                    <a:cubicBezTo>
                      <a:pt x="535162" y="12172"/>
                      <a:pt x="528756" y="5767"/>
                      <a:pt x="520853" y="5767"/>
                    </a:cubicBezTo>
                    <a:cubicBezTo>
                      <a:pt x="512951" y="5767"/>
                      <a:pt x="506545" y="12172"/>
                      <a:pt x="506545" y="20075"/>
                    </a:cubicBezTo>
                    <a:cubicBezTo>
                      <a:pt x="506545" y="27978"/>
                      <a:pt x="512951" y="34383"/>
                      <a:pt x="520853" y="34383"/>
                    </a:cubicBezTo>
                    <a:lnTo>
                      <a:pt x="520853" y="34383"/>
                    </a:lnTo>
                    <a:cubicBezTo>
                      <a:pt x="528744" y="34575"/>
                      <a:pt x="535295" y="28343"/>
                      <a:pt x="535510" y="20458"/>
                    </a:cubicBezTo>
                    <a:lnTo>
                      <a:pt x="535510" y="20098"/>
                    </a:lnTo>
                    <a:close/>
                    <a:moveTo>
                      <a:pt x="321811" y="133800"/>
                    </a:moveTo>
                    <a:cubicBezTo>
                      <a:pt x="321817" y="125898"/>
                      <a:pt x="315411" y="119492"/>
                      <a:pt x="307508" y="119486"/>
                    </a:cubicBezTo>
                    <a:cubicBezTo>
                      <a:pt x="299606" y="119480"/>
                      <a:pt x="293200" y="125886"/>
                      <a:pt x="293194" y="133789"/>
                    </a:cubicBezTo>
                    <a:cubicBezTo>
                      <a:pt x="293194" y="141691"/>
                      <a:pt x="299594" y="148097"/>
                      <a:pt x="307497" y="148103"/>
                    </a:cubicBezTo>
                    <a:cubicBezTo>
                      <a:pt x="307497" y="148103"/>
                      <a:pt x="307503" y="148103"/>
                      <a:pt x="307503" y="148103"/>
                    </a:cubicBezTo>
                    <a:lnTo>
                      <a:pt x="307503" y="148103"/>
                    </a:lnTo>
                    <a:cubicBezTo>
                      <a:pt x="315295" y="148207"/>
                      <a:pt x="321701" y="141970"/>
                      <a:pt x="321805" y="134177"/>
                    </a:cubicBezTo>
                    <a:cubicBezTo>
                      <a:pt x="321805" y="134061"/>
                      <a:pt x="321805" y="133939"/>
                      <a:pt x="321805" y="133823"/>
                    </a:cubicBezTo>
                    <a:close/>
                    <a:moveTo>
                      <a:pt x="364371" y="133800"/>
                    </a:moveTo>
                    <a:cubicBezTo>
                      <a:pt x="364371" y="125898"/>
                      <a:pt x="357965" y="119492"/>
                      <a:pt x="350063" y="119492"/>
                    </a:cubicBezTo>
                    <a:cubicBezTo>
                      <a:pt x="342160" y="119492"/>
                      <a:pt x="335754" y="125898"/>
                      <a:pt x="335754" y="133800"/>
                    </a:cubicBezTo>
                    <a:cubicBezTo>
                      <a:pt x="335754" y="141703"/>
                      <a:pt x="342160" y="148109"/>
                      <a:pt x="350063" y="148109"/>
                    </a:cubicBezTo>
                    <a:cubicBezTo>
                      <a:pt x="350063" y="148109"/>
                      <a:pt x="350068" y="148109"/>
                      <a:pt x="350068" y="148109"/>
                    </a:cubicBezTo>
                    <a:lnTo>
                      <a:pt x="350242" y="148109"/>
                    </a:lnTo>
                    <a:cubicBezTo>
                      <a:pt x="358046" y="148109"/>
                      <a:pt x="364371" y="141784"/>
                      <a:pt x="364371" y="133980"/>
                    </a:cubicBezTo>
                    <a:lnTo>
                      <a:pt x="364371" y="133806"/>
                    </a:lnTo>
                    <a:close/>
                    <a:moveTo>
                      <a:pt x="407111" y="133800"/>
                    </a:moveTo>
                    <a:cubicBezTo>
                      <a:pt x="407117" y="125898"/>
                      <a:pt x="400711" y="119492"/>
                      <a:pt x="392808" y="119486"/>
                    </a:cubicBezTo>
                    <a:cubicBezTo>
                      <a:pt x="384905" y="119480"/>
                      <a:pt x="378499" y="125886"/>
                      <a:pt x="378494" y="133789"/>
                    </a:cubicBezTo>
                    <a:cubicBezTo>
                      <a:pt x="378488" y="141691"/>
                      <a:pt x="384894" y="148097"/>
                      <a:pt x="392796" y="148103"/>
                    </a:cubicBezTo>
                    <a:cubicBezTo>
                      <a:pt x="392802" y="148103"/>
                      <a:pt x="392802" y="148103"/>
                      <a:pt x="392808" y="148103"/>
                    </a:cubicBezTo>
                    <a:lnTo>
                      <a:pt x="392808" y="148103"/>
                    </a:lnTo>
                    <a:cubicBezTo>
                      <a:pt x="400600" y="148202"/>
                      <a:pt x="407000" y="141970"/>
                      <a:pt x="407111" y="134177"/>
                    </a:cubicBezTo>
                    <a:cubicBezTo>
                      <a:pt x="407111" y="134061"/>
                      <a:pt x="407111" y="133939"/>
                      <a:pt x="407111" y="133823"/>
                    </a:cubicBezTo>
                    <a:close/>
                    <a:moveTo>
                      <a:pt x="449676" y="133800"/>
                    </a:moveTo>
                    <a:cubicBezTo>
                      <a:pt x="449676" y="125898"/>
                      <a:pt x="443271" y="119492"/>
                      <a:pt x="435368" y="119492"/>
                    </a:cubicBezTo>
                    <a:cubicBezTo>
                      <a:pt x="427465" y="119492"/>
                      <a:pt x="421059" y="125898"/>
                      <a:pt x="421059" y="133800"/>
                    </a:cubicBezTo>
                    <a:cubicBezTo>
                      <a:pt x="421059" y="141703"/>
                      <a:pt x="427465" y="148109"/>
                      <a:pt x="435368" y="148109"/>
                    </a:cubicBezTo>
                    <a:cubicBezTo>
                      <a:pt x="435368" y="148109"/>
                      <a:pt x="435374" y="148109"/>
                      <a:pt x="435374" y="148109"/>
                    </a:cubicBezTo>
                    <a:lnTo>
                      <a:pt x="435548" y="148109"/>
                    </a:lnTo>
                    <a:cubicBezTo>
                      <a:pt x="443352" y="148109"/>
                      <a:pt x="449676" y="141784"/>
                      <a:pt x="449676" y="133980"/>
                    </a:cubicBezTo>
                    <a:lnTo>
                      <a:pt x="449676" y="133806"/>
                    </a:lnTo>
                    <a:close/>
                    <a:moveTo>
                      <a:pt x="492416" y="133800"/>
                    </a:moveTo>
                    <a:cubicBezTo>
                      <a:pt x="492422" y="125898"/>
                      <a:pt x="486016" y="119492"/>
                      <a:pt x="478114" y="119486"/>
                    </a:cubicBezTo>
                    <a:cubicBezTo>
                      <a:pt x="470211" y="119480"/>
                      <a:pt x="463805" y="125886"/>
                      <a:pt x="463799" y="133789"/>
                    </a:cubicBezTo>
                    <a:cubicBezTo>
                      <a:pt x="463793" y="141691"/>
                      <a:pt x="470199" y="148097"/>
                      <a:pt x="478102" y="148103"/>
                    </a:cubicBezTo>
                    <a:cubicBezTo>
                      <a:pt x="478108" y="148103"/>
                      <a:pt x="478108" y="148103"/>
                      <a:pt x="478114" y="148103"/>
                    </a:cubicBezTo>
                    <a:lnTo>
                      <a:pt x="478114" y="148103"/>
                    </a:lnTo>
                    <a:cubicBezTo>
                      <a:pt x="485906" y="148202"/>
                      <a:pt x="492306" y="141970"/>
                      <a:pt x="492416" y="134177"/>
                    </a:cubicBezTo>
                    <a:lnTo>
                      <a:pt x="492416" y="133823"/>
                    </a:lnTo>
                    <a:close/>
                    <a:moveTo>
                      <a:pt x="535162" y="133800"/>
                    </a:moveTo>
                    <a:cubicBezTo>
                      <a:pt x="535168" y="125898"/>
                      <a:pt x="528762" y="119492"/>
                      <a:pt x="520859" y="119486"/>
                    </a:cubicBezTo>
                    <a:cubicBezTo>
                      <a:pt x="512956" y="119480"/>
                      <a:pt x="506551" y="125886"/>
                      <a:pt x="506545" y="133789"/>
                    </a:cubicBezTo>
                    <a:cubicBezTo>
                      <a:pt x="506539" y="141691"/>
                      <a:pt x="512945" y="148097"/>
                      <a:pt x="520848" y="148103"/>
                    </a:cubicBezTo>
                    <a:cubicBezTo>
                      <a:pt x="520848" y="148103"/>
                      <a:pt x="520853" y="148103"/>
                      <a:pt x="520853" y="148103"/>
                    </a:cubicBezTo>
                    <a:lnTo>
                      <a:pt x="520853" y="148103"/>
                    </a:lnTo>
                    <a:cubicBezTo>
                      <a:pt x="528744" y="148300"/>
                      <a:pt x="535301" y="142069"/>
                      <a:pt x="535510" y="134177"/>
                    </a:cubicBezTo>
                    <a:lnTo>
                      <a:pt x="535510" y="133823"/>
                    </a:lnTo>
                    <a:close/>
                    <a:moveTo>
                      <a:pt x="467518" y="297437"/>
                    </a:moveTo>
                    <a:cubicBezTo>
                      <a:pt x="467518" y="289534"/>
                      <a:pt x="461113" y="283128"/>
                      <a:pt x="453210" y="283128"/>
                    </a:cubicBezTo>
                    <a:cubicBezTo>
                      <a:pt x="445307" y="283128"/>
                      <a:pt x="438902" y="289534"/>
                      <a:pt x="438902" y="297437"/>
                    </a:cubicBezTo>
                    <a:cubicBezTo>
                      <a:pt x="438902" y="305340"/>
                      <a:pt x="445307" y="311745"/>
                      <a:pt x="453210" y="311745"/>
                    </a:cubicBezTo>
                    <a:lnTo>
                      <a:pt x="453210" y="311745"/>
                    </a:lnTo>
                    <a:cubicBezTo>
                      <a:pt x="461014" y="311844"/>
                      <a:pt x="467414" y="305595"/>
                      <a:pt x="467513" y="297791"/>
                    </a:cubicBezTo>
                    <a:cubicBezTo>
                      <a:pt x="467513" y="297791"/>
                      <a:pt x="467513" y="297791"/>
                      <a:pt x="467513" y="297791"/>
                    </a:cubicBezTo>
                    <a:cubicBezTo>
                      <a:pt x="467513" y="297675"/>
                      <a:pt x="467513" y="297559"/>
                      <a:pt x="467513" y="297437"/>
                    </a:cubicBezTo>
                    <a:close/>
                    <a:moveTo>
                      <a:pt x="510258" y="297437"/>
                    </a:moveTo>
                    <a:cubicBezTo>
                      <a:pt x="510258" y="289534"/>
                      <a:pt x="503853" y="283128"/>
                      <a:pt x="495950" y="283128"/>
                    </a:cubicBezTo>
                    <a:cubicBezTo>
                      <a:pt x="488047" y="283128"/>
                      <a:pt x="481641" y="289534"/>
                      <a:pt x="481641" y="297437"/>
                    </a:cubicBezTo>
                    <a:cubicBezTo>
                      <a:pt x="481641" y="305340"/>
                      <a:pt x="488047" y="311745"/>
                      <a:pt x="495950" y="311745"/>
                    </a:cubicBezTo>
                    <a:lnTo>
                      <a:pt x="495950" y="311745"/>
                    </a:lnTo>
                    <a:cubicBezTo>
                      <a:pt x="503754" y="311844"/>
                      <a:pt x="510160" y="305595"/>
                      <a:pt x="510258" y="297791"/>
                    </a:cubicBezTo>
                    <a:lnTo>
                      <a:pt x="510258" y="297437"/>
                    </a:lnTo>
                    <a:close/>
                    <a:moveTo>
                      <a:pt x="552824" y="297437"/>
                    </a:moveTo>
                    <a:cubicBezTo>
                      <a:pt x="552824" y="289534"/>
                      <a:pt x="546418" y="283128"/>
                      <a:pt x="538516" y="283128"/>
                    </a:cubicBezTo>
                    <a:cubicBezTo>
                      <a:pt x="530613" y="283128"/>
                      <a:pt x="524207" y="289534"/>
                      <a:pt x="524207" y="297437"/>
                    </a:cubicBezTo>
                    <a:cubicBezTo>
                      <a:pt x="524207" y="305340"/>
                      <a:pt x="530613" y="311745"/>
                      <a:pt x="538516" y="311745"/>
                    </a:cubicBezTo>
                    <a:lnTo>
                      <a:pt x="538695" y="311745"/>
                    </a:lnTo>
                    <a:cubicBezTo>
                      <a:pt x="546494" y="311937"/>
                      <a:pt x="552975" y="305769"/>
                      <a:pt x="553172" y="297971"/>
                    </a:cubicBezTo>
                    <a:cubicBezTo>
                      <a:pt x="553172" y="297791"/>
                      <a:pt x="553172" y="297617"/>
                      <a:pt x="553172" y="297437"/>
                    </a:cubicBezTo>
                    <a:close/>
                    <a:moveTo>
                      <a:pt x="595564" y="297437"/>
                    </a:moveTo>
                    <a:cubicBezTo>
                      <a:pt x="595564" y="289534"/>
                      <a:pt x="589158" y="283128"/>
                      <a:pt x="581255" y="283128"/>
                    </a:cubicBezTo>
                    <a:cubicBezTo>
                      <a:pt x="573353" y="283128"/>
                      <a:pt x="566947" y="289534"/>
                      <a:pt x="566947" y="297437"/>
                    </a:cubicBezTo>
                    <a:cubicBezTo>
                      <a:pt x="566947" y="305340"/>
                      <a:pt x="573353" y="311745"/>
                      <a:pt x="581255" y="311745"/>
                    </a:cubicBezTo>
                    <a:lnTo>
                      <a:pt x="581255" y="311745"/>
                    </a:lnTo>
                    <a:cubicBezTo>
                      <a:pt x="589059" y="311844"/>
                      <a:pt x="595459" y="305595"/>
                      <a:pt x="595558" y="297791"/>
                    </a:cubicBezTo>
                    <a:cubicBezTo>
                      <a:pt x="595558" y="297791"/>
                      <a:pt x="595558" y="297791"/>
                      <a:pt x="595558" y="297791"/>
                    </a:cubicBezTo>
                    <a:cubicBezTo>
                      <a:pt x="595558" y="297675"/>
                      <a:pt x="595558" y="297553"/>
                      <a:pt x="595558" y="297437"/>
                    </a:cubicBezTo>
                    <a:close/>
                    <a:moveTo>
                      <a:pt x="638129" y="297437"/>
                    </a:moveTo>
                    <a:cubicBezTo>
                      <a:pt x="638129" y="289534"/>
                      <a:pt x="631724" y="283128"/>
                      <a:pt x="623821" y="283128"/>
                    </a:cubicBezTo>
                    <a:cubicBezTo>
                      <a:pt x="615918" y="283128"/>
                      <a:pt x="609513" y="289534"/>
                      <a:pt x="609513" y="297437"/>
                    </a:cubicBezTo>
                    <a:cubicBezTo>
                      <a:pt x="609513" y="305340"/>
                      <a:pt x="615918" y="311745"/>
                      <a:pt x="623821" y="311745"/>
                    </a:cubicBezTo>
                    <a:lnTo>
                      <a:pt x="624001" y="311745"/>
                    </a:lnTo>
                    <a:cubicBezTo>
                      <a:pt x="631805" y="311740"/>
                      <a:pt x="638129" y="305415"/>
                      <a:pt x="638124" y="297611"/>
                    </a:cubicBezTo>
                    <a:lnTo>
                      <a:pt x="638124" y="297437"/>
                    </a:lnTo>
                    <a:close/>
                    <a:moveTo>
                      <a:pt x="680869" y="297437"/>
                    </a:moveTo>
                    <a:cubicBezTo>
                      <a:pt x="680869" y="289534"/>
                      <a:pt x="674464" y="283128"/>
                      <a:pt x="666561" y="283128"/>
                    </a:cubicBezTo>
                    <a:cubicBezTo>
                      <a:pt x="658658" y="283128"/>
                      <a:pt x="652252" y="289534"/>
                      <a:pt x="652252" y="297437"/>
                    </a:cubicBezTo>
                    <a:cubicBezTo>
                      <a:pt x="652252" y="305340"/>
                      <a:pt x="658658" y="311745"/>
                      <a:pt x="666561" y="311745"/>
                    </a:cubicBezTo>
                    <a:lnTo>
                      <a:pt x="666561" y="311745"/>
                    </a:lnTo>
                    <a:cubicBezTo>
                      <a:pt x="674365" y="311844"/>
                      <a:pt x="680765" y="305595"/>
                      <a:pt x="680863" y="297791"/>
                    </a:cubicBezTo>
                    <a:cubicBezTo>
                      <a:pt x="680863" y="297791"/>
                      <a:pt x="680863" y="297791"/>
                      <a:pt x="680863" y="297791"/>
                    </a:cubicBezTo>
                    <a:cubicBezTo>
                      <a:pt x="680863" y="297675"/>
                      <a:pt x="680863" y="297553"/>
                      <a:pt x="680863" y="297437"/>
                    </a:cubicBezTo>
                    <a:close/>
                    <a:moveTo>
                      <a:pt x="467518" y="414887"/>
                    </a:moveTo>
                    <a:cubicBezTo>
                      <a:pt x="467617" y="406984"/>
                      <a:pt x="461293" y="400498"/>
                      <a:pt x="453390" y="400399"/>
                    </a:cubicBezTo>
                    <a:cubicBezTo>
                      <a:pt x="445487" y="400300"/>
                      <a:pt x="439000" y="406630"/>
                      <a:pt x="438902" y="414527"/>
                    </a:cubicBezTo>
                    <a:cubicBezTo>
                      <a:pt x="438803" y="422424"/>
                      <a:pt x="445116" y="428906"/>
                      <a:pt x="453013" y="429016"/>
                    </a:cubicBezTo>
                    <a:lnTo>
                      <a:pt x="453187" y="429016"/>
                    </a:lnTo>
                    <a:cubicBezTo>
                      <a:pt x="461020" y="429022"/>
                      <a:pt x="467397" y="422720"/>
                      <a:pt x="467490" y="414887"/>
                    </a:cubicBezTo>
                    <a:close/>
                    <a:moveTo>
                      <a:pt x="510258" y="414887"/>
                    </a:moveTo>
                    <a:cubicBezTo>
                      <a:pt x="510357" y="406984"/>
                      <a:pt x="504032" y="400498"/>
                      <a:pt x="496130" y="400399"/>
                    </a:cubicBezTo>
                    <a:cubicBezTo>
                      <a:pt x="488227" y="400300"/>
                      <a:pt x="481740" y="406630"/>
                      <a:pt x="481641" y="414527"/>
                    </a:cubicBezTo>
                    <a:cubicBezTo>
                      <a:pt x="481543" y="422424"/>
                      <a:pt x="487861" y="428906"/>
                      <a:pt x="495753" y="429016"/>
                    </a:cubicBezTo>
                    <a:lnTo>
                      <a:pt x="495932" y="429016"/>
                    </a:lnTo>
                    <a:cubicBezTo>
                      <a:pt x="503766" y="429016"/>
                      <a:pt x="510136" y="422714"/>
                      <a:pt x="510235" y="414887"/>
                    </a:cubicBezTo>
                    <a:close/>
                    <a:moveTo>
                      <a:pt x="552824" y="414887"/>
                    </a:moveTo>
                    <a:cubicBezTo>
                      <a:pt x="552923" y="406984"/>
                      <a:pt x="546598" y="400498"/>
                      <a:pt x="538695" y="400399"/>
                    </a:cubicBezTo>
                    <a:cubicBezTo>
                      <a:pt x="530793" y="400300"/>
                      <a:pt x="524306" y="406630"/>
                      <a:pt x="524207" y="414527"/>
                    </a:cubicBezTo>
                    <a:cubicBezTo>
                      <a:pt x="524108" y="422424"/>
                      <a:pt x="530421" y="428906"/>
                      <a:pt x="538318" y="429016"/>
                    </a:cubicBezTo>
                    <a:lnTo>
                      <a:pt x="538672" y="429016"/>
                    </a:lnTo>
                    <a:cubicBezTo>
                      <a:pt x="546471" y="429219"/>
                      <a:pt x="552963" y="423063"/>
                      <a:pt x="553166" y="415259"/>
                    </a:cubicBezTo>
                    <a:cubicBezTo>
                      <a:pt x="553166" y="415247"/>
                      <a:pt x="553166" y="415235"/>
                      <a:pt x="553166" y="415224"/>
                    </a:cubicBezTo>
                    <a:cubicBezTo>
                      <a:pt x="553166" y="415108"/>
                      <a:pt x="553166" y="414986"/>
                      <a:pt x="553166" y="414870"/>
                    </a:cubicBezTo>
                    <a:close/>
                    <a:moveTo>
                      <a:pt x="595564" y="414887"/>
                    </a:moveTo>
                    <a:cubicBezTo>
                      <a:pt x="595662" y="406984"/>
                      <a:pt x="589338" y="400498"/>
                      <a:pt x="581435" y="400399"/>
                    </a:cubicBezTo>
                    <a:cubicBezTo>
                      <a:pt x="573532" y="400300"/>
                      <a:pt x="567046" y="406630"/>
                      <a:pt x="566947" y="414527"/>
                    </a:cubicBezTo>
                    <a:cubicBezTo>
                      <a:pt x="566848" y="422424"/>
                      <a:pt x="573167" y="428906"/>
                      <a:pt x="581058" y="429016"/>
                    </a:cubicBezTo>
                    <a:lnTo>
                      <a:pt x="581238" y="429016"/>
                    </a:lnTo>
                    <a:cubicBezTo>
                      <a:pt x="589071" y="429016"/>
                      <a:pt x="595442" y="422720"/>
                      <a:pt x="595535" y="414887"/>
                    </a:cubicBezTo>
                    <a:close/>
                    <a:moveTo>
                      <a:pt x="638129" y="414887"/>
                    </a:moveTo>
                    <a:cubicBezTo>
                      <a:pt x="638228" y="406984"/>
                      <a:pt x="631904" y="400498"/>
                      <a:pt x="624001" y="400399"/>
                    </a:cubicBezTo>
                    <a:cubicBezTo>
                      <a:pt x="616098" y="400300"/>
                      <a:pt x="609611" y="406630"/>
                      <a:pt x="609513" y="414527"/>
                    </a:cubicBezTo>
                    <a:cubicBezTo>
                      <a:pt x="609414" y="422424"/>
                      <a:pt x="615727" y="428906"/>
                      <a:pt x="623624" y="429016"/>
                    </a:cubicBezTo>
                    <a:lnTo>
                      <a:pt x="623978" y="429016"/>
                    </a:lnTo>
                    <a:cubicBezTo>
                      <a:pt x="631776" y="429010"/>
                      <a:pt x="638101" y="422686"/>
                      <a:pt x="638101" y="414887"/>
                    </a:cubicBezTo>
                    <a:close/>
                    <a:moveTo>
                      <a:pt x="680869" y="414887"/>
                    </a:moveTo>
                    <a:cubicBezTo>
                      <a:pt x="680968" y="406984"/>
                      <a:pt x="674643" y="400498"/>
                      <a:pt x="666741" y="400399"/>
                    </a:cubicBezTo>
                    <a:cubicBezTo>
                      <a:pt x="658838" y="400300"/>
                      <a:pt x="652351" y="406630"/>
                      <a:pt x="652252" y="414527"/>
                    </a:cubicBezTo>
                    <a:cubicBezTo>
                      <a:pt x="652154" y="422424"/>
                      <a:pt x="658472" y="428906"/>
                      <a:pt x="666364" y="429016"/>
                    </a:cubicBezTo>
                    <a:lnTo>
                      <a:pt x="666543" y="429016"/>
                    </a:lnTo>
                    <a:cubicBezTo>
                      <a:pt x="674377" y="429016"/>
                      <a:pt x="680748" y="422720"/>
                      <a:pt x="680840" y="414887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62" name="Google Shape;162;p13"/>
          <p:cNvGrpSpPr/>
          <p:nvPr/>
        </p:nvGrpSpPr>
        <p:grpSpPr>
          <a:xfrm>
            <a:off x="8" y="-1779122"/>
            <a:ext cx="8032721" cy="9488760"/>
            <a:chOff x="8" y="-1779122"/>
            <a:chExt cx="8032721" cy="9488760"/>
          </a:xfrm>
        </p:grpSpPr>
        <p:sp>
          <p:nvSpPr>
            <p:cNvPr id="163" name="Google Shape;163;p13"/>
            <p:cNvSpPr/>
            <p:nvPr/>
          </p:nvSpPr>
          <p:spPr>
            <a:xfrm flipH="1">
              <a:off x="8" y="4761517"/>
              <a:ext cx="3167369" cy="2948121"/>
            </a:xfrm>
            <a:custGeom>
              <a:avLst/>
              <a:gdLst/>
              <a:ahLst/>
              <a:cxnLst/>
              <a:rect l="l" t="t" r="r" b="b"/>
              <a:pathLst>
                <a:path w="3167369" h="2948121" extrusionOk="0">
                  <a:moveTo>
                    <a:pt x="34236" y="1013848"/>
                  </a:moveTo>
                  <a:cubicBezTo>
                    <a:pt x="34236" y="1013848"/>
                    <a:pt x="167945" y="448589"/>
                    <a:pt x="694863" y="173392"/>
                  </a:cubicBezTo>
                  <a:cubicBezTo>
                    <a:pt x="1221781" y="-101805"/>
                    <a:pt x="1850178" y="15442"/>
                    <a:pt x="2361884" y="96292"/>
                  </a:cubicBezTo>
                  <a:cubicBezTo>
                    <a:pt x="2873590" y="177143"/>
                    <a:pt x="3199076" y="568615"/>
                    <a:pt x="3164277" y="1038229"/>
                  </a:cubicBezTo>
                  <a:cubicBezTo>
                    <a:pt x="3129478" y="1507842"/>
                    <a:pt x="2716821" y="1552227"/>
                    <a:pt x="2401754" y="2023090"/>
                  </a:cubicBezTo>
                  <a:cubicBezTo>
                    <a:pt x="2086687" y="2493955"/>
                    <a:pt x="2070364" y="2669061"/>
                    <a:pt x="1562825" y="2885496"/>
                  </a:cubicBezTo>
                  <a:cubicBezTo>
                    <a:pt x="1055287" y="3101931"/>
                    <a:pt x="403481" y="2745814"/>
                    <a:pt x="152803" y="2114499"/>
                  </a:cubicBezTo>
                  <a:cubicBezTo>
                    <a:pt x="-97875" y="1483184"/>
                    <a:pt x="34236" y="1013848"/>
                    <a:pt x="34236" y="1013848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4" name="Google Shape;164;p13"/>
            <p:cNvSpPr/>
            <p:nvPr/>
          </p:nvSpPr>
          <p:spPr>
            <a:xfrm rot="-1701538" flipH="1">
              <a:off x="5216436" y="-1284494"/>
              <a:ext cx="2539372" cy="1807589"/>
            </a:xfrm>
            <a:custGeom>
              <a:avLst/>
              <a:gdLst/>
              <a:ahLst/>
              <a:cxnLst/>
              <a:rect l="l" t="t" r="r" b="b"/>
              <a:pathLst>
                <a:path w="2539340" h="1807566" extrusionOk="0">
                  <a:moveTo>
                    <a:pt x="65938" y="1326437"/>
                  </a:moveTo>
                  <a:cubicBezTo>
                    <a:pt x="-119866" y="832095"/>
                    <a:pt x="116574" y="472088"/>
                    <a:pt x="371558" y="397906"/>
                  </a:cubicBezTo>
                  <a:cubicBezTo>
                    <a:pt x="729690" y="293717"/>
                    <a:pt x="1065248" y="672756"/>
                    <a:pt x="1296964" y="618995"/>
                  </a:cubicBezTo>
                  <a:cubicBezTo>
                    <a:pt x="1483462" y="575722"/>
                    <a:pt x="1514579" y="120625"/>
                    <a:pt x="1783734" y="27689"/>
                  </a:cubicBezTo>
                  <a:cubicBezTo>
                    <a:pt x="2117138" y="-87336"/>
                    <a:pt x="2533893" y="179179"/>
                    <a:pt x="2538755" y="616286"/>
                  </a:cubicBezTo>
                  <a:cubicBezTo>
                    <a:pt x="2543201" y="1050614"/>
                    <a:pt x="2096856" y="1427847"/>
                    <a:pt x="1798181" y="1577393"/>
                  </a:cubicBezTo>
                  <a:cubicBezTo>
                    <a:pt x="1503119" y="1725341"/>
                    <a:pt x="1019127" y="1838559"/>
                    <a:pt x="750042" y="1801329"/>
                  </a:cubicBezTo>
                  <a:cubicBezTo>
                    <a:pt x="443727" y="1758890"/>
                    <a:pt x="176795" y="1621291"/>
                    <a:pt x="65938" y="1326437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5" name="Google Shape;165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1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Google Shape;168;p14"/>
          <p:cNvGrpSpPr/>
          <p:nvPr/>
        </p:nvGrpSpPr>
        <p:grpSpPr>
          <a:xfrm>
            <a:off x="-1889882" y="-2665464"/>
            <a:ext cx="11164449" cy="9216288"/>
            <a:chOff x="-1889882" y="-2665464"/>
            <a:chExt cx="11164449" cy="9216288"/>
          </a:xfrm>
        </p:grpSpPr>
        <p:sp>
          <p:nvSpPr>
            <p:cNvPr id="169" name="Google Shape;169;p14"/>
            <p:cNvSpPr/>
            <p:nvPr/>
          </p:nvSpPr>
          <p:spPr>
            <a:xfrm rot="413639">
              <a:off x="6660988" y="4412558"/>
              <a:ext cx="2502879" cy="1995266"/>
            </a:xfrm>
            <a:custGeom>
              <a:avLst/>
              <a:gdLst/>
              <a:ahLst/>
              <a:cxnLst/>
              <a:rect l="l" t="t" r="r" b="b"/>
              <a:pathLst>
                <a:path w="2503560" h="1995809" extrusionOk="0">
                  <a:moveTo>
                    <a:pt x="2359679" y="330860"/>
                  </a:moveTo>
                  <a:cubicBezTo>
                    <a:pt x="2359679" y="330860"/>
                    <a:pt x="2191519" y="19683"/>
                    <a:pt x="1831164" y="1554"/>
                  </a:cubicBezTo>
                  <a:cubicBezTo>
                    <a:pt x="1470810" y="-16575"/>
                    <a:pt x="1342588" y="352392"/>
                    <a:pt x="1080032" y="494714"/>
                  </a:cubicBezTo>
                  <a:cubicBezTo>
                    <a:pt x="942572" y="569313"/>
                    <a:pt x="664597" y="444426"/>
                    <a:pt x="517968" y="487143"/>
                  </a:cubicBezTo>
                  <a:cubicBezTo>
                    <a:pt x="49188" y="623908"/>
                    <a:pt x="-118139" y="1249875"/>
                    <a:pt x="83571" y="1580431"/>
                  </a:cubicBezTo>
                  <a:cubicBezTo>
                    <a:pt x="258122" y="1867020"/>
                    <a:pt x="559227" y="1998506"/>
                    <a:pt x="1014324" y="1996700"/>
                  </a:cubicBezTo>
                  <a:cubicBezTo>
                    <a:pt x="1469421" y="1994894"/>
                    <a:pt x="1789072" y="2010592"/>
                    <a:pt x="2191380" y="1681772"/>
                  </a:cubicBezTo>
                  <a:cubicBezTo>
                    <a:pt x="2593688" y="1352952"/>
                    <a:pt x="2556665" y="741989"/>
                    <a:pt x="2359679" y="330860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14"/>
            <p:cNvSpPr/>
            <p:nvPr/>
          </p:nvSpPr>
          <p:spPr>
            <a:xfrm rot="1397564">
              <a:off x="-1382452" y="-2205071"/>
              <a:ext cx="2984344" cy="3181591"/>
            </a:xfrm>
            <a:custGeom>
              <a:avLst/>
              <a:gdLst/>
              <a:ahLst/>
              <a:cxnLst/>
              <a:rect l="l" t="t" r="r" b="b"/>
              <a:pathLst>
                <a:path w="2987585" h="3185047" extrusionOk="0">
                  <a:moveTo>
                    <a:pt x="1104335" y="26456"/>
                  </a:moveTo>
                  <a:cubicBezTo>
                    <a:pt x="868174" y="65284"/>
                    <a:pt x="642640" y="150858"/>
                    <a:pt x="450794" y="298736"/>
                  </a:cubicBezTo>
                  <a:cubicBezTo>
                    <a:pt x="171706" y="514060"/>
                    <a:pt x="16951" y="835447"/>
                    <a:pt x="767" y="1185174"/>
                  </a:cubicBezTo>
                  <a:cubicBezTo>
                    <a:pt x="-9860" y="1416057"/>
                    <a:pt x="45221" y="1641174"/>
                    <a:pt x="111902" y="1860387"/>
                  </a:cubicBezTo>
                  <a:cubicBezTo>
                    <a:pt x="197475" y="2142114"/>
                    <a:pt x="252765" y="2463640"/>
                    <a:pt x="431414" y="2704734"/>
                  </a:cubicBezTo>
                  <a:cubicBezTo>
                    <a:pt x="709946" y="3079813"/>
                    <a:pt x="1248185" y="3238041"/>
                    <a:pt x="1698351" y="3170944"/>
                  </a:cubicBezTo>
                  <a:cubicBezTo>
                    <a:pt x="1989176" y="3127532"/>
                    <a:pt x="2296464" y="2962566"/>
                    <a:pt x="2385997" y="2663891"/>
                  </a:cubicBezTo>
                  <a:cubicBezTo>
                    <a:pt x="2419129" y="2553382"/>
                    <a:pt x="2435243" y="2434676"/>
                    <a:pt x="2491853" y="2332501"/>
                  </a:cubicBezTo>
                  <a:cubicBezTo>
                    <a:pt x="2559714" y="2210114"/>
                    <a:pt x="2682726" y="2138641"/>
                    <a:pt x="2776149" y="2038967"/>
                  </a:cubicBezTo>
                  <a:cubicBezTo>
                    <a:pt x="2891590" y="1915885"/>
                    <a:pt x="2938059" y="1762519"/>
                    <a:pt x="2966815" y="1600332"/>
                  </a:cubicBezTo>
                  <a:cubicBezTo>
                    <a:pt x="3029744" y="1245257"/>
                    <a:pt x="2943823" y="869135"/>
                    <a:pt x="2736349" y="574559"/>
                  </a:cubicBezTo>
                  <a:cubicBezTo>
                    <a:pt x="2519845" y="267271"/>
                    <a:pt x="2198666" y="102236"/>
                    <a:pt x="1834005" y="37500"/>
                  </a:cubicBezTo>
                  <a:cubicBezTo>
                    <a:pt x="1793996" y="30554"/>
                    <a:pt x="1753779" y="24372"/>
                    <a:pt x="1713423" y="19302"/>
                  </a:cubicBezTo>
                  <a:cubicBezTo>
                    <a:pt x="1513242" y="-5912"/>
                    <a:pt x="1304864" y="-6745"/>
                    <a:pt x="1104335" y="26456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1" name="Google Shape;171;p14"/>
          <p:cNvGrpSpPr/>
          <p:nvPr/>
        </p:nvGrpSpPr>
        <p:grpSpPr>
          <a:xfrm>
            <a:off x="-129830" y="-482918"/>
            <a:ext cx="9450021" cy="4350376"/>
            <a:chOff x="-129830" y="-482918"/>
            <a:chExt cx="9450021" cy="4350376"/>
          </a:xfrm>
        </p:grpSpPr>
        <p:grpSp>
          <p:nvGrpSpPr>
            <p:cNvPr id="172" name="Google Shape;172;p14"/>
            <p:cNvGrpSpPr/>
            <p:nvPr/>
          </p:nvGrpSpPr>
          <p:grpSpPr>
            <a:xfrm>
              <a:off x="-129830" y="3013234"/>
              <a:ext cx="646623" cy="854224"/>
              <a:chOff x="-129830" y="3390059"/>
              <a:chExt cx="646623" cy="854224"/>
            </a:xfrm>
          </p:grpSpPr>
          <p:sp>
            <p:nvSpPr>
              <p:cNvPr id="173" name="Google Shape;173;p14"/>
              <p:cNvSpPr/>
              <p:nvPr/>
            </p:nvSpPr>
            <p:spPr>
              <a:xfrm>
                <a:off x="-129830" y="3390059"/>
                <a:ext cx="646623" cy="407481"/>
              </a:xfrm>
              <a:custGeom>
                <a:avLst/>
                <a:gdLst/>
                <a:ahLst/>
                <a:cxnLst/>
                <a:rect l="l" t="t" r="r" b="b"/>
                <a:pathLst>
                  <a:path w="646623" h="407481" extrusionOk="0">
                    <a:moveTo>
                      <a:pt x="58927" y="25217"/>
                    </a:moveTo>
                    <a:lnTo>
                      <a:pt x="11213" y="25217"/>
                    </a:lnTo>
                    <a:cubicBezTo>
                      <a:pt x="4702" y="24452"/>
                      <a:pt x="44" y="18551"/>
                      <a:pt x="817" y="12040"/>
                    </a:cubicBezTo>
                    <a:cubicBezTo>
                      <a:pt x="1459" y="6586"/>
                      <a:pt x="5758" y="2286"/>
                      <a:pt x="11213" y="1644"/>
                    </a:cubicBezTo>
                    <a:lnTo>
                      <a:pt x="58927" y="1644"/>
                    </a:lnTo>
                    <a:cubicBezTo>
                      <a:pt x="65438" y="855"/>
                      <a:pt x="71348" y="5497"/>
                      <a:pt x="72136" y="12008"/>
                    </a:cubicBezTo>
                    <a:cubicBezTo>
                      <a:pt x="72924" y="18519"/>
                      <a:pt x="68283" y="24428"/>
                      <a:pt x="61772" y="25217"/>
                    </a:cubicBezTo>
                    <a:close/>
                    <a:moveTo>
                      <a:pt x="70794" y="67891"/>
                    </a:moveTo>
                    <a:cubicBezTo>
                      <a:pt x="70844" y="61470"/>
                      <a:pt x="65674" y="56235"/>
                      <a:pt x="59252" y="56186"/>
                    </a:cubicBezTo>
                    <a:cubicBezTo>
                      <a:pt x="59196" y="56186"/>
                      <a:pt x="59146" y="56186"/>
                      <a:pt x="59090" y="56186"/>
                    </a:cubicBezTo>
                    <a:lnTo>
                      <a:pt x="11213" y="56186"/>
                    </a:lnTo>
                    <a:cubicBezTo>
                      <a:pt x="4702" y="56950"/>
                      <a:pt x="44" y="62851"/>
                      <a:pt x="817" y="69362"/>
                    </a:cubicBezTo>
                    <a:cubicBezTo>
                      <a:pt x="1459" y="74817"/>
                      <a:pt x="5758" y="79117"/>
                      <a:pt x="11213" y="79759"/>
                    </a:cubicBezTo>
                    <a:lnTo>
                      <a:pt x="58927" y="79759"/>
                    </a:lnTo>
                    <a:cubicBezTo>
                      <a:pt x="65478" y="79759"/>
                      <a:pt x="70794" y="74443"/>
                      <a:pt x="70794" y="67891"/>
                    </a:cubicBezTo>
                    <a:close/>
                    <a:moveTo>
                      <a:pt x="70794" y="122596"/>
                    </a:moveTo>
                    <a:cubicBezTo>
                      <a:pt x="70794" y="116044"/>
                      <a:pt x="65478" y="110728"/>
                      <a:pt x="58927" y="110728"/>
                    </a:cubicBezTo>
                    <a:lnTo>
                      <a:pt x="11213" y="110728"/>
                    </a:lnTo>
                    <a:cubicBezTo>
                      <a:pt x="4702" y="111492"/>
                      <a:pt x="44" y="117394"/>
                      <a:pt x="817" y="123905"/>
                    </a:cubicBezTo>
                    <a:cubicBezTo>
                      <a:pt x="1459" y="129359"/>
                      <a:pt x="5758" y="133659"/>
                      <a:pt x="11213" y="134301"/>
                    </a:cubicBezTo>
                    <a:lnTo>
                      <a:pt x="58927" y="134301"/>
                    </a:lnTo>
                    <a:cubicBezTo>
                      <a:pt x="65373" y="134350"/>
                      <a:pt x="70664" y="129204"/>
                      <a:pt x="70794" y="122759"/>
                    </a:cubicBezTo>
                    <a:lnTo>
                      <a:pt x="70794" y="122759"/>
                    </a:lnTo>
                    <a:close/>
                    <a:moveTo>
                      <a:pt x="70794" y="177138"/>
                    </a:moveTo>
                    <a:cubicBezTo>
                      <a:pt x="70794" y="170587"/>
                      <a:pt x="65478" y="165271"/>
                      <a:pt x="58927" y="165271"/>
                    </a:cubicBezTo>
                    <a:lnTo>
                      <a:pt x="11213" y="165271"/>
                    </a:lnTo>
                    <a:cubicBezTo>
                      <a:pt x="4726" y="165807"/>
                      <a:pt x="-94" y="171505"/>
                      <a:pt x="442" y="177992"/>
                    </a:cubicBezTo>
                    <a:cubicBezTo>
                      <a:pt x="922" y="183730"/>
                      <a:pt x="5474" y="188282"/>
                      <a:pt x="11213" y="188762"/>
                    </a:cubicBezTo>
                    <a:lnTo>
                      <a:pt x="58927" y="188762"/>
                    </a:lnTo>
                    <a:cubicBezTo>
                      <a:pt x="65348" y="188900"/>
                      <a:pt x="70656" y="183804"/>
                      <a:pt x="70794" y="177382"/>
                    </a:cubicBezTo>
                    <a:cubicBezTo>
                      <a:pt x="70794" y="177358"/>
                      <a:pt x="70794" y="177325"/>
                      <a:pt x="70794" y="177301"/>
                    </a:cubicBezTo>
                    <a:lnTo>
                      <a:pt x="70794" y="177301"/>
                    </a:lnTo>
                    <a:close/>
                    <a:moveTo>
                      <a:pt x="70794" y="231599"/>
                    </a:moveTo>
                    <a:cubicBezTo>
                      <a:pt x="70794" y="225088"/>
                      <a:pt x="65519" y="219813"/>
                      <a:pt x="59008" y="219813"/>
                    </a:cubicBezTo>
                    <a:cubicBezTo>
                      <a:pt x="58984" y="219813"/>
                      <a:pt x="58951" y="219813"/>
                      <a:pt x="58927" y="219813"/>
                    </a:cubicBezTo>
                    <a:lnTo>
                      <a:pt x="11213" y="219813"/>
                    </a:lnTo>
                    <a:cubicBezTo>
                      <a:pt x="4726" y="220349"/>
                      <a:pt x="-94" y="226047"/>
                      <a:pt x="442" y="232534"/>
                    </a:cubicBezTo>
                    <a:cubicBezTo>
                      <a:pt x="922" y="238273"/>
                      <a:pt x="5474" y="242825"/>
                      <a:pt x="11213" y="243304"/>
                    </a:cubicBezTo>
                    <a:lnTo>
                      <a:pt x="58927" y="243304"/>
                    </a:lnTo>
                    <a:cubicBezTo>
                      <a:pt x="65365" y="243394"/>
                      <a:pt x="70664" y="238273"/>
                      <a:pt x="70794" y="231843"/>
                    </a:cubicBezTo>
                    <a:lnTo>
                      <a:pt x="70794" y="231843"/>
                    </a:lnTo>
                    <a:close/>
                    <a:moveTo>
                      <a:pt x="70794" y="286141"/>
                    </a:moveTo>
                    <a:cubicBezTo>
                      <a:pt x="70794" y="279590"/>
                      <a:pt x="65478" y="274274"/>
                      <a:pt x="58927" y="274274"/>
                    </a:cubicBezTo>
                    <a:lnTo>
                      <a:pt x="11213" y="274274"/>
                    </a:lnTo>
                    <a:cubicBezTo>
                      <a:pt x="4702" y="275038"/>
                      <a:pt x="44" y="280939"/>
                      <a:pt x="817" y="287450"/>
                    </a:cubicBezTo>
                    <a:cubicBezTo>
                      <a:pt x="1459" y="292904"/>
                      <a:pt x="5758" y="297204"/>
                      <a:pt x="11213" y="297846"/>
                    </a:cubicBezTo>
                    <a:lnTo>
                      <a:pt x="58927" y="297846"/>
                    </a:lnTo>
                    <a:cubicBezTo>
                      <a:pt x="65389" y="297936"/>
                      <a:pt x="70705" y="292766"/>
                      <a:pt x="70794" y="286304"/>
                    </a:cubicBezTo>
                    <a:cubicBezTo>
                      <a:pt x="70794" y="286304"/>
                      <a:pt x="70794" y="286304"/>
                      <a:pt x="70794" y="286304"/>
                    </a:cubicBezTo>
                    <a:lnTo>
                      <a:pt x="70794" y="286304"/>
                    </a:lnTo>
                    <a:close/>
                    <a:moveTo>
                      <a:pt x="70794" y="340683"/>
                    </a:moveTo>
                    <a:cubicBezTo>
                      <a:pt x="70794" y="334132"/>
                      <a:pt x="65478" y="328816"/>
                      <a:pt x="58927" y="328816"/>
                    </a:cubicBezTo>
                    <a:lnTo>
                      <a:pt x="11213" y="328816"/>
                    </a:lnTo>
                    <a:cubicBezTo>
                      <a:pt x="4702" y="329580"/>
                      <a:pt x="44" y="335481"/>
                      <a:pt x="817" y="341992"/>
                    </a:cubicBezTo>
                    <a:cubicBezTo>
                      <a:pt x="1459" y="347446"/>
                      <a:pt x="5758" y="351747"/>
                      <a:pt x="11213" y="352389"/>
                    </a:cubicBezTo>
                    <a:lnTo>
                      <a:pt x="58927" y="352389"/>
                    </a:lnTo>
                    <a:cubicBezTo>
                      <a:pt x="65389" y="352478"/>
                      <a:pt x="70705" y="347308"/>
                      <a:pt x="70794" y="340846"/>
                    </a:cubicBezTo>
                    <a:cubicBezTo>
                      <a:pt x="70794" y="340846"/>
                      <a:pt x="70794" y="340846"/>
                      <a:pt x="70794" y="340846"/>
                    </a:cubicBezTo>
                    <a:lnTo>
                      <a:pt x="70794" y="340846"/>
                    </a:lnTo>
                    <a:close/>
                    <a:moveTo>
                      <a:pt x="70794" y="395226"/>
                    </a:moveTo>
                    <a:cubicBezTo>
                      <a:pt x="70794" y="388674"/>
                      <a:pt x="65478" y="383358"/>
                      <a:pt x="58927" y="383358"/>
                    </a:cubicBezTo>
                    <a:lnTo>
                      <a:pt x="11213" y="383358"/>
                    </a:lnTo>
                    <a:cubicBezTo>
                      <a:pt x="4718" y="383448"/>
                      <a:pt x="-492" y="388731"/>
                      <a:pt x="-492" y="395226"/>
                    </a:cubicBezTo>
                    <a:cubicBezTo>
                      <a:pt x="-492" y="401688"/>
                      <a:pt x="4750" y="406931"/>
                      <a:pt x="11213" y="406931"/>
                    </a:cubicBezTo>
                    <a:lnTo>
                      <a:pt x="58927" y="406931"/>
                    </a:lnTo>
                    <a:cubicBezTo>
                      <a:pt x="65373" y="406980"/>
                      <a:pt x="70664" y="401834"/>
                      <a:pt x="70794" y="395388"/>
                    </a:cubicBezTo>
                    <a:lnTo>
                      <a:pt x="70794" y="395388"/>
                    </a:lnTo>
                    <a:close/>
                    <a:moveTo>
                      <a:pt x="249621" y="13674"/>
                    </a:moveTo>
                    <a:cubicBezTo>
                      <a:pt x="249581" y="7228"/>
                      <a:pt x="244362" y="2010"/>
                      <a:pt x="237917" y="1969"/>
                    </a:cubicBezTo>
                    <a:lnTo>
                      <a:pt x="112250" y="1969"/>
                    </a:lnTo>
                    <a:cubicBezTo>
                      <a:pt x="105755" y="1254"/>
                      <a:pt x="99887" y="5887"/>
                      <a:pt x="99082" y="12374"/>
                    </a:cubicBezTo>
                    <a:cubicBezTo>
                      <a:pt x="98277" y="18836"/>
                      <a:pt x="102853" y="24721"/>
                      <a:pt x="109315" y="25534"/>
                    </a:cubicBezTo>
                    <a:cubicBezTo>
                      <a:pt x="109348" y="25534"/>
                      <a:pt x="109373" y="25542"/>
                      <a:pt x="109405" y="25542"/>
                    </a:cubicBezTo>
                    <a:lnTo>
                      <a:pt x="237429" y="25542"/>
                    </a:lnTo>
                    <a:cubicBezTo>
                      <a:pt x="243980" y="25542"/>
                      <a:pt x="249296" y="20226"/>
                      <a:pt x="249296" y="13674"/>
                    </a:cubicBezTo>
                    <a:close/>
                    <a:moveTo>
                      <a:pt x="249621" y="68216"/>
                    </a:moveTo>
                    <a:cubicBezTo>
                      <a:pt x="249581" y="61770"/>
                      <a:pt x="244362" y="56552"/>
                      <a:pt x="237917" y="56511"/>
                    </a:cubicBezTo>
                    <a:lnTo>
                      <a:pt x="112250" y="56511"/>
                    </a:lnTo>
                    <a:cubicBezTo>
                      <a:pt x="105755" y="55796"/>
                      <a:pt x="99887" y="60429"/>
                      <a:pt x="99082" y="66916"/>
                    </a:cubicBezTo>
                    <a:cubicBezTo>
                      <a:pt x="98277" y="73378"/>
                      <a:pt x="102853" y="79263"/>
                      <a:pt x="109315" y="80076"/>
                    </a:cubicBezTo>
                    <a:cubicBezTo>
                      <a:pt x="109348" y="80076"/>
                      <a:pt x="109373" y="80084"/>
                      <a:pt x="109405" y="80084"/>
                    </a:cubicBezTo>
                    <a:lnTo>
                      <a:pt x="237429" y="80084"/>
                    </a:lnTo>
                    <a:cubicBezTo>
                      <a:pt x="243980" y="80084"/>
                      <a:pt x="249296" y="74768"/>
                      <a:pt x="249296" y="68216"/>
                    </a:cubicBezTo>
                    <a:lnTo>
                      <a:pt x="249296" y="68216"/>
                    </a:lnTo>
                    <a:close/>
                    <a:moveTo>
                      <a:pt x="249621" y="122921"/>
                    </a:moveTo>
                    <a:cubicBezTo>
                      <a:pt x="249621" y="116370"/>
                      <a:pt x="244305" y="111053"/>
                      <a:pt x="237754" y="111053"/>
                    </a:cubicBezTo>
                    <a:lnTo>
                      <a:pt x="112575" y="111053"/>
                    </a:lnTo>
                    <a:cubicBezTo>
                      <a:pt x="106064" y="110265"/>
                      <a:pt x="100155" y="114906"/>
                      <a:pt x="99366" y="121417"/>
                    </a:cubicBezTo>
                    <a:cubicBezTo>
                      <a:pt x="98578" y="127928"/>
                      <a:pt x="103219" y="133838"/>
                      <a:pt x="109730" y="134626"/>
                    </a:cubicBezTo>
                    <a:cubicBezTo>
                      <a:pt x="110673" y="134707"/>
                      <a:pt x="111632" y="134707"/>
                      <a:pt x="112575" y="134626"/>
                    </a:cubicBezTo>
                    <a:lnTo>
                      <a:pt x="237754" y="134626"/>
                    </a:lnTo>
                    <a:cubicBezTo>
                      <a:pt x="244200" y="134675"/>
                      <a:pt x="249491" y="129530"/>
                      <a:pt x="249621" y="123084"/>
                    </a:cubicBezTo>
                    <a:lnTo>
                      <a:pt x="249621" y="123084"/>
                    </a:lnTo>
                    <a:close/>
                    <a:moveTo>
                      <a:pt x="249621" y="177463"/>
                    </a:moveTo>
                    <a:cubicBezTo>
                      <a:pt x="249621" y="170912"/>
                      <a:pt x="244305" y="165596"/>
                      <a:pt x="237754" y="165596"/>
                    </a:cubicBezTo>
                    <a:lnTo>
                      <a:pt x="112575" y="165596"/>
                    </a:lnTo>
                    <a:cubicBezTo>
                      <a:pt x="105999" y="164791"/>
                      <a:pt x="100009" y="169465"/>
                      <a:pt x="99204" y="176041"/>
                    </a:cubicBezTo>
                    <a:cubicBezTo>
                      <a:pt x="98399" y="182617"/>
                      <a:pt x="103073" y="188608"/>
                      <a:pt x="109649" y="189412"/>
                    </a:cubicBezTo>
                    <a:lnTo>
                      <a:pt x="237673" y="189412"/>
                    </a:lnTo>
                    <a:cubicBezTo>
                      <a:pt x="244119" y="189461"/>
                      <a:pt x="249410" y="184316"/>
                      <a:pt x="249541" y="177870"/>
                    </a:cubicBezTo>
                    <a:lnTo>
                      <a:pt x="249541" y="177870"/>
                    </a:lnTo>
                    <a:close/>
                    <a:moveTo>
                      <a:pt x="249621" y="232006"/>
                    </a:moveTo>
                    <a:cubicBezTo>
                      <a:pt x="249621" y="225454"/>
                      <a:pt x="244305" y="220138"/>
                      <a:pt x="237754" y="220138"/>
                    </a:cubicBezTo>
                    <a:lnTo>
                      <a:pt x="112575" y="220138"/>
                    </a:lnTo>
                    <a:cubicBezTo>
                      <a:pt x="106024" y="219862"/>
                      <a:pt x="100496" y="224942"/>
                      <a:pt x="100212" y="231493"/>
                    </a:cubicBezTo>
                    <a:cubicBezTo>
                      <a:pt x="99968" y="237330"/>
                      <a:pt x="103999" y="242475"/>
                      <a:pt x="109730" y="243629"/>
                    </a:cubicBezTo>
                    <a:cubicBezTo>
                      <a:pt x="110673" y="243800"/>
                      <a:pt x="111632" y="243800"/>
                      <a:pt x="112575" y="243629"/>
                    </a:cubicBezTo>
                    <a:lnTo>
                      <a:pt x="237754" y="243629"/>
                    </a:lnTo>
                    <a:cubicBezTo>
                      <a:pt x="244175" y="243767"/>
                      <a:pt x="249483" y="238671"/>
                      <a:pt x="249621" y="232249"/>
                    </a:cubicBezTo>
                    <a:cubicBezTo>
                      <a:pt x="249621" y="232225"/>
                      <a:pt x="249621" y="232193"/>
                      <a:pt x="249621" y="232168"/>
                    </a:cubicBezTo>
                    <a:lnTo>
                      <a:pt x="249621" y="232168"/>
                    </a:lnTo>
                    <a:close/>
                    <a:moveTo>
                      <a:pt x="399674" y="286467"/>
                    </a:moveTo>
                    <a:cubicBezTo>
                      <a:pt x="399625" y="279947"/>
                      <a:pt x="394325" y="274680"/>
                      <a:pt x="387806" y="274680"/>
                    </a:cubicBezTo>
                    <a:lnTo>
                      <a:pt x="262140" y="274680"/>
                    </a:lnTo>
                    <a:cubicBezTo>
                      <a:pt x="255653" y="275615"/>
                      <a:pt x="251150" y="281638"/>
                      <a:pt x="252093" y="288125"/>
                    </a:cubicBezTo>
                    <a:cubicBezTo>
                      <a:pt x="252841" y="293327"/>
                      <a:pt x="256929" y="297415"/>
                      <a:pt x="262140" y="298172"/>
                    </a:cubicBezTo>
                    <a:lnTo>
                      <a:pt x="387481" y="298172"/>
                    </a:lnTo>
                    <a:cubicBezTo>
                      <a:pt x="393911" y="298261"/>
                      <a:pt x="399219" y="293140"/>
                      <a:pt x="399349" y="286710"/>
                    </a:cubicBezTo>
                    <a:lnTo>
                      <a:pt x="399349" y="286710"/>
                    </a:lnTo>
                    <a:close/>
                    <a:moveTo>
                      <a:pt x="399674" y="341009"/>
                    </a:moveTo>
                    <a:cubicBezTo>
                      <a:pt x="399633" y="334473"/>
                      <a:pt x="394341" y="329182"/>
                      <a:pt x="387806" y="329141"/>
                    </a:cubicBezTo>
                    <a:lnTo>
                      <a:pt x="262140" y="329141"/>
                    </a:lnTo>
                    <a:cubicBezTo>
                      <a:pt x="255628" y="329905"/>
                      <a:pt x="250971" y="335807"/>
                      <a:pt x="251743" y="342317"/>
                    </a:cubicBezTo>
                    <a:cubicBezTo>
                      <a:pt x="252385" y="347772"/>
                      <a:pt x="256685" y="352072"/>
                      <a:pt x="262140" y="352714"/>
                    </a:cubicBezTo>
                    <a:lnTo>
                      <a:pt x="387481" y="352714"/>
                    </a:lnTo>
                    <a:cubicBezTo>
                      <a:pt x="393927" y="352763"/>
                      <a:pt x="399219" y="347617"/>
                      <a:pt x="399349" y="341171"/>
                    </a:cubicBezTo>
                    <a:lnTo>
                      <a:pt x="399349" y="341171"/>
                    </a:lnTo>
                    <a:close/>
                    <a:moveTo>
                      <a:pt x="399674" y="395551"/>
                    </a:moveTo>
                    <a:cubicBezTo>
                      <a:pt x="399633" y="389016"/>
                      <a:pt x="394341" y="383724"/>
                      <a:pt x="387806" y="383683"/>
                    </a:cubicBezTo>
                    <a:lnTo>
                      <a:pt x="262140" y="383683"/>
                    </a:lnTo>
                    <a:cubicBezTo>
                      <a:pt x="255645" y="383773"/>
                      <a:pt x="250435" y="389056"/>
                      <a:pt x="250435" y="395551"/>
                    </a:cubicBezTo>
                    <a:cubicBezTo>
                      <a:pt x="250435" y="402013"/>
                      <a:pt x="255678" y="407256"/>
                      <a:pt x="262140" y="407256"/>
                    </a:cubicBezTo>
                    <a:lnTo>
                      <a:pt x="387481" y="407256"/>
                    </a:lnTo>
                    <a:cubicBezTo>
                      <a:pt x="393927" y="407305"/>
                      <a:pt x="399219" y="402159"/>
                      <a:pt x="399349" y="395714"/>
                    </a:cubicBezTo>
                    <a:lnTo>
                      <a:pt x="399349" y="395714"/>
                    </a:lnTo>
                    <a:close/>
                    <a:moveTo>
                      <a:pt x="304814" y="13511"/>
                    </a:moveTo>
                    <a:cubicBezTo>
                      <a:pt x="305026" y="6334"/>
                      <a:pt x="299384" y="335"/>
                      <a:pt x="292199" y="124"/>
                    </a:cubicBezTo>
                    <a:cubicBezTo>
                      <a:pt x="285021" y="-88"/>
                      <a:pt x="279031" y="5554"/>
                      <a:pt x="278811" y="12739"/>
                    </a:cubicBezTo>
                    <a:cubicBezTo>
                      <a:pt x="278795" y="13536"/>
                      <a:pt x="278844" y="14341"/>
                      <a:pt x="278966" y="15137"/>
                    </a:cubicBezTo>
                    <a:cubicBezTo>
                      <a:pt x="279413" y="22274"/>
                      <a:pt x="285566" y="27696"/>
                      <a:pt x="292703" y="27249"/>
                    </a:cubicBezTo>
                    <a:cubicBezTo>
                      <a:pt x="299840" y="26802"/>
                      <a:pt x="305261" y="20648"/>
                      <a:pt x="304814" y="13511"/>
                    </a:cubicBezTo>
                    <a:close/>
                    <a:moveTo>
                      <a:pt x="345457" y="13511"/>
                    </a:moveTo>
                    <a:cubicBezTo>
                      <a:pt x="345457" y="5928"/>
                      <a:pt x="339303" y="-226"/>
                      <a:pt x="331720" y="-226"/>
                    </a:cubicBezTo>
                    <a:cubicBezTo>
                      <a:pt x="324136" y="-226"/>
                      <a:pt x="317982" y="5928"/>
                      <a:pt x="317982" y="13511"/>
                    </a:cubicBezTo>
                    <a:cubicBezTo>
                      <a:pt x="317982" y="21095"/>
                      <a:pt x="324136" y="27249"/>
                      <a:pt x="331720" y="27249"/>
                    </a:cubicBezTo>
                    <a:lnTo>
                      <a:pt x="331720" y="27249"/>
                    </a:lnTo>
                    <a:cubicBezTo>
                      <a:pt x="339181" y="27297"/>
                      <a:pt x="345286" y="21299"/>
                      <a:pt x="345375" y="13837"/>
                    </a:cubicBezTo>
                    <a:lnTo>
                      <a:pt x="345375" y="13837"/>
                    </a:lnTo>
                    <a:close/>
                    <a:moveTo>
                      <a:pt x="386099" y="13511"/>
                    </a:moveTo>
                    <a:cubicBezTo>
                      <a:pt x="386099" y="5928"/>
                      <a:pt x="379946" y="-226"/>
                      <a:pt x="372362" y="-226"/>
                    </a:cubicBezTo>
                    <a:cubicBezTo>
                      <a:pt x="364778" y="-226"/>
                      <a:pt x="358625" y="5928"/>
                      <a:pt x="358625" y="13511"/>
                    </a:cubicBezTo>
                    <a:cubicBezTo>
                      <a:pt x="358625" y="21095"/>
                      <a:pt x="364778" y="27249"/>
                      <a:pt x="372362" y="27249"/>
                    </a:cubicBezTo>
                    <a:lnTo>
                      <a:pt x="372362" y="27249"/>
                    </a:lnTo>
                    <a:cubicBezTo>
                      <a:pt x="379857" y="27338"/>
                      <a:pt x="386010" y="21331"/>
                      <a:pt x="386099" y="13837"/>
                    </a:cubicBezTo>
                    <a:cubicBezTo>
                      <a:pt x="386099" y="13837"/>
                      <a:pt x="386099" y="13837"/>
                      <a:pt x="386099" y="13837"/>
                    </a:cubicBezTo>
                    <a:lnTo>
                      <a:pt x="386099" y="13837"/>
                    </a:lnTo>
                    <a:close/>
                    <a:moveTo>
                      <a:pt x="426742" y="13511"/>
                    </a:moveTo>
                    <a:cubicBezTo>
                      <a:pt x="426742" y="5928"/>
                      <a:pt x="420588" y="-226"/>
                      <a:pt x="413005" y="-226"/>
                    </a:cubicBezTo>
                    <a:cubicBezTo>
                      <a:pt x="405421" y="-226"/>
                      <a:pt x="399267" y="5928"/>
                      <a:pt x="399267" y="13511"/>
                    </a:cubicBezTo>
                    <a:cubicBezTo>
                      <a:pt x="399267" y="21095"/>
                      <a:pt x="405421" y="27249"/>
                      <a:pt x="413005" y="27249"/>
                    </a:cubicBezTo>
                    <a:lnTo>
                      <a:pt x="413005" y="27249"/>
                    </a:lnTo>
                    <a:cubicBezTo>
                      <a:pt x="420458" y="27249"/>
                      <a:pt x="426498" y="21209"/>
                      <a:pt x="426498" y="13755"/>
                    </a:cubicBezTo>
                    <a:cubicBezTo>
                      <a:pt x="426498" y="13731"/>
                      <a:pt x="426498" y="13698"/>
                      <a:pt x="426498" y="13674"/>
                    </a:cubicBezTo>
                    <a:lnTo>
                      <a:pt x="426498" y="13674"/>
                    </a:lnTo>
                    <a:close/>
                    <a:moveTo>
                      <a:pt x="467384" y="13511"/>
                    </a:moveTo>
                    <a:cubicBezTo>
                      <a:pt x="467384" y="5928"/>
                      <a:pt x="461231" y="-226"/>
                      <a:pt x="453647" y="-226"/>
                    </a:cubicBezTo>
                    <a:cubicBezTo>
                      <a:pt x="446063" y="-226"/>
                      <a:pt x="439910" y="5928"/>
                      <a:pt x="439910" y="13511"/>
                    </a:cubicBezTo>
                    <a:cubicBezTo>
                      <a:pt x="439910" y="21095"/>
                      <a:pt x="446063" y="27249"/>
                      <a:pt x="453647" y="27249"/>
                    </a:cubicBezTo>
                    <a:cubicBezTo>
                      <a:pt x="453671" y="27249"/>
                      <a:pt x="453704" y="27249"/>
                      <a:pt x="453728" y="27249"/>
                    </a:cubicBezTo>
                    <a:lnTo>
                      <a:pt x="453728" y="27249"/>
                    </a:lnTo>
                    <a:cubicBezTo>
                      <a:pt x="461182" y="27338"/>
                      <a:pt x="467295" y="21372"/>
                      <a:pt x="467384" y="13918"/>
                    </a:cubicBezTo>
                    <a:cubicBezTo>
                      <a:pt x="467384" y="13894"/>
                      <a:pt x="467384" y="13861"/>
                      <a:pt x="467384" y="13837"/>
                    </a:cubicBezTo>
                    <a:lnTo>
                      <a:pt x="467384" y="13837"/>
                    </a:lnTo>
                    <a:close/>
                    <a:moveTo>
                      <a:pt x="508027" y="13511"/>
                    </a:moveTo>
                    <a:cubicBezTo>
                      <a:pt x="508027" y="5928"/>
                      <a:pt x="501873" y="-226"/>
                      <a:pt x="494290" y="-226"/>
                    </a:cubicBezTo>
                    <a:cubicBezTo>
                      <a:pt x="486706" y="-226"/>
                      <a:pt x="480552" y="5928"/>
                      <a:pt x="480552" y="13511"/>
                    </a:cubicBezTo>
                    <a:cubicBezTo>
                      <a:pt x="480552" y="21095"/>
                      <a:pt x="486706" y="27249"/>
                      <a:pt x="494290" y="27249"/>
                    </a:cubicBezTo>
                    <a:cubicBezTo>
                      <a:pt x="494314" y="27249"/>
                      <a:pt x="494347" y="27249"/>
                      <a:pt x="494371" y="27249"/>
                    </a:cubicBezTo>
                    <a:lnTo>
                      <a:pt x="494371" y="27249"/>
                    </a:lnTo>
                    <a:cubicBezTo>
                      <a:pt x="501825" y="27249"/>
                      <a:pt x="507864" y="21209"/>
                      <a:pt x="507864" y="13755"/>
                    </a:cubicBezTo>
                    <a:cubicBezTo>
                      <a:pt x="507864" y="13731"/>
                      <a:pt x="507864" y="13698"/>
                      <a:pt x="507864" y="13674"/>
                    </a:cubicBezTo>
                    <a:lnTo>
                      <a:pt x="507864" y="13674"/>
                    </a:lnTo>
                    <a:close/>
                    <a:moveTo>
                      <a:pt x="304733" y="122921"/>
                    </a:moveTo>
                    <a:cubicBezTo>
                      <a:pt x="304733" y="115337"/>
                      <a:pt x="298579" y="109184"/>
                      <a:pt x="290996" y="109184"/>
                    </a:cubicBezTo>
                    <a:cubicBezTo>
                      <a:pt x="283412" y="109184"/>
                      <a:pt x="277259" y="115337"/>
                      <a:pt x="277259" y="122921"/>
                    </a:cubicBezTo>
                    <a:cubicBezTo>
                      <a:pt x="277259" y="130505"/>
                      <a:pt x="283412" y="136658"/>
                      <a:pt x="290996" y="136658"/>
                    </a:cubicBezTo>
                    <a:cubicBezTo>
                      <a:pt x="298579" y="136658"/>
                      <a:pt x="304733" y="130505"/>
                      <a:pt x="304733" y="122921"/>
                    </a:cubicBezTo>
                    <a:close/>
                    <a:moveTo>
                      <a:pt x="345375" y="122921"/>
                    </a:moveTo>
                    <a:cubicBezTo>
                      <a:pt x="345465" y="115337"/>
                      <a:pt x="339385" y="109111"/>
                      <a:pt x="331801" y="109021"/>
                    </a:cubicBezTo>
                    <a:cubicBezTo>
                      <a:pt x="324217" y="108932"/>
                      <a:pt x="317990" y="115012"/>
                      <a:pt x="317901" y="122596"/>
                    </a:cubicBezTo>
                    <a:cubicBezTo>
                      <a:pt x="317812" y="130180"/>
                      <a:pt x="323892" y="136406"/>
                      <a:pt x="331475" y="136496"/>
                    </a:cubicBezTo>
                    <a:lnTo>
                      <a:pt x="331475" y="136496"/>
                    </a:lnTo>
                    <a:cubicBezTo>
                      <a:pt x="338970" y="136496"/>
                      <a:pt x="345050" y="130416"/>
                      <a:pt x="345050" y="122921"/>
                    </a:cubicBezTo>
                    <a:lnTo>
                      <a:pt x="345050" y="122921"/>
                    </a:lnTo>
                    <a:close/>
                    <a:moveTo>
                      <a:pt x="386018" y="122921"/>
                    </a:moveTo>
                    <a:cubicBezTo>
                      <a:pt x="386107" y="115337"/>
                      <a:pt x="380027" y="109111"/>
                      <a:pt x="372443" y="109021"/>
                    </a:cubicBezTo>
                    <a:cubicBezTo>
                      <a:pt x="364859" y="108932"/>
                      <a:pt x="358633" y="115012"/>
                      <a:pt x="358544" y="122596"/>
                    </a:cubicBezTo>
                    <a:cubicBezTo>
                      <a:pt x="358454" y="130180"/>
                      <a:pt x="364534" y="136406"/>
                      <a:pt x="372118" y="136496"/>
                    </a:cubicBezTo>
                    <a:lnTo>
                      <a:pt x="372118" y="136496"/>
                    </a:lnTo>
                    <a:cubicBezTo>
                      <a:pt x="379702" y="136585"/>
                      <a:pt x="385929" y="130505"/>
                      <a:pt x="386018" y="122921"/>
                    </a:cubicBezTo>
                    <a:cubicBezTo>
                      <a:pt x="386018" y="122864"/>
                      <a:pt x="386018" y="122815"/>
                      <a:pt x="386018" y="122759"/>
                    </a:cubicBezTo>
                    <a:lnTo>
                      <a:pt x="386018" y="122759"/>
                    </a:lnTo>
                    <a:close/>
                    <a:moveTo>
                      <a:pt x="426660" y="122921"/>
                    </a:moveTo>
                    <a:cubicBezTo>
                      <a:pt x="426750" y="115337"/>
                      <a:pt x="420670" y="109111"/>
                      <a:pt x="413086" y="109021"/>
                    </a:cubicBezTo>
                    <a:cubicBezTo>
                      <a:pt x="405502" y="108932"/>
                      <a:pt x="399275" y="115012"/>
                      <a:pt x="399186" y="122596"/>
                    </a:cubicBezTo>
                    <a:cubicBezTo>
                      <a:pt x="399097" y="130180"/>
                      <a:pt x="405177" y="136406"/>
                      <a:pt x="412760" y="136496"/>
                    </a:cubicBezTo>
                    <a:lnTo>
                      <a:pt x="412760" y="136496"/>
                    </a:lnTo>
                    <a:cubicBezTo>
                      <a:pt x="420214" y="136496"/>
                      <a:pt x="426254" y="130456"/>
                      <a:pt x="426254" y="123002"/>
                    </a:cubicBezTo>
                    <a:cubicBezTo>
                      <a:pt x="426254" y="122978"/>
                      <a:pt x="426254" y="122945"/>
                      <a:pt x="426254" y="122921"/>
                    </a:cubicBezTo>
                    <a:lnTo>
                      <a:pt x="426254" y="122921"/>
                    </a:lnTo>
                    <a:close/>
                    <a:moveTo>
                      <a:pt x="467303" y="122921"/>
                    </a:moveTo>
                    <a:cubicBezTo>
                      <a:pt x="467392" y="115337"/>
                      <a:pt x="461312" y="109111"/>
                      <a:pt x="453728" y="109021"/>
                    </a:cubicBezTo>
                    <a:cubicBezTo>
                      <a:pt x="446144" y="108932"/>
                      <a:pt x="439918" y="115012"/>
                      <a:pt x="439829" y="122596"/>
                    </a:cubicBezTo>
                    <a:cubicBezTo>
                      <a:pt x="439739" y="130180"/>
                      <a:pt x="445819" y="136406"/>
                      <a:pt x="453403" y="136496"/>
                    </a:cubicBezTo>
                    <a:cubicBezTo>
                      <a:pt x="453428" y="136496"/>
                      <a:pt x="453460" y="136496"/>
                      <a:pt x="453484" y="136496"/>
                    </a:cubicBezTo>
                    <a:lnTo>
                      <a:pt x="453484" y="136496"/>
                    </a:lnTo>
                    <a:cubicBezTo>
                      <a:pt x="461036" y="136455"/>
                      <a:pt x="467140" y="130310"/>
                      <a:pt x="467140" y="122759"/>
                    </a:cubicBezTo>
                    <a:lnTo>
                      <a:pt x="467140" y="122759"/>
                    </a:lnTo>
                    <a:close/>
                    <a:moveTo>
                      <a:pt x="507945" y="122921"/>
                    </a:moveTo>
                    <a:cubicBezTo>
                      <a:pt x="508035" y="115337"/>
                      <a:pt x="501955" y="109111"/>
                      <a:pt x="494371" y="109021"/>
                    </a:cubicBezTo>
                    <a:cubicBezTo>
                      <a:pt x="486787" y="108932"/>
                      <a:pt x="480560" y="115012"/>
                      <a:pt x="480471" y="122596"/>
                    </a:cubicBezTo>
                    <a:cubicBezTo>
                      <a:pt x="480382" y="130180"/>
                      <a:pt x="486462" y="136406"/>
                      <a:pt x="494045" y="136496"/>
                    </a:cubicBezTo>
                    <a:cubicBezTo>
                      <a:pt x="494070" y="136496"/>
                      <a:pt x="494103" y="136496"/>
                      <a:pt x="494127" y="136496"/>
                    </a:cubicBezTo>
                    <a:lnTo>
                      <a:pt x="494127" y="136496"/>
                    </a:lnTo>
                    <a:cubicBezTo>
                      <a:pt x="501621" y="136496"/>
                      <a:pt x="507701" y="130416"/>
                      <a:pt x="507701" y="122921"/>
                    </a:cubicBezTo>
                    <a:lnTo>
                      <a:pt x="507701" y="122921"/>
                    </a:lnTo>
                    <a:close/>
                    <a:moveTo>
                      <a:pt x="442917" y="279720"/>
                    </a:moveTo>
                    <a:cubicBezTo>
                      <a:pt x="443007" y="272136"/>
                      <a:pt x="436927" y="265910"/>
                      <a:pt x="429343" y="265820"/>
                    </a:cubicBezTo>
                    <a:cubicBezTo>
                      <a:pt x="421759" y="265731"/>
                      <a:pt x="415532" y="271811"/>
                      <a:pt x="415443" y="279395"/>
                    </a:cubicBezTo>
                    <a:cubicBezTo>
                      <a:pt x="415354" y="286979"/>
                      <a:pt x="421434" y="293205"/>
                      <a:pt x="429017" y="293294"/>
                    </a:cubicBezTo>
                    <a:lnTo>
                      <a:pt x="429017" y="293294"/>
                    </a:lnTo>
                    <a:cubicBezTo>
                      <a:pt x="436602" y="293294"/>
                      <a:pt x="442755" y="287141"/>
                      <a:pt x="442755" y="279557"/>
                    </a:cubicBezTo>
                    <a:lnTo>
                      <a:pt x="442755" y="279557"/>
                    </a:lnTo>
                    <a:close/>
                    <a:moveTo>
                      <a:pt x="483560" y="279720"/>
                    </a:moveTo>
                    <a:cubicBezTo>
                      <a:pt x="483649" y="272136"/>
                      <a:pt x="477569" y="265910"/>
                      <a:pt x="469985" y="265820"/>
                    </a:cubicBezTo>
                    <a:cubicBezTo>
                      <a:pt x="462401" y="265731"/>
                      <a:pt x="456175" y="271811"/>
                      <a:pt x="456086" y="279395"/>
                    </a:cubicBezTo>
                    <a:cubicBezTo>
                      <a:pt x="455996" y="286979"/>
                      <a:pt x="462076" y="293205"/>
                      <a:pt x="469660" y="293294"/>
                    </a:cubicBezTo>
                    <a:lnTo>
                      <a:pt x="469660" y="293294"/>
                    </a:lnTo>
                    <a:cubicBezTo>
                      <a:pt x="477154" y="293294"/>
                      <a:pt x="483235" y="287214"/>
                      <a:pt x="483235" y="279720"/>
                    </a:cubicBezTo>
                    <a:lnTo>
                      <a:pt x="483235" y="279720"/>
                    </a:lnTo>
                    <a:close/>
                    <a:moveTo>
                      <a:pt x="524202" y="279720"/>
                    </a:moveTo>
                    <a:cubicBezTo>
                      <a:pt x="524292" y="272136"/>
                      <a:pt x="518212" y="265910"/>
                      <a:pt x="510628" y="265820"/>
                    </a:cubicBezTo>
                    <a:cubicBezTo>
                      <a:pt x="503044" y="265731"/>
                      <a:pt x="496817" y="271811"/>
                      <a:pt x="496728" y="279395"/>
                    </a:cubicBezTo>
                    <a:cubicBezTo>
                      <a:pt x="496639" y="286979"/>
                      <a:pt x="502719" y="293205"/>
                      <a:pt x="510302" y="293294"/>
                    </a:cubicBezTo>
                    <a:lnTo>
                      <a:pt x="510302" y="293294"/>
                    </a:lnTo>
                    <a:cubicBezTo>
                      <a:pt x="517797" y="293294"/>
                      <a:pt x="523877" y="287214"/>
                      <a:pt x="523877" y="279720"/>
                    </a:cubicBezTo>
                    <a:lnTo>
                      <a:pt x="523877" y="279720"/>
                    </a:lnTo>
                    <a:close/>
                    <a:moveTo>
                      <a:pt x="564845" y="279720"/>
                    </a:moveTo>
                    <a:cubicBezTo>
                      <a:pt x="564934" y="272136"/>
                      <a:pt x="558854" y="265910"/>
                      <a:pt x="551270" y="265820"/>
                    </a:cubicBezTo>
                    <a:cubicBezTo>
                      <a:pt x="543686" y="265731"/>
                      <a:pt x="537460" y="271811"/>
                      <a:pt x="537371" y="279395"/>
                    </a:cubicBezTo>
                    <a:cubicBezTo>
                      <a:pt x="537281" y="286979"/>
                      <a:pt x="543361" y="293205"/>
                      <a:pt x="550945" y="293294"/>
                    </a:cubicBezTo>
                    <a:lnTo>
                      <a:pt x="550945" y="293294"/>
                    </a:lnTo>
                    <a:cubicBezTo>
                      <a:pt x="558529" y="293294"/>
                      <a:pt x="564682" y="287141"/>
                      <a:pt x="564682" y="279557"/>
                    </a:cubicBezTo>
                    <a:lnTo>
                      <a:pt x="564682" y="279557"/>
                    </a:lnTo>
                    <a:close/>
                    <a:moveTo>
                      <a:pt x="605487" y="279720"/>
                    </a:moveTo>
                    <a:cubicBezTo>
                      <a:pt x="605577" y="272136"/>
                      <a:pt x="599497" y="265910"/>
                      <a:pt x="591913" y="265820"/>
                    </a:cubicBezTo>
                    <a:cubicBezTo>
                      <a:pt x="584329" y="265731"/>
                      <a:pt x="578102" y="271811"/>
                      <a:pt x="578013" y="279395"/>
                    </a:cubicBezTo>
                    <a:cubicBezTo>
                      <a:pt x="577924" y="286979"/>
                      <a:pt x="584004" y="293205"/>
                      <a:pt x="591587" y="293294"/>
                    </a:cubicBezTo>
                    <a:lnTo>
                      <a:pt x="591587" y="293294"/>
                    </a:lnTo>
                    <a:cubicBezTo>
                      <a:pt x="599082" y="293294"/>
                      <a:pt x="605162" y="287214"/>
                      <a:pt x="605162" y="279720"/>
                    </a:cubicBezTo>
                    <a:lnTo>
                      <a:pt x="605162" y="279720"/>
                    </a:lnTo>
                    <a:close/>
                    <a:moveTo>
                      <a:pt x="646130" y="279720"/>
                    </a:moveTo>
                    <a:cubicBezTo>
                      <a:pt x="646219" y="272136"/>
                      <a:pt x="640139" y="265910"/>
                      <a:pt x="632555" y="265820"/>
                    </a:cubicBezTo>
                    <a:cubicBezTo>
                      <a:pt x="624971" y="265731"/>
                      <a:pt x="618745" y="271811"/>
                      <a:pt x="618656" y="279395"/>
                    </a:cubicBezTo>
                    <a:cubicBezTo>
                      <a:pt x="618566" y="286979"/>
                      <a:pt x="624646" y="293205"/>
                      <a:pt x="632230" y="293294"/>
                    </a:cubicBezTo>
                    <a:cubicBezTo>
                      <a:pt x="632255" y="293294"/>
                      <a:pt x="632287" y="293294"/>
                      <a:pt x="632311" y="293294"/>
                    </a:cubicBezTo>
                    <a:lnTo>
                      <a:pt x="632311" y="293294"/>
                    </a:lnTo>
                    <a:cubicBezTo>
                      <a:pt x="639863" y="293254"/>
                      <a:pt x="645967" y="287109"/>
                      <a:pt x="645967" y="279557"/>
                    </a:cubicBezTo>
                    <a:lnTo>
                      <a:pt x="645967" y="279557"/>
                    </a:lnTo>
                    <a:close/>
                    <a:moveTo>
                      <a:pt x="441617" y="392137"/>
                    </a:moveTo>
                    <a:cubicBezTo>
                      <a:pt x="441706" y="384553"/>
                      <a:pt x="435626" y="378327"/>
                      <a:pt x="428042" y="378237"/>
                    </a:cubicBezTo>
                    <a:cubicBezTo>
                      <a:pt x="420458" y="378148"/>
                      <a:pt x="414232" y="384228"/>
                      <a:pt x="414143" y="391812"/>
                    </a:cubicBezTo>
                    <a:cubicBezTo>
                      <a:pt x="414053" y="399396"/>
                      <a:pt x="420133" y="405622"/>
                      <a:pt x="427717" y="405711"/>
                    </a:cubicBezTo>
                    <a:lnTo>
                      <a:pt x="427717" y="405711"/>
                    </a:lnTo>
                    <a:cubicBezTo>
                      <a:pt x="435301" y="405711"/>
                      <a:pt x="441454" y="399558"/>
                      <a:pt x="441454" y="391975"/>
                    </a:cubicBezTo>
                    <a:lnTo>
                      <a:pt x="441454" y="391975"/>
                    </a:lnTo>
                    <a:close/>
                    <a:moveTo>
                      <a:pt x="482260" y="392137"/>
                    </a:moveTo>
                    <a:cubicBezTo>
                      <a:pt x="482349" y="384553"/>
                      <a:pt x="476269" y="378327"/>
                      <a:pt x="468685" y="378237"/>
                    </a:cubicBezTo>
                    <a:cubicBezTo>
                      <a:pt x="461101" y="378148"/>
                      <a:pt x="454874" y="384228"/>
                      <a:pt x="454785" y="391812"/>
                    </a:cubicBezTo>
                    <a:cubicBezTo>
                      <a:pt x="454695" y="399396"/>
                      <a:pt x="460776" y="405622"/>
                      <a:pt x="468360" y="405711"/>
                    </a:cubicBezTo>
                    <a:lnTo>
                      <a:pt x="468360" y="405711"/>
                    </a:lnTo>
                    <a:cubicBezTo>
                      <a:pt x="475854" y="405711"/>
                      <a:pt x="481934" y="399631"/>
                      <a:pt x="481934" y="392137"/>
                    </a:cubicBezTo>
                    <a:lnTo>
                      <a:pt x="481934" y="392137"/>
                    </a:lnTo>
                    <a:close/>
                    <a:moveTo>
                      <a:pt x="522902" y="392137"/>
                    </a:moveTo>
                    <a:cubicBezTo>
                      <a:pt x="522991" y="384553"/>
                      <a:pt x="516911" y="378327"/>
                      <a:pt x="509327" y="378237"/>
                    </a:cubicBezTo>
                    <a:cubicBezTo>
                      <a:pt x="501743" y="378148"/>
                      <a:pt x="495517" y="384228"/>
                      <a:pt x="495428" y="391812"/>
                    </a:cubicBezTo>
                    <a:cubicBezTo>
                      <a:pt x="495338" y="399396"/>
                      <a:pt x="501418" y="405622"/>
                      <a:pt x="509002" y="405711"/>
                    </a:cubicBezTo>
                    <a:lnTo>
                      <a:pt x="509002" y="405711"/>
                    </a:lnTo>
                    <a:cubicBezTo>
                      <a:pt x="516497" y="405711"/>
                      <a:pt x="522577" y="399631"/>
                      <a:pt x="522577" y="392137"/>
                    </a:cubicBezTo>
                    <a:lnTo>
                      <a:pt x="522577" y="392137"/>
                    </a:lnTo>
                    <a:close/>
                    <a:moveTo>
                      <a:pt x="563545" y="392137"/>
                    </a:moveTo>
                    <a:cubicBezTo>
                      <a:pt x="563634" y="384553"/>
                      <a:pt x="557554" y="378327"/>
                      <a:pt x="549970" y="378237"/>
                    </a:cubicBezTo>
                    <a:cubicBezTo>
                      <a:pt x="542386" y="378148"/>
                      <a:pt x="536159" y="384228"/>
                      <a:pt x="536070" y="391812"/>
                    </a:cubicBezTo>
                    <a:cubicBezTo>
                      <a:pt x="535980" y="399396"/>
                      <a:pt x="542061" y="405622"/>
                      <a:pt x="549645" y="405711"/>
                    </a:cubicBezTo>
                    <a:lnTo>
                      <a:pt x="549645" y="405711"/>
                    </a:lnTo>
                    <a:cubicBezTo>
                      <a:pt x="557188" y="405760"/>
                      <a:pt x="563333" y="399680"/>
                      <a:pt x="563382" y="392137"/>
                    </a:cubicBezTo>
                    <a:cubicBezTo>
                      <a:pt x="563382" y="392080"/>
                      <a:pt x="563382" y="392031"/>
                      <a:pt x="563382" y="391975"/>
                    </a:cubicBezTo>
                    <a:lnTo>
                      <a:pt x="563382" y="391975"/>
                    </a:lnTo>
                    <a:close/>
                    <a:moveTo>
                      <a:pt x="604187" y="392137"/>
                    </a:moveTo>
                    <a:cubicBezTo>
                      <a:pt x="604276" y="384553"/>
                      <a:pt x="598196" y="378327"/>
                      <a:pt x="590612" y="378237"/>
                    </a:cubicBezTo>
                    <a:cubicBezTo>
                      <a:pt x="583028" y="378148"/>
                      <a:pt x="576802" y="384228"/>
                      <a:pt x="576713" y="391812"/>
                    </a:cubicBezTo>
                    <a:cubicBezTo>
                      <a:pt x="576623" y="399396"/>
                      <a:pt x="582703" y="405622"/>
                      <a:pt x="590287" y="405711"/>
                    </a:cubicBezTo>
                    <a:lnTo>
                      <a:pt x="590287" y="405711"/>
                    </a:lnTo>
                    <a:cubicBezTo>
                      <a:pt x="597741" y="405711"/>
                      <a:pt x="603780" y="399672"/>
                      <a:pt x="603780" y="392218"/>
                    </a:cubicBezTo>
                    <a:cubicBezTo>
                      <a:pt x="603780" y="392194"/>
                      <a:pt x="603780" y="392161"/>
                      <a:pt x="603780" y="392137"/>
                    </a:cubicBezTo>
                    <a:lnTo>
                      <a:pt x="603780" y="392137"/>
                    </a:lnTo>
                    <a:close/>
                    <a:moveTo>
                      <a:pt x="644830" y="392137"/>
                    </a:moveTo>
                    <a:cubicBezTo>
                      <a:pt x="644244" y="384569"/>
                      <a:pt x="637644" y="378912"/>
                      <a:pt x="630076" y="379497"/>
                    </a:cubicBezTo>
                    <a:cubicBezTo>
                      <a:pt x="623321" y="380017"/>
                      <a:pt x="617956" y="385382"/>
                      <a:pt x="617436" y="392137"/>
                    </a:cubicBezTo>
                    <a:cubicBezTo>
                      <a:pt x="617347" y="399721"/>
                      <a:pt x="623419" y="405947"/>
                      <a:pt x="631011" y="406037"/>
                    </a:cubicBezTo>
                    <a:cubicBezTo>
                      <a:pt x="631011" y="406037"/>
                      <a:pt x="631011" y="406037"/>
                      <a:pt x="631011" y="406037"/>
                    </a:cubicBezTo>
                    <a:lnTo>
                      <a:pt x="631011" y="406037"/>
                    </a:lnTo>
                    <a:cubicBezTo>
                      <a:pt x="638554" y="406037"/>
                      <a:pt x="644667" y="399924"/>
                      <a:pt x="644667" y="392381"/>
                    </a:cubicBezTo>
                    <a:cubicBezTo>
                      <a:pt x="644667" y="392357"/>
                      <a:pt x="644667" y="392324"/>
                      <a:pt x="644667" y="392300"/>
                    </a:cubicBezTo>
                    <a:lnTo>
                      <a:pt x="644667" y="39230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4" name="Google Shape;174;p14"/>
              <p:cNvSpPr/>
              <p:nvPr/>
            </p:nvSpPr>
            <p:spPr>
              <a:xfrm>
                <a:off x="-129830" y="3836475"/>
                <a:ext cx="646622" cy="407808"/>
              </a:xfrm>
              <a:custGeom>
                <a:avLst/>
                <a:gdLst/>
                <a:ahLst/>
                <a:cxnLst/>
                <a:rect l="l" t="t" r="r" b="b"/>
                <a:pathLst>
                  <a:path w="646622" h="407808" extrusionOk="0">
                    <a:moveTo>
                      <a:pt x="58927" y="25705"/>
                    </a:moveTo>
                    <a:lnTo>
                      <a:pt x="11213" y="25705"/>
                    </a:lnTo>
                    <a:cubicBezTo>
                      <a:pt x="4750" y="25705"/>
                      <a:pt x="-492" y="20462"/>
                      <a:pt x="-492" y="14000"/>
                    </a:cubicBezTo>
                    <a:lnTo>
                      <a:pt x="-492" y="14000"/>
                    </a:lnTo>
                    <a:cubicBezTo>
                      <a:pt x="-492" y="7505"/>
                      <a:pt x="4718" y="2222"/>
                      <a:pt x="11213" y="2133"/>
                    </a:cubicBezTo>
                    <a:lnTo>
                      <a:pt x="58927" y="2133"/>
                    </a:lnTo>
                    <a:cubicBezTo>
                      <a:pt x="65478" y="2133"/>
                      <a:pt x="70794" y="7449"/>
                      <a:pt x="70794" y="14000"/>
                    </a:cubicBezTo>
                    <a:lnTo>
                      <a:pt x="70794" y="14000"/>
                    </a:lnTo>
                    <a:cubicBezTo>
                      <a:pt x="70794" y="20462"/>
                      <a:pt x="65552" y="25705"/>
                      <a:pt x="59090" y="25705"/>
                    </a:cubicBezTo>
                    <a:close/>
                    <a:moveTo>
                      <a:pt x="70794" y="68542"/>
                    </a:moveTo>
                    <a:cubicBezTo>
                      <a:pt x="70794" y="62080"/>
                      <a:pt x="65552" y="56837"/>
                      <a:pt x="59090" y="56837"/>
                    </a:cubicBezTo>
                    <a:lnTo>
                      <a:pt x="11213" y="56837"/>
                    </a:lnTo>
                    <a:cubicBezTo>
                      <a:pt x="4791" y="56789"/>
                      <a:pt x="-444" y="61958"/>
                      <a:pt x="-492" y="68380"/>
                    </a:cubicBezTo>
                    <a:cubicBezTo>
                      <a:pt x="-492" y="68437"/>
                      <a:pt x="-492" y="68486"/>
                      <a:pt x="-492" y="68542"/>
                    </a:cubicBezTo>
                    <a:lnTo>
                      <a:pt x="-492" y="68542"/>
                    </a:lnTo>
                    <a:cubicBezTo>
                      <a:pt x="-492" y="75037"/>
                      <a:pt x="4718" y="80321"/>
                      <a:pt x="11213" y="80410"/>
                    </a:cubicBezTo>
                    <a:lnTo>
                      <a:pt x="58927" y="80410"/>
                    </a:lnTo>
                    <a:cubicBezTo>
                      <a:pt x="65478" y="80410"/>
                      <a:pt x="70794" y="75094"/>
                      <a:pt x="70794" y="68542"/>
                    </a:cubicBezTo>
                    <a:close/>
                    <a:moveTo>
                      <a:pt x="70794" y="123085"/>
                    </a:moveTo>
                    <a:cubicBezTo>
                      <a:pt x="70844" y="116663"/>
                      <a:pt x="65674" y="111428"/>
                      <a:pt x="59252" y="111380"/>
                    </a:cubicBezTo>
                    <a:cubicBezTo>
                      <a:pt x="59196" y="111380"/>
                      <a:pt x="59146" y="111380"/>
                      <a:pt x="59090" y="111380"/>
                    </a:cubicBezTo>
                    <a:lnTo>
                      <a:pt x="11213" y="111380"/>
                    </a:lnTo>
                    <a:cubicBezTo>
                      <a:pt x="4702" y="112144"/>
                      <a:pt x="44" y="118045"/>
                      <a:pt x="817" y="124556"/>
                    </a:cubicBezTo>
                    <a:cubicBezTo>
                      <a:pt x="1459" y="130010"/>
                      <a:pt x="5758" y="134310"/>
                      <a:pt x="11213" y="134952"/>
                    </a:cubicBezTo>
                    <a:lnTo>
                      <a:pt x="58927" y="134952"/>
                    </a:lnTo>
                    <a:cubicBezTo>
                      <a:pt x="65478" y="134952"/>
                      <a:pt x="70794" y="129636"/>
                      <a:pt x="70794" y="123085"/>
                    </a:cubicBezTo>
                    <a:close/>
                    <a:moveTo>
                      <a:pt x="70794" y="177627"/>
                    </a:moveTo>
                    <a:cubicBezTo>
                      <a:pt x="70844" y="171205"/>
                      <a:pt x="65674" y="165971"/>
                      <a:pt x="59252" y="165922"/>
                    </a:cubicBezTo>
                    <a:cubicBezTo>
                      <a:pt x="59196" y="165922"/>
                      <a:pt x="59146" y="165922"/>
                      <a:pt x="59090" y="165922"/>
                    </a:cubicBezTo>
                    <a:lnTo>
                      <a:pt x="11213" y="165922"/>
                    </a:lnTo>
                    <a:cubicBezTo>
                      <a:pt x="4726" y="166458"/>
                      <a:pt x="-94" y="172156"/>
                      <a:pt x="442" y="178643"/>
                    </a:cubicBezTo>
                    <a:cubicBezTo>
                      <a:pt x="922" y="184382"/>
                      <a:pt x="5474" y="188934"/>
                      <a:pt x="11213" y="189413"/>
                    </a:cubicBezTo>
                    <a:lnTo>
                      <a:pt x="58927" y="189413"/>
                    </a:lnTo>
                    <a:cubicBezTo>
                      <a:pt x="65438" y="189462"/>
                      <a:pt x="70746" y="184219"/>
                      <a:pt x="70794" y="177708"/>
                    </a:cubicBezTo>
                    <a:cubicBezTo>
                      <a:pt x="70794" y="177684"/>
                      <a:pt x="70794" y="177651"/>
                      <a:pt x="70794" y="177627"/>
                    </a:cubicBezTo>
                    <a:lnTo>
                      <a:pt x="70794" y="177627"/>
                    </a:lnTo>
                    <a:close/>
                    <a:moveTo>
                      <a:pt x="70794" y="232088"/>
                    </a:moveTo>
                    <a:cubicBezTo>
                      <a:pt x="70794" y="225666"/>
                      <a:pt x="65593" y="220464"/>
                      <a:pt x="59171" y="220464"/>
                    </a:cubicBezTo>
                    <a:cubicBezTo>
                      <a:pt x="59146" y="220464"/>
                      <a:pt x="59114" y="220464"/>
                      <a:pt x="59090" y="220464"/>
                    </a:cubicBezTo>
                    <a:lnTo>
                      <a:pt x="11213" y="220464"/>
                    </a:lnTo>
                    <a:cubicBezTo>
                      <a:pt x="4726" y="221001"/>
                      <a:pt x="-94" y="226699"/>
                      <a:pt x="442" y="233185"/>
                    </a:cubicBezTo>
                    <a:cubicBezTo>
                      <a:pt x="922" y="238924"/>
                      <a:pt x="5474" y="243476"/>
                      <a:pt x="11213" y="243955"/>
                    </a:cubicBezTo>
                    <a:lnTo>
                      <a:pt x="58927" y="243955"/>
                    </a:lnTo>
                    <a:cubicBezTo>
                      <a:pt x="65478" y="243955"/>
                      <a:pt x="70794" y="238640"/>
                      <a:pt x="70794" y="232088"/>
                    </a:cubicBezTo>
                    <a:close/>
                    <a:moveTo>
                      <a:pt x="70794" y="286630"/>
                    </a:moveTo>
                    <a:cubicBezTo>
                      <a:pt x="70794" y="280168"/>
                      <a:pt x="65552" y="274925"/>
                      <a:pt x="59090" y="274925"/>
                    </a:cubicBezTo>
                    <a:lnTo>
                      <a:pt x="11213" y="274925"/>
                    </a:lnTo>
                    <a:cubicBezTo>
                      <a:pt x="4702" y="275689"/>
                      <a:pt x="44" y="281590"/>
                      <a:pt x="817" y="288101"/>
                    </a:cubicBezTo>
                    <a:cubicBezTo>
                      <a:pt x="1459" y="293556"/>
                      <a:pt x="5758" y="297855"/>
                      <a:pt x="11213" y="298498"/>
                    </a:cubicBezTo>
                    <a:lnTo>
                      <a:pt x="58927" y="298498"/>
                    </a:lnTo>
                    <a:cubicBezTo>
                      <a:pt x="65478" y="298498"/>
                      <a:pt x="70794" y="293182"/>
                      <a:pt x="70794" y="286630"/>
                    </a:cubicBezTo>
                    <a:close/>
                    <a:moveTo>
                      <a:pt x="70794" y="341172"/>
                    </a:moveTo>
                    <a:cubicBezTo>
                      <a:pt x="70794" y="334710"/>
                      <a:pt x="65552" y="329467"/>
                      <a:pt x="59090" y="329467"/>
                    </a:cubicBezTo>
                    <a:lnTo>
                      <a:pt x="11213" y="329467"/>
                    </a:lnTo>
                    <a:cubicBezTo>
                      <a:pt x="4702" y="330231"/>
                      <a:pt x="44" y="336133"/>
                      <a:pt x="817" y="342644"/>
                    </a:cubicBezTo>
                    <a:cubicBezTo>
                      <a:pt x="1459" y="348098"/>
                      <a:pt x="5758" y="352398"/>
                      <a:pt x="11213" y="353040"/>
                    </a:cubicBezTo>
                    <a:lnTo>
                      <a:pt x="58927" y="353040"/>
                    </a:lnTo>
                    <a:cubicBezTo>
                      <a:pt x="65478" y="353040"/>
                      <a:pt x="70794" y="347724"/>
                      <a:pt x="70794" y="341172"/>
                    </a:cubicBezTo>
                    <a:close/>
                    <a:moveTo>
                      <a:pt x="70794" y="395877"/>
                    </a:moveTo>
                    <a:cubicBezTo>
                      <a:pt x="70794" y="389326"/>
                      <a:pt x="65478" y="384009"/>
                      <a:pt x="58927" y="384009"/>
                    </a:cubicBezTo>
                    <a:lnTo>
                      <a:pt x="11213" y="384009"/>
                    </a:lnTo>
                    <a:cubicBezTo>
                      <a:pt x="4702" y="384774"/>
                      <a:pt x="44" y="390675"/>
                      <a:pt x="817" y="397186"/>
                    </a:cubicBezTo>
                    <a:cubicBezTo>
                      <a:pt x="1459" y="402640"/>
                      <a:pt x="5758" y="406940"/>
                      <a:pt x="11213" y="407582"/>
                    </a:cubicBezTo>
                    <a:lnTo>
                      <a:pt x="58927" y="407582"/>
                    </a:lnTo>
                    <a:cubicBezTo>
                      <a:pt x="65373" y="407631"/>
                      <a:pt x="70664" y="402486"/>
                      <a:pt x="70794" y="396040"/>
                    </a:cubicBezTo>
                    <a:lnTo>
                      <a:pt x="70794" y="396040"/>
                    </a:lnTo>
                    <a:close/>
                    <a:moveTo>
                      <a:pt x="249621" y="13838"/>
                    </a:moveTo>
                    <a:cubicBezTo>
                      <a:pt x="249581" y="7302"/>
                      <a:pt x="244290" y="2011"/>
                      <a:pt x="237754" y="1970"/>
                    </a:cubicBezTo>
                    <a:lnTo>
                      <a:pt x="112575" y="1970"/>
                    </a:lnTo>
                    <a:cubicBezTo>
                      <a:pt x="106040" y="2011"/>
                      <a:pt x="100748" y="7302"/>
                      <a:pt x="100708" y="13838"/>
                    </a:cubicBezTo>
                    <a:lnTo>
                      <a:pt x="100708" y="13838"/>
                    </a:lnTo>
                    <a:cubicBezTo>
                      <a:pt x="100748" y="20284"/>
                      <a:pt x="105967" y="25502"/>
                      <a:pt x="112413" y="25543"/>
                    </a:cubicBezTo>
                    <a:lnTo>
                      <a:pt x="237754" y="25543"/>
                    </a:lnTo>
                    <a:cubicBezTo>
                      <a:pt x="244216" y="25632"/>
                      <a:pt x="249532" y="20462"/>
                      <a:pt x="249621" y="14000"/>
                    </a:cubicBezTo>
                    <a:cubicBezTo>
                      <a:pt x="249621" y="14000"/>
                      <a:pt x="249621" y="14000"/>
                      <a:pt x="249621" y="14000"/>
                    </a:cubicBezTo>
                    <a:lnTo>
                      <a:pt x="249621" y="14000"/>
                    </a:lnTo>
                    <a:close/>
                    <a:moveTo>
                      <a:pt x="249621" y="68380"/>
                    </a:moveTo>
                    <a:cubicBezTo>
                      <a:pt x="249581" y="61934"/>
                      <a:pt x="244362" y="56715"/>
                      <a:pt x="237917" y="56675"/>
                    </a:cubicBezTo>
                    <a:lnTo>
                      <a:pt x="112250" y="56675"/>
                    </a:lnTo>
                    <a:cubicBezTo>
                      <a:pt x="105804" y="56626"/>
                      <a:pt x="100512" y="61771"/>
                      <a:pt x="100382" y="68217"/>
                    </a:cubicBezTo>
                    <a:lnTo>
                      <a:pt x="100382" y="68217"/>
                    </a:lnTo>
                    <a:cubicBezTo>
                      <a:pt x="100423" y="74753"/>
                      <a:pt x="105715" y="80044"/>
                      <a:pt x="112250" y="80085"/>
                    </a:cubicBezTo>
                    <a:lnTo>
                      <a:pt x="237429" y="80085"/>
                    </a:lnTo>
                    <a:cubicBezTo>
                      <a:pt x="243964" y="80044"/>
                      <a:pt x="249248" y="74753"/>
                      <a:pt x="249296" y="68217"/>
                    </a:cubicBezTo>
                    <a:close/>
                    <a:moveTo>
                      <a:pt x="249621" y="122922"/>
                    </a:moveTo>
                    <a:cubicBezTo>
                      <a:pt x="249621" y="116460"/>
                      <a:pt x="244379" y="111217"/>
                      <a:pt x="237917" y="111217"/>
                    </a:cubicBezTo>
                    <a:lnTo>
                      <a:pt x="112250" y="111217"/>
                    </a:lnTo>
                    <a:cubicBezTo>
                      <a:pt x="105788" y="110412"/>
                      <a:pt x="99903" y="114989"/>
                      <a:pt x="99090" y="121451"/>
                    </a:cubicBezTo>
                    <a:cubicBezTo>
                      <a:pt x="99090" y="121483"/>
                      <a:pt x="99082" y="121508"/>
                      <a:pt x="99082" y="121540"/>
                    </a:cubicBezTo>
                    <a:cubicBezTo>
                      <a:pt x="98318" y="128035"/>
                      <a:pt x="102918" y="133944"/>
                      <a:pt x="109405" y="134790"/>
                    </a:cubicBezTo>
                    <a:lnTo>
                      <a:pt x="237429" y="134790"/>
                    </a:lnTo>
                    <a:cubicBezTo>
                      <a:pt x="243964" y="134749"/>
                      <a:pt x="249248" y="129457"/>
                      <a:pt x="249296" y="122922"/>
                    </a:cubicBezTo>
                    <a:close/>
                    <a:moveTo>
                      <a:pt x="249621" y="177464"/>
                    </a:moveTo>
                    <a:cubicBezTo>
                      <a:pt x="249621" y="171002"/>
                      <a:pt x="244379" y="165759"/>
                      <a:pt x="237917" y="165759"/>
                    </a:cubicBezTo>
                    <a:lnTo>
                      <a:pt x="112250" y="165759"/>
                    </a:lnTo>
                    <a:cubicBezTo>
                      <a:pt x="105698" y="165483"/>
                      <a:pt x="100171" y="170563"/>
                      <a:pt x="99887" y="177115"/>
                    </a:cubicBezTo>
                    <a:cubicBezTo>
                      <a:pt x="99643" y="182951"/>
                      <a:pt x="103675" y="188096"/>
                      <a:pt x="109405" y="189251"/>
                    </a:cubicBezTo>
                    <a:cubicBezTo>
                      <a:pt x="110348" y="189421"/>
                      <a:pt x="111307" y="189421"/>
                      <a:pt x="112250" y="189251"/>
                    </a:cubicBezTo>
                    <a:lnTo>
                      <a:pt x="237429" y="189251"/>
                    </a:lnTo>
                    <a:cubicBezTo>
                      <a:pt x="243940" y="189299"/>
                      <a:pt x="249248" y="184056"/>
                      <a:pt x="249296" y="177546"/>
                    </a:cubicBezTo>
                    <a:cubicBezTo>
                      <a:pt x="249296" y="177521"/>
                      <a:pt x="249296" y="177489"/>
                      <a:pt x="249296" y="177464"/>
                    </a:cubicBezTo>
                    <a:lnTo>
                      <a:pt x="249296" y="177464"/>
                    </a:lnTo>
                    <a:close/>
                    <a:moveTo>
                      <a:pt x="249621" y="231925"/>
                    </a:moveTo>
                    <a:cubicBezTo>
                      <a:pt x="249573" y="225496"/>
                      <a:pt x="244346" y="220302"/>
                      <a:pt x="237917" y="220302"/>
                    </a:cubicBezTo>
                    <a:lnTo>
                      <a:pt x="112250" y="220302"/>
                    </a:lnTo>
                    <a:cubicBezTo>
                      <a:pt x="105829" y="219009"/>
                      <a:pt x="99570" y="223171"/>
                      <a:pt x="98277" y="229592"/>
                    </a:cubicBezTo>
                    <a:cubicBezTo>
                      <a:pt x="96985" y="236022"/>
                      <a:pt x="101146" y="242281"/>
                      <a:pt x="107568" y="243573"/>
                    </a:cubicBezTo>
                    <a:cubicBezTo>
                      <a:pt x="108177" y="243695"/>
                      <a:pt x="108787" y="243768"/>
                      <a:pt x="109405" y="243793"/>
                    </a:cubicBezTo>
                    <a:cubicBezTo>
                      <a:pt x="110348" y="243964"/>
                      <a:pt x="111307" y="243964"/>
                      <a:pt x="112250" y="243793"/>
                    </a:cubicBezTo>
                    <a:lnTo>
                      <a:pt x="237429" y="243793"/>
                    </a:lnTo>
                    <a:cubicBezTo>
                      <a:pt x="243980" y="243793"/>
                      <a:pt x="249296" y="238477"/>
                      <a:pt x="249296" y="231925"/>
                    </a:cubicBezTo>
                    <a:close/>
                    <a:moveTo>
                      <a:pt x="399674" y="286467"/>
                    </a:moveTo>
                    <a:cubicBezTo>
                      <a:pt x="399633" y="280021"/>
                      <a:pt x="394415" y="274803"/>
                      <a:pt x="387969" y="274763"/>
                    </a:cubicBezTo>
                    <a:lnTo>
                      <a:pt x="262140" y="274763"/>
                    </a:lnTo>
                    <a:cubicBezTo>
                      <a:pt x="255628" y="275527"/>
                      <a:pt x="250971" y="281428"/>
                      <a:pt x="251743" y="287939"/>
                    </a:cubicBezTo>
                    <a:cubicBezTo>
                      <a:pt x="252385" y="293393"/>
                      <a:pt x="256685" y="297693"/>
                      <a:pt x="262140" y="298335"/>
                    </a:cubicBezTo>
                    <a:lnTo>
                      <a:pt x="387481" y="298335"/>
                    </a:lnTo>
                    <a:cubicBezTo>
                      <a:pt x="394033" y="298335"/>
                      <a:pt x="399349" y="293019"/>
                      <a:pt x="399349" y="286467"/>
                    </a:cubicBezTo>
                    <a:close/>
                    <a:moveTo>
                      <a:pt x="399674" y="341010"/>
                    </a:moveTo>
                    <a:cubicBezTo>
                      <a:pt x="399633" y="334564"/>
                      <a:pt x="394415" y="329345"/>
                      <a:pt x="387969" y="329305"/>
                    </a:cubicBezTo>
                    <a:lnTo>
                      <a:pt x="262140" y="329305"/>
                    </a:lnTo>
                    <a:cubicBezTo>
                      <a:pt x="255628" y="330069"/>
                      <a:pt x="250971" y="335970"/>
                      <a:pt x="251743" y="342481"/>
                    </a:cubicBezTo>
                    <a:cubicBezTo>
                      <a:pt x="252385" y="347935"/>
                      <a:pt x="256685" y="352235"/>
                      <a:pt x="262140" y="352877"/>
                    </a:cubicBezTo>
                    <a:lnTo>
                      <a:pt x="387481" y="352877"/>
                    </a:lnTo>
                    <a:cubicBezTo>
                      <a:pt x="394033" y="352877"/>
                      <a:pt x="399349" y="347561"/>
                      <a:pt x="399349" y="341010"/>
                    </a:cubicBezTo>
                    <a:close/>
                    <a:moveTo>
                      <a:pt x="399674" y="395714"/>
                    </a:moveTo>
                    <a:cubicBezTo>
                      <a:pt x="399674" y="389163"/>
                      <a:pt x="394358" y="383847"/>
                      <a:pt x="387806" y="383847"/>
                    </a:cubicBezTo>
                    <a:lnTo>
                      <a:pt x="262140" y="383847"/>
                    </a:lnTo>
                    <a:cubicBezTo>
                      <a:pt x="255628" y="384611"/>
                      <a:pt x="250971" y="390512"/>
                      <a:pt x="251743" y="397023"/>
                    </a:cubicBezTo>
                    <a:cubicBezTo>
                      <a:pt x="252385" y="402477"/>
                      <a:pt x="256685" y="406778"/>
                      <a:pt x="262140" y="407419"/>
                    </a:cubicBezTo>
                    <a:lnTo>
                      <a:pt x="387481" y="407419"/>
                    </a:lnTo>
                    <a:cubicBezTo>
                      <a:pt x="393927" y="407468"/>
                      <a:pt x="399219" y="402323"/>
                      <a:pt x="399349" y="395877"/>
                    </a:cubicBezTo>
                    <a:lnTo>
                      <a:pt x="399349" y="395877"/>
                    </a:lnTo>
                    <a:close/>
                    <a:moveTo>
                      <a:pt x="304814" y="13675"/>
                    </a:moveTo>
                    <a:cubicBezTo>
                      <a:pt x="304814" y="6091"/>
                      <a:pt x="298661" y="-62"/>
                      <a:pt x="291077" y="-62"/>
                    </a:cubicBezTo>
                    <a:cubicBezTo>
                      <a:pt x="283493" y="-62"/>
                      <a:pt x="277340" y="6091"/>
                      <a:pt x="277340" y="13675"/>
                    </a:cubicBezTo>
                    <a:cubicBezTo>
                      <a:pt x="277340" y="21259"/>
                      <a:pt x="283493" y="27412"/>
                      <a:pt x="291077" y="27412"/>
                    </a:cubicBezTo>
                    <a:cubicBezTo>
                      <a:pt x="298661" y="27412"/>
                      <a:pt x="304814" y="21259"/>
                      <a:pt x="304814" y="13675"/>
                    </a:cubicBezTo>
                    <a:close/>
                    <a:moveTo>
                      <a:pt x="345457" y="13675"/>
                    </a:moveTo>
                    <a:cubicBezTo>
                      <a:pt x="345546" y="6091"/>
                      <a:pt x="339466" y="-135"/>
                      <a:pt x="331882" y="-225"/>
                    </a:cubicBezTo>
                    <a:cubicBezTo>
                      <a:pt x="324298" y="-314"/>
                      <a:pt x="318072" y="5766"/>
                      <a:pt x="317982" y="13350"/>
                    </a:cubicBezTo>
                    <a:cubicBezTo>
                      <a:pt x="317893" y="20934"/>
                      <a:pt x="323973" y="27160"/>
                      <a:pt x="331557" y="27250"/>
                    </a:cubicBezTo>
                    <a:lnTo>
                      <a:pt x="331557" y="27250"/>
                    </a:lnTo>
                    <a:cubicBezTo>
                      <a:pt x="339051" y="27250"/>
                      <a:pt x="345131" y="21169"/>
                      <a:pt x="345131" y="13675"/>
                    </a:cubicBezTo>
                    <a:close/>
                    <a:moveTo>
                      <a:pt x="386099" y="13675"/>
                    </a:moveTo>
                    <a:cubicBezTo>
                      <a:pt x="386189" y="6091"/>
                      <a:pt x="380109" y="-135"/>
                      <a:pt x="372525" y="-225"/>
                    </a:cubicBezTo>
                    <a:cubicBezTo>
                      <a:pt x="364941" y="-314"/>
                      <a:pt x="358714" y="5766"/>
                      <a:pt x="358625" y="13350"/>
                    </a:cubicBezTo>
                    <a:cubicBezTo>
                      <a:pt x="358536" y="20934"/>
                      <a:pt x="364616" y="27160"/>
                      <a:pt x="372199" y="27250"/>
                    </a:cubicBezTo>
                    <a:lnTo>
                      <a:pt x="372199" y="27250"/>
                    </a:lnTo>
                    <a:cubicBezTo>
                      <a:pt x="379727" y="27250"/>
                      <a:pt x="385847" y="21202"/>
                      <a:pt x="385937" y="13675"/>
                    </a:cubicBezTo>
                    <a:close/>
                    <a:moveTo>
                      <a:pt x="426742" y="13675"/>
                    </a:moveTo>
                    <a:cubicBezTo>
                      <a:pt x="426831" y="6091"/>
                      <a:pt x="420751" y="-135"/>
                      <a:pt x="413167" y="-225"/>
                    </a:cubicBezTo>
                    <a:cubicBezTo>
                      <a:pt x="405583" y="-314"/>
                      <a:pt x="399357" y="5766"/>
                      <a:pt x="399267" y="13350"/>
                    </a:cubicBezTo>
                    <a:cubicBezTo>
                      <a:pt x="399178" y="20934"/>
                      <a:pt x="405258" y="27160"/>
                      <a:pt x="412842" y="27250"/>
                    </a:cubicBezTo>
                    <a:lnTo>
                      <a:pt x="412842" y="27250"/>
                    </a:lnTo>
                    <a:cubicBezTo>
                      <a:pt x="420296" y="27250"/>
                      <a:pt x="426335" y="21210"/>
                      <a:pt x="426335" y="13756"/>
                    </a:cubicBezTo>
                    <a:cubicBezTo>
                      <a:pt x="426335" y="13732"/>
                      <a:pt x="426335" y="13700"/>
                      <a:pt x="426335" y="13675"/>
                    </a:cubicBezTo>
                    <a:close/>
                    <a:moveTo>
                      <a:pt x="467384" y="13675"/>
                    </a:moveTo>
                    <a:cubicBezTo>
                      <a:pt x="467474" y="6091"/>
                      <a:pt x="461394" y="-135"/>
                      <a:pt x="453810" y="-225"/>
                    </a:cubicBezTo>
                    <a:cubicBezTo>
                      <a:pt x="446226" y="-314"/>
                      <a:pt x="439999" y="5766"/>
                      <a:pt x="439910" y="13350"/>
                    </a:cubicBezTo>
                    <a:cubicBezTo>
                      <a:pt x="439821" y="20934"/>
                      <a:pt x="445901" y="27160"/>
                      <a:pt x="453484" y="27250"/>
                    </a:cubicBezTo>
                    <a:cubicBezTo>
                      <a:pt x="453509" y="27250"/>
                      <a:pt x="453541" y="27250"/>
                      <a:pt x="453566" y="27250"/>
                    </a:cubicBezTo>
                    <a:lnTo>
                      <a:pt x="453566" y="27250"/>
                    </a:lnTo>
                    <a:cubicBezTo>
                      <a:pt x="461060" y="27209"/>
                      <a:pt x="467132" y="21169"/>
                      <a:pt x="467222" y="13675"/>
                    </a:cubicBezTo>
                    <a:close/>
                    <a:moveTo>
                      <a:pt x="508027" y="13675"/>
                    </a:moveTo>
                    <a:cubicBezTo>
                      <a:pt x="508116" y="6091"/>
                      <a:pt x="502036" y="-135"/>
                      <a:pt x="494452" y="-225"/>
                    </a:cubicBezTo>
                    <a:cubicBezTo>
                      <a:pt x="486868" y="-314"/>
                      <a:pt x="480642" y="5766"/>
                      <a:pt x="480552" y="13350"/>
                    </a:cubicBezTo>
                    <a:cubicBezTo>
                      <a:pt x="480463" y="20934"/>
                      <a:pt x="486543" y="27160"/>
                      <a:pt x="494127" y="27250"/>
                    </a:cubicBezTo>
                    <a:cubicBezTo>
                      <a:pt x="494151" y="27250"/>
                      <a:pt x="494184" y="27250"/>
                      <a:pt x="494208" y="27250"/>
                    </a:cubicBezTo>
                    <a:lnTo>
                      <a:pt x="494208" y="27250"/>
                    </a:lnTo>
                    <a:cubicBezTo>
                      <a:pt x="501662" y="27250"/>
                      <a:pt x="507701" y="21210"/>
                      <a:pt x="507701" y="13756"/>
                    </a:cubicBezTo>
                    <a:cubicBezTo>
                      <a:pt x="507701" y="13732"/>
                      <a:pt x="507701" y="13700"/>
                      <a:pt x="507701" y="13675"/>
                    </a:cubicBezTo>
                    <a:close/>
                    <a:moveTo>
                      <a:pt x="304733" y="123085"/>
                    </a:moveTo>
                    <a:cubicBezTo>
                      <a:pt x="304310" y="115956"/>
                      <a:pt x="298197" y="110526"/>
                      <a:pt x="291069" y="110941"/>
                    </a:cubicBezTo>
                    <a:cubicBezTo>
                      <a:pt x="283948" y="111363"/>
                      <a:pt x="278510" y="117476"/>
                      <a:pt x="278925" y="124605"/>
                    </a:cubicBezTo>
                    <a:cubicBezTo>
                      <a:pt x="279315" y="131115"/>
                      <a:pt x="284485" y="136318"/>
                      <a:pt x="290996" y="136741"/>
                    </a:cubicBezTo>
                    <a:cubicBezTo>
                      <a:pt x="298539" y="136789"/>
                      <a:pt x="304684" y="130709"/>
                      <a:pt x="304733" y="123166"/>
                    </a:cubicBezTo>
                    <a:cubicBezTo>
                      <a:pt x="304733" y="123142"/>
                      <a:pt x="304733" y="123109"/>
                      <a:pt x="304733" y="123085"/>
                    </a:cubicBezTo>
                    <a:close/>
                    <a:moveTo>
                      <a:pt x="345375" y="123085"/>
                    </a:moveTo>
                    <a:cubicBezTo>
                      <a:pt x="345416" y="115501"/>
                      <a:pt x="339303" y="109315"/>
                      <a:pt x="331720" y="109266"/>
                    </a:cubicBezTo>
                    <a:cubicBezTo>
                      <a:pt x="324136" y="109225"/>
                      <a:pt x="317950" y="115338"/>
                      <a:pt x="317901" y="122922"/>
                    </a:cubicBezTo>
                    <a:cubicBezTo>
                      <a:pt x="317860" y="130506"/>
                      <a:pt x="323973" y="136692"/>
                      <a:pt x="331557" y="136741"/>
                    </a:cubicBezTo>
                    <a:cubicBezTo>
                      <a:pt x="331581" y="136741"/>
                      <a:pt x="331614" y="136741"/>
                      <a:pt x="331638" y="136741"/>
                    </a:cubicBezTo>
                    <a:lnTo>
                      <a:pt x="331638" y="136741"/>
                    </a:lnTo>
                    <a:cubicBezTo>
                      <a:pt x="339092" y="136789"/>
                      <a:pt x="345164" y="130782"/>
                      <a:pt x="345213" y="123329"/>
                    </a:cubicBezTo>
                    <a:cubicBezTo>
                      <a:pt x="345213" y="123304"/>
                      <a:pt x="345213" y="123272"/>
                      <a:pt x="345213" y="123247"/>
                    </a:cubicBezTo>
                    <a:lnTo>
                      <a:pt x="345213" y="123247"/>
                    </a:lnTo>
                    <a:close/>
                    <a:moveTo>
                      <a:pt x="386018" y="123085"/>
                    </a:moveTo>
                    <a:cubicBezTo>
                      <a:pt x="386059" y="115501"/>
                      <a:pt x="379946" y="109315"/>
                      <a:pt x="372362" y="109266"/>
                    </a:cubicBezTo>
                    <a:cubicBezTo>
                      <a:pt x="364778" y="109225"/>
                      <a:pt x="358592" y="115338"/>
                      <a:pt x="358544" y="122922"/>
                    </a:cubicBezTo>
                    <a:cubicBezTo>
                      <a:pt x="358503" y="130506"/>
                      <a:pt x="364616" y="136692"/>
                      <a:pt x="372199" y="136741"/>
                    </a:cubicBezTo>
                    <a:cubicBezTo>
                      <a:pt x="372224" y="136741"/>
                      <a:pt x="372256" y="136741"/>
                      <a:pt x="372281" y="136741"/>
                    </a:cubicBezTo>
                    <a:lnTo>
                      <a:pt x="372281" y="136741"/>
                    </a:lnTo>
                    <a:cubicBezTo>
                      <a:pt x="379734" y="136879"/>
                      <a:pt x="385879" y="130945"/>
                      <a:pt x="386018" y="123491"/>
                    </a:cubicBezTo>
                    <a:cubicBezTo>
                      <a:pt x="386018" y="123467"/>
                      <a:pt x="386018" y="123434"/>
                      <a:pt x="386018" y="123410"/>
                    </a:cubicBezTo>
                    <a:lnTo>
                      <a:pt x="386018" y="123410"/>
                    </a:lnTo>
                    <a:close/>
                    <a:moveTo>
                      <a:pt x="426660" y="123085"/>
                    </a:moveTo>
                    <a:cubicBezTo>
                      <a:pt x="426701" y="115501"/>
                      <a:pt x="420588" y="109315"/>
                      <a:pt x="413005" y="109266"/>
                    </a:cubicBezTo>
                    <a:cubicBezTo>
                      <a:pt x="405421" y="109225"/>
                      <a:pt x="399235" y="115338"/>
                      <a:pt x="399186" y="122922"/>
                    </a:cubicBezTo>
                    <a:cubicBezTo>
                      <a:pt x="399145" y="130506"/>
                      <a:pt x="405258" y="136692"/>
                      <a:pt x="412842" y="136741"/>
                    </a:cubicBezTo>
                    <a:cubicBezTo>
                      <a:pt x="412866" y="136741"/>
                      <a:pt x="412899" y="136741"/>
                      <a:pt x="412923" y="136741"/>
                    </a:cubicBezTo>
                    <a:lnTo>
                      <a:pt x="412923" y="136741"/>
                    </a:lnTo>
                    <a:cubicBezTo>
                      <a:pt x="420377" y="136741"/>
                      <a:pt x="426416" y="130701"/>
                      <a:pt x="426416" y="123247"/>
                    </a:cubicBezTo>
                    <a:lnTo>
                      <a:pt x="426416" y="123247"/>
                    </a:lnTo>
                    <a:close/>
                    <a:moveTo>
                      <a:pt x="467303" y="123085"/>
                    </a:moveTo>
                    <a:cubicBezTo>
                      <a:pt x="467344" y="115501"/>
                      <a:pt x="461231" y="109315"/>
                      <a:pt x="453647" y="109266"/>
                    </a:cubicBezTo>
                    <a:cubicBezTo>
                      <a:pt x="446063" y="109225"/>
                      <a:pt x="439877" y="115338"/>
                      <a:pt x="439829" y="122922"/>
                    </a:cubicBezTo>
                    <a:cubicBezTo>
                      <a:pt x="439788" y="130506"/>
                      <a:pt x="445901" y="136692"/>
                      <a:pt x="453484" y="136741"/>
                    </a:cubicBezTo>
                    <a:cubicBezTo>
                      <a:pt x="453541" y="136741"/>
                      <a:pt x="453590" y="136741"/>
                      <a:pt x="453647" y="136741"/>
                    </a:cubicBezTo>
                    <a:lnTo>
                      <a:pt x="453647" y="136741"/>
                    </a:lnTo>
                    <a:cubicBezTo>
                      <a:pt x="461052" y="136879"/>
                      <a:pt x="467164" y="130977"/>
                      <a:pt x="467303" y="123572"/>
                    </a:cubicBezTo>
                    <a:cubicBezTo>
                      <a:pt x="467303" y="123524"/>
                      <a:pt x="467303" y="123467"/>
                      <a:pt x="467303" y="123410"/>
                    </a:cubicBezTo>
                    <a:lnTo>
                      <a:pt x="467303" y="123410"/>
                    </a:lnTo>
                    <a:close/>
                    <a:moveTo>
                      <a:pt x="507945" y="123085"/>
                    </a:moveTo>
                    <a:cubicBezTo>
                      <a:pt x="507986" y="115501"/>
                      <a:pt x="501873" y="109315"/>
                      <a:pt x="494290" y="109266"/>
                    </a:cubicBezTo>
                    <a:cubicBezTo>
                      <a:pt x="486706" y="109225"/>
                      <a:pt x="480520" y="115338"/>
                      <a:pt x="480471" y="122922"/>
                    </a:cubicBezTo>
                    <a:cubicBezTo>
                      <a:pt x="480430" y="130506"/>
                      <a:pt x="486543" y="136692"/>
                      <a:pt x="494127" y="136741"/>
                    </a:cubicBezTo>
                    <a:cubicBezTo>
                      <a:pt x="494184" y="136741"/>
                      <a:pt x="494232" y="136741"/>
                      <a:pt x="494290" y="136741"/>
                    </a:cubicBezTo>
                    <a:lnTo>
                      <a:pt x="494290" y="136741"/>
                    </a:lnTo>
                    <a:cubicBezTo>
                      <a:pt x="501743" y="136741"/>
                      <a:pt x="507783" y="130701"/>
                      <a:pt x="507783" y="123247"/>
                    </a:cubicBezTo>
                    <a:lnTo>
                      <a:pt x="507783" y="123247"/>
                    </a:lnTo>
                    <a:close/>
                    <a:moveTo>
                      <a:pt x="442917" y="279883"/>
                    </a:moveTo>
                    <a:cubicBezTo>
                      <a:pt x="442917" y="272300"/>
                      <a:pt x="436764" y="266146"/>
                      <a:pt x="429180" y="266146"/>
                    </a:cubicBezTo>
                    <a:cubicBezTo>
                      <a:pt x="421596" y="266146"/>
                      <a:pt x="415443" y="272300"/>
                      <a:pt x="415443" y="279883"/>
                    </a:cubicBezTo>
                    <a:cubicBezTo>
                      <a:pt x="415443" y="287467"/>
                      <a:pt x="421596" y="293620"/>
                      <a:pt x="429180" y="293620"/>
                    </a:cubicBezTo>
                    <a:lnTo>
                      <a:pt x="429180" y="293620"/>
                    </a:lnTo>
                    <a:cubicBezTo>
                      <a:pt x="436658" y="293669"/>
                      <a:pt x="442787" y="287687"/>
                      <a:pt x="442917" y="280209"/>
                    </a:cubicBezTo>
                    <a:lnTo>
                      <a:pt x="442917" y="280209"/>
                    </a:lnTo>
                    <a:close/>
                    <a:moveTo>
                      <a:pt x="483560" y="279883"/>
                    </a:moveTo>
                    <a:cubicBezTo>
                      <a:pt x="483560" y="272300"/>
                      <a:pt x="477406" y="266146"/>
                      <a:pt x="469823" y="266146"/>
                    </a:cubicBezTo>
                    <a:cubicBezTo>
                      <a:pt x="462239" y="266146"/>
                      <a:pt x="456086" y="272300"/>
                      <a:pt x="456086" y="279883"/>
                    </a:cubicBezTo>
                    <a:cubicBezTo>
                      <a:pt x="456086" y="287467"/>
                      <a:pt x="462239" y="293620"/>
                      <a:pt x="469823" y="293620"/>
                    </a:cubicBezTo>
                    <a:lnTo>
                      <a:pt x="469823" y="293620"/>
                    </a:lnTo>
                    <a:cubicBezTo>
                      <a:pt x="477317" y="293620"/>
                      <a:pt x="483397" y="287540"/>
                      <a:pt x="483397" y="280046"/>
                    </a:cubicBezTo>
                    <a:lnTo>
                      <a:pt x="483397" y="280046"/>
                    </a:lnTo>
                    <a:close/>
                    <a:moveTo>
                      <a:pt x="524202" y="279883"/>
                    </a:moveTo>
                    <a:cubicBezTo>
                      <a:pt x="524202" y="272300"/>
                      <a:pt x="518049" y="266146"/>
                      <a:pt x="510465" y="266146"/>
                    </a:cubicBezTo>
                    <a:cubicBezTo>
                      <a:pt x="502881" y="266146"/>
                      <a:pt x="496728" y="272300"/>
                      <a:pt x="496728" y="279883"/>
                    </a:cubicBezTo>
                    <a:cubicBezTo>
                      <a:pt x="496728" y="287467"/>
                      <a:pt x="502881" y="293620"/>
                      <a:pt x="510465" y="293620"/>
                    </a:cubicBezTo>
                    <a:lnTo>
                      <a:pt x="510465" y="293620"/>
                    </a:lnTo>
                    <a:cubicBezTo>
                      <a:pt x="517960" y="293620"/>
                      <a:pt x="524040" y="287540"/>
                      <a:pt x="524040" y="280046"/>
                    </a:cubicBezTo>
                    <a:lnTo>
                      <a:pt x="524040" y="280046"/>
                    </a:lnTo>
                    <a:close/>
                    <a:moveTo>
                      <a:pt x="564845" y="279883"/>
                    </a:moveTo>
                    <a:cubicBezTo>
                      <a:pt x="564845" y="272300"/>
                      <a:pt x="558691" y="266146"/>
                      <a:pt x="551108" y="266146"/>
                    </a:cubicBezTo>
                    <a:cubicBezTo>
                      <a:pt x="543524" y="266146"/>
                      <a:pt x="537371" y="272300"/>
                      <a:pt x="537371" y="279883"/>
                    </a:cubicBezTo>
                    <a:cubicBezTo>
                      <a:pt x="537371" y="287467"/>
                      <a:pt x="543524" y="293620"/>
                      <a:pt x="551108" y="293620"/>
                    </a:cubicBezTo>
                    <a:lnTo>
                      <a:pt x="551108" y="293620"/>
                    </a:lnTo>
                    <a:cubicBezTo>
                      <a:pt x="558602" y="293710"/>
                      <a:pt x="564756" y="287703"/>
                      <a:pt x="564845" y="280209"/>
                    </a:cubicBezTo>
                    <a:cubicBezTo>
                      <a:pt x="564845" y="280209"/>
                      <a:pt x="564845" y="280209"/>
                      <a:pt x="564845" y="280209"/>
                    </a:cubicBezTo>
                    <a:lnTo>
                      <a:pt x="564845" y="280209"/>
                    </a:lnTo>
                    <a:close/>
                    <a:moveTo>
                      <a:pt x="605487" y="279883"/>
                    </a:moveTo>
                    <a:cubicBezTo>
                      <a:pt x="605487" y="272300"/>
                      <a:pt x="599334" y="266146"/>
                      <a:pt x="591750" y="266146"/>
                    </a:cubicBezTo>
                    <a:cubicBezTo>
                      <a:pt x="584166" y="266146"/>
                      <a:pt x="578013" y="272300"/>
                      <a:pt x="578013" y="279883"/>
                    </a:cubicBezTo>
                    <a:cubicBezTo>
                      <a:pt x="578013" y="287467"/>
                      <a:pt x="584166" y="293620"/>
                      <a:pt x="591750" y="293620"/>
                    </a:cubicBezTo>
                    <a:lnTo>
                      <a:pt x="591750" y="293620"/>
                    </a:lnTo>
                    <a:cubicBezTo>
                      <a:pt x="599245" y="293620"/>
                      <a:pt x="605325" y="287540"/>
                      <a:pt x="605325" y="280046"/>
                    </a:cubicBezTo>
                    <a:lnTo>
                      <a:pt x="605325" y="280046"/>
                    </a:lnTo>
                    <a:close/>
                    <a:moveTo>
                      <a:pt x="646130" y="279883"/>
                    </a:moveTo>
                    <a:cubicBezTo>
                      <a:pt x="646130" y="272300"/>
                      <a:pt x="639976" y="266146"/>
                      <a:pt x="632393" y="266146"/>
                    </a:cubicBezTo>
                    <a:cubicBezTo>
                      <a:pt x="624809" y="266146"/>
                      <a:pt x="618656" y="272300"/>
                      <a:pt x="618656" y="279883"/>
                    </a:cubicBezTo>
                    <a:cubicBezTo>
                      <a:pt x="618656" y="287467"/>
                      <a:pt x="624809" y="293620"/>
                      <a:pt x="632393" y="293620"/>
                    </a:cubicBezTo>
                    <a:cubicBezTo>
                      <a:pt x="632417" y="293620"/>
                      <a:pt x="632450" y="293620"/>
                      <a:pt x="632474" y="293620"/>
                    </a:cubicBezTo>
                    <a:lnTo>
                      <a:pt x="632474" y="293620"/>
                    </a:lnTo>
                    <a:cubicBezTo>
                      <a:pt x="639928" y="293710"/>
                      <a:pt x="646041" y="287744"/>
                      <a:pt x="646130" y="280290"/>
                    </a:cubicBezTo>
                    <a:cubicBezTo>
                      <a:pt x="646130" y="280265"/>
                      <a:pt x="646130" y="280233"/>
                      <a:pt x="646130" y="280209"/>
                    </a:cubicBezTo>
                    <a:lnTo>
                      <a:pt x="646130" y="280209"/>
                    </a:lnTo>
                    <a:close/>
                    <a:moveTo>
                      <a:pt x="441617" y="392301"/>
                    </a:moveTo>
                    <a:cubicBezTo>
                      <a:pt x="441617" y="384717"/>
                      <a:pt x="435464" y="378563"/>
                      <a:pt x="427880" y="378563"/>
                    </a:cubicBezTo>
                    <a:cubicBezTo>
                      <a:pt x="420296" y="378563"/>
                      <a:pt x="414143" y="384717"/>
                      <a:pt x="414143" y="392301"/>
                    </a:cubicBezTo>
                    <a:cubicBezTo>
                      <a:pt x="414143" y="399884"/>
                      <a:pt x="420296" y="406038"/>
                      <a:pt x="427880" y="406038"/>
                    </a:cubicBezTo>
                    <a:lnTo>
                      <a:pt x="427880" y="406038"/>
                    </a:lnTo>
                    <a:cubicBezTo>
                      <a:pt x="435358" y="406086"/>
                      <a:pt x="441487" y="400104"/>
                      <a:pt x="441617" y="392626"/>
                    </a:cubicBezTo>
                    <a:lnTo>
                      <a:pt x="441617" y="392626"/>
                    </a:lnTo>
                    <a:close/>
                    <a:moveTo>
                      <a:pt x="482260" y="392301"/>
                    </a:moveTo>
                    <a:cubicBezTo>
                      <a:pt x="482260" y="384717"/>
                      <a:pt x="476106" y="378563"/>
                      <a:pt x="468522" y="378563"/>
                    </a:cubicBezTo>
                    <a:cubicBezTo>
                      <a:pt x="460938" y="378563"/>
                      <a:pt x="454785" y="384717"/>
                      <a:pt x="454785" y="392301"/>
                    </a:cubicBezTo>
                    <a:cubicBezTo>
                      <a:pt x="454785" y="399884"/>
                      <a:pt x="460938" y="406038"/>
                      <a:pt x="468522" y="406038"/>
                    </a:cubicBezTo>
                    <a:lnTo>
                      <a:pt x="468522" y="406038"/>
                    </a:lnTo>
                    <a:cubicBezTo>
                      <a:pt x="476017" y="406038"/>
                      <a:pt x="482097" y="399958"/>
                      <a:pt x="482097" y="392463"/>
                    </a:cubicBezTo>
                    <a:lnTo>
                      <a:pt x="482097" y="392463"/>
                    </a:lnTo>
                    <a:close/>
                    <a:moveTo>
                      <a:pt x="522902" y="392301"/>
                    </a:moveTo>
                    <a:cubicBezTo>
                      <a:pt x="522902" y="384717"/>
                      <a:pt x="516749" y="378563"/>
                      <a:pt x="509165" y="378563"/>
                    </a:cubicBezTo>
                    <a:cubicBezTo>
                      <a:pt x="501581" y="378563"/>
                      <a:pt x="495428" y="384717"/>
                      <a:pt x="495428" y="392301"/>
                    </a:cubicBezTo>
                    <a:cubicBezTo>
                      <a:pt x="495428" y="399884"/>
                      <a:pt x="501581" y="406038"/>
                      <a:pt x="509165" y="406038"/>
                    </a:cubicBezTo>
                    <a:lnTo>
                      <a:pt x="509165" y="406038"/>
                    </a:lnTo>
                    <a:cubicBezTo>
                      <a:pt x="516659" y="406038"/>
                      <a:pt x="522739" y="399958"/>
                      <a:pt x="522739" y="392463"/>
                    </a:cubicBezTo>
                    <a:lnTo>
                      <a:pt x="522739" y="392463"/>
                    </a:lnTo>
                    <a:close/>
                    <a:moveTo>
                      <a:pt x="563545" y="392301"/>
                    </a:moveTo>
                    <a:cubicBezTo>
                      <a:pt x="563545" y="384717"/>
                      <a:pt x="557391" y="378563"/>
                      <a:pt x="549807" y="378563"/>
                    </a:cubicBezTo>
                    <a:cubicBezTo>
                      <a:pt x="542223" y="378563"/>
                      <a:pt x="536070" y="384717"/>
                      <a:pt x="536070" y="392301"/>
                    </a:cubicBezTo>
                    <a:cubicBezTo>
                      <a:pt x="536070" y="399884"/>
                      <a:pt x="542223" y="406038"/>
                      <a:pt x="549807" y="406038"/>
                    </a:cubicBezTo>
                    <a:lnTo>
                      <a:pt x="549807" y="406038"/>
                    </a:lnTo>
                    <a:cubicBezTo>
                      <a:pt x="557302" y="406127"/>
                      <a:pt x="563455" y="400120"/>
                      <a:pt x="563545" y="392626"/>
                    </a:cubicBezTo>
                    <a:cubicBezTo>
                      <a:pt x="563545" y="392626"/>
                      <a:pt x="563545" y="392626"/>
                      <a:pt x="563545" y="392626"/>
                    </a:cubicBezTo>
                    <a:lnTo>
                      <a:pt x="563545" y="392626"/>
                    </a:lnTo>
                    <a:close/>
                    <a:moveTo>
                      <a:pt x="604187" y="392301"/>
                    </a:moveTo>
                    <a:cubicBezTo>
                      <a:pt x="604187" y="384717"/>
                      <a:pt x="598034" y="378563"/>
                      <a:pt x="590450" y="378563"/>
                    </a:cubicBezTo>
                    <a:cubicBezTo>
                      <a:pt x="582866" y="378563"/>
                      <a:pt x="576713" y="384717"/>
                      <a:pt x="576713" y="392301"/>
                    </a:cubicBezTo>
                    <a:cubicBezTo>
                      <a:pt x="576713" y="399884"/>
                      <a:pt x="582866" y="406038"/>
                      <a:pt x="590450" y="406038"/>
                    </a:cubicBezTo>
                    <a:lnTo>
                      <a:pt x="590450" y="406038"/>
                    </a:lnTo>
                    <a:cubicBezTo>
                      <a:pt x="597904" y="406038"/>
                      <a:pt x="603943" y="399998"/>
                      <a:pt x="603943" y="392544"/>
                    </a:cubicBezTo>
                    <a:cubicBezTo>
                      <a:pt x="603943" y="392520"/>
                      <a:pt x="603943" y="392488"/>
                      <a:pt x="603943" y="392463"/>
                    </a:cubicBezTo>
                    <a:lnTo>
                      <a:pt x="603943" y="392463"/>
                    </a:lnTo>
                    <a:close/>
                    <a:moveTo>
                      <a:pt x="644830" y="392301"/>
                    </a:moveTo>
                    <a:cubicBezTo>
                      <a:pt x="644830" y="384717"/>
                      <a:pt x="638676" y="378563"/>
                      <a:pt x="631092" y="378563"/>
                    </a:cubicBezTo>
                    <a:cubicBezTo>
                      <a:pt x="623508" y="378563"/>
                      <a:pt x="617355" y="384717"/>
                      <a:pt x="617355" y="392301"/>
                    </a:cubicBezTo>
                    <a:cubicBezTo>
                      <a:pt x="617355" y="399884"/>
                      <a:pt x="623508" y="406038"/>
                      <a:pt x="631092" y="406038"/>
                    </a:cubicBezTo>
                    <a:cubicBezTo>
                      <a:pt x="631117" y="406038"/>
                      <a:pt x="631149" y="406038"/>
                      <a:pt x="631173" y="406038"/>
                    </a:cubicBezTo>
                    <a:lnTo>
                      <a:pt x="631173" y="406038"/>
                    </a:lnTo>
                    <a:cubicBezTo>
                      <a:pt x="638627" y="406127"/>
                      <a:pt x="644740" y="400161"/>
                      <a:pt x="644830" y="392707"/>
                    </a:cubicBezTo>
                    <a:cubicBezTo>
                      <a:pt x="644830" y="392683"/>
                      <a:pt x="644830" y="392650"/>
                      <a:pt x="644830" y="392626"/>
                    </a:cubicBezTo>
                    <a:lnTo>
                      <a:pt x="644830" y="392626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75" name="Google Shape;175;p14"/>
            <p:cNvGrpSpPr/>
            <p:nvPr/>
          </p:nvGrpSpPr>
          <p:grpSpPr>
            <a:xfrm>
              <a:off x="7692851" y="-482918"/>
              <a:ext cx="1627340" cy="1899886"/>
              <a:chOff x="7511876" y="-463868"/>
              <a:chExt cx="1627340" cy="1899886"/>
            </a:xfrm>
          </p:grpSpPr>
          <p:sp>
            <p:nvSpPr>
              <p:cNvPr id="176" name="Google Shape;176;p14"/>
              <p:cNvSpPr/>
              <p:nvPr/>
            </p:nvSpPr>
            <p:spPr>
              <a:xfrm>
                <a:off x="7511876" y="-463868"/>
                <a:ext cx="1594671" cy="1823598"/>
              </a:xfrm>
              <a:custGeom>
                <a:avLst/>
                <a:gdLst/>
                <a:ahLst/>
                <a:cxnLst/>
                <a:rect l="l" t="t" r="r" b="b"/>
                <a:pathLst>
                  <a:path w="1822481" h="2084112" extrusionOk="0">
                    <a:moveTo>
                      <a:pt x="1440741" y="2089880"/>
                    </a:moveTo>
                    <a:lnTo>
                      <a:pt x="1211143" y="844745"/>
                    </a:lnTo>
                    <a:lnTo>
                      <a:pt x="1228510" y="841537"/>
                    </a:lnTo>
                    <a:lnTo>
                      <a:pt x="1458113" y="2086671"/>
                    </a:lnTo>
                    <a:close/>
                    <a:moveTo>
                      <a:pt x="1223299" y="852172"/>
                    </a:moveTo>
                    <a:lnTo>
                      <a:pt x="1826542" y="884979"/>
                    </a:lnTo>
                    <a:lnTo>
                      <a:pt x="1827511" y="867351"/>
                    </a:lnTo>
                    <a:lnTo>
                      <a:pt x="1216354" y="834115"/>
                    </a:lnTo>
                    <a:lnTo>
                      <a:pt x="583398" y="1470959"/>
                    </a:lnTo>
                    <a:lnTo>
                      <a:pt x="595919" y="1483411"/>
                    </a:lnTo>
                    <a:close/>
                    <a:moveTo>
                      <a:pt x="928194" y="1527416"/>
                    </a:moveTo>
                    <a:lnTo>
                      <a:pt x="840068" y="1238658"/>
                    </a:lnTo>
                    <a:lnTo>
                      <a:pt x="823184" y="1243816"/>
                    </a:lnTo>
                    <a:lnTo>
                      <a:pt x="911309" y="1532574"/>
                    </a:lnTo>
                    <a:close/>
                    <a:moveTo>
                      <a:pt x="1224796" y="835862"/>
                    </a:moveTo>
                    <a:lnTo>
                      <a:pt x="15015" y="5767"/>
                    </a:lnTo>
                    <a:lnTo>
                      <a:pt x="5030" y="20325"/>
                    </a:lnTo>
                    <a:lnTo>
                      <a:pt x="1214834" y="85043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7" name="Google Shape;177;p14"/>
              <p:cNvSpPr/>
              <p:nvPr/>
            </p:nvSpPr>
            <p:spPr>
              <a:xfrm>
                <a:off x="7991308" y="121335"/>
                <a:ext cx="1147908" cy="1314683"/>
              </a:xfrm>
              <a:custGeom>
                <a:avLst/>
                <a:gdLst/>
                <a:ahLst/>
                <a:cxnLst/>
                <a:rect l="l" t="t" r="r" b="b"/>
                <a:pathLst>
                  <a:path w="1311895" h="1502495" extrusionOk="0">
                    <a:moveTo>
                      <a:pt x="666806" y="348752"/>
                    </a:moveTo>
                    <a:cubicBezTo>
                      <a:pt x="572228" y="348752"/>
                      <a:pt x="495313" y="271820"/>
                      <a:pt x="495313" y="177259"/>
                    </a:cubicBezTo>
                    <a:cubicBezTo>
                      <a:pt x="495313" y="82699"/>
                      <a:pt x="572228" y="5767"/>
                      <a:pt x="666806" y="5767"/>
                    </a:cubicBezTo>
                    <a:cubicBezTo>
                      <a:pt x="761383" y="5767"/>
                      <a:pt x="838299" y="82699"/>
                      <a:pt x="838299" y="177259"/>
                    </a:cubicBezTo>
                    <a:cubicBezTo>
                      <a:pt x="838299" y="271820"/>
                      <a:pt x="761383" y="348752"/>
                      <a:pt x="666806" y="348752"/>
                    </a:cubicBezTo>
                    <a:close/>
                    <a:moveTo>
                      <a:pt x="666806" y="23429"/>
                    </a:moveTo>
                    <a:cubicBezTo>
                      <a:pt x="581982" y="23429"/>
                      <a:pt x="512975" y="92436"/>
                      <a:pt x="512975" y="177259"/>
                    </a:cubicBezTo>
                    <a:cubicBezTo>
                      <a:pt x="512975" y="262083"/>
                      <a:pt x="581982" y="331090"/>
                      <a:pt x="666806" y="331090"/>
                    </a:cubicBezTo>
                    <a:cubicBezTo>
                      <a:pt x="751630" y="331090"/>
                      <a:pt x="820637" y="262083"/>
                      <a:pt x="820637" y="177259"/>
                    </a:cubicBezTo>
                    <a:cubicBezTo>
                      <a:pt x="820637" y="92436"/>
                      <a:pt x="751630" y="23429"/>
                      <a:pt x="666806" y="23429"/>
                    </a:cubicBezTo>
                    <a:close/>
                    <a:moveTo>
                      <a:pt x="666806" y="88954"/>
                    </a:moveTo>
                    <a:cubicBezTo>
                      <a:pt x="715574" y="88954"/>
                      <a:pt x="755111" y="128491"/>
                      <a:pt x="755111" y="177259"/>
                    </a:cubicBezTo>
                    <a:cubicBezTo>
                      <a:pt x="755111" y="177259"/>
                      <a:pt x="755111" y="177265"/>
                      <a:pt x="755111" y="177265"/>
                    </a:cubicBezTo>
                    <a:cubicBezTo>
                      <a:pt x="755111" y="226034"/>
                      <a:pt x="715574" y="265571"/>
                      <a:pt x="666806" y="265571"/>
                    </a:cubicBezTo>
                    <a:cubicBezTo>
                      <a:pt x="618037" y="265576"/>
                      <a:pt x="578501" y="226039"/>
                      <a:pt x="578495" y="177271"/>
                    </a:cubicBezTo>
                    <a:cubicBezTo>
                      <a:pt x="578495" y="177271"/>
                      <a:pt x="578495" y="177265"/>
                      <a:pt x="578495" y="177265"/>
                    </a:cubicBezTo>
                    <a:cubicBezTo>
                      <a:pt x="578495" y="128491"/>
                      <a:pt x="618032" y="88954"/>
                      <a:pt x="666806" y="88954"/>
                    </a:cubicBezTo>
                    <a:close/>
                    <a:moveTo>
                      <a:pt x="49179" y="763095"/>
                    </a:moveTo>
                    <a:cubicBezTo>
                      <a:pt x="73567" y="763095"/>
                      <a:pt x="93335" y="782864"/>
                      <a:pt x="93335" y="807251"/>
                    </a:cubicBezTo>
                    <a:cubicBezTo>
                      <a:pt x="93335" y="831638"/>
                      <a:pt x="73567" y="851406"/>
                      <a:pt x="49179" y="851406"/>
                    </a:cubicBezTo>
                    <a:cubicBezTo>
                      <a:pt x="24798" y="851400"/>
                      <a:pt x="5030" y="831638"/>
                      <a:pt x="5030" y="807251"/>
                    </a:cubicBezTo>
                    <a:cubicBezTo>
                      <a:pt x="5030" y="782869"/>
                      <a:pt x="24792" y="763101"/>
                      <a:pt x="49179" y="763095"/>
                    </a:cubicBezTo>
                    <a:close/>
                    <a:moveTo>
                      <a:pt x="1272770" y="163520"/>
                    </a:moveTo>
                    <a:cubicBezTo>
                      <a:pt x="1297157" y="163520"/>
                      <a:pt x="1316919" y="183282"/>
                      <a:pt x="1316925" y="207669"/>
                    </a:cubicBezTo>
                    <a:cubicBezTo>
                      <a:pt x="1316925" y="232057"/>
                      <a:pt x="1297157" y="251825"/>
                      <a:pt x="1272770" y="251825"/>
                    </a:cubicBezTo>
                    <a:cubicBezTo>
                      <a:pt x="1248383" y="251819"/>
                      <a:pt x="1228620" y="232057"/>
                      <a:pt x="1228620" y="207669"/>
                    </a:cubicBezTo>
                    <a:cubicBezTo>
                      <a:pt x="1228620" y="183288"/>
                      <a:pt x="1248388" y="163520"/>
                      <a:pt x="1272770" y="163520"/>
                    </a:cubicBezTo>
                    <a:close/>
                    <a:moveTo>
                      <a:pt x="901880" y="1331651"/>
                    </a:moveTo>
                    <a:cubicBezTo>
                      <a:pt x="950649" y="1331651"/>
                      <a:pt x="990186" y="1371188"/>
                      <a:pt x="990186" y="1419957"/>
                    </a:cubicBezTo>
                    <a:cubicBezTo>
                      <a:pt x="990186" y="1468725"/>
                      <a:pt x="950649" y="1508262"/>
                      <a:pt x="901880" y="1508262"/>
                    </a:cubicBezTo>
                    <a:cubicBezTo>
                      <a:pt x="853112" y="1508268"/>
                      <a:pt x="813575" y="1468731"/>
                      <a:pt x="813569" y="1419963"/>
                    </a:cubicBezTo>
                    <a:cubicBezTo>
                      <a:pt x="813569" y="1419963"/>
                      <a:pt x="813569" y="1419957"/>
                      <a:pt x="813569" y="1419957"/>
                    </a:cubicBezTo>
                    <a:cubicBezTo>
                      <a:pt x="813552" y="1371188"/>
                      <a:pt x="853077" y="1331640"/>
                      <a:pt x="901846" y="1331622"/>
                    </a:cubicBezTo>
                    <a:cubicBezTo>
                      <a:pt x="901857" y="1331622"/>
                      <a:pt x="901869" y="1331622"/>
                      <a:pt x="901880" y="1331622"/>
                    </a:cubicBezTo>
                    <a:close/>
                    <a:moveTo>
                      <a:pt x="357195" y="905298"/>
                    </a:moveTo>
                    <a:cubicBezTo>
                      <a:pt x="333452" y="899745"/>
                      <a:pt x="318702" y="876002"/>
                      <a:pt x="324255" y="852259"/>
                    </a:cubicBezTo>
                    <a:cubicBezTo>
                      <a:pt x="324255" y="852253"/>
                      <a:pt x="324255" y="852253"/>
                      <a:pt x="324255" y="852253"/>
                    </a:cubicBezTo>
                    <a:cubicBezTo>
                      <a:pt x="329814" y="828510"/>
                      <a:pt x="353563" y="813767"/>
                      <a:pt x="377306" y="819314"/>
                    </a:cubicBezTo>
                    <a:cubicBezTo>
                      <a:pt x="401049" y="824866"/>
                      <a:pt x="415798" y="848609"/>
                      <a:pt x="410245" y="872352"/>
                    </a:cubicBezTo>
                    <a:cubicBezTo>
                      <a:pt x="410245" y="872358"/>
                      <a:pt x="410245" y="872358"/>
                      <a:pt x="410245" y="872358"/>
                    </a:cubicBezTo>
                    <a:cubicBezTo>
                      <a:pt x="410245" y="872451"/>
                      <a:pt x="410205" y="872538"/>
                      <a:pt x="410181" y="872625"/>
                    </a:cubicBezTo>
                    <a:cubicBezTo>
                      <a:pt x="404495" y="896223"/>
                      <a:pt x="380828" y="910804"/>
                      <a:pt x="357195" y="9052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78" name="Google Shape;178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4"/>
          <p:cNvSpPr txBox="1">
            <a:spLocks noGrp="1"/>
          </p:cNvSpPr>
          <p:nvPr>
            <p:ph type="subTitle" idx="1"/>
          </p:nvPr>
        </p:nvSpPr>
        <p:spPr>
          <a:xfrm>
            <a:off x="4672986" y="2574113"/>
            <a:ext cx="3266400" cy="15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4"/>
          <p:cNvSpPr txBox="1">
            <a:spLocks noGrp="1"/>
          </p:cNvSpPr>
          <p:nvPr>
            <p:ph type="subTitle" idx="2"/>
          </p:nvPr>
        </p:nvSpPr>
        <p:spPr>
          <a:xfrm>
            <a:off x="1204614" y="2574113"/>
            <a:ext cx="3266400" cy="15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14"/>
          <p:cNvSpPr txBox="1">
            <a:spLocks noGrp="1"/>
          </p:cNvSpPr>
          <p:nvPr>
            <p:ph type="subTitle" idx="3"/>
          </p:nvPr>
        </p:nvSpPr>
        <p:spPr>
          <a:xfrm>
            <a:off x="1204614" y="2125725"/>
            <a:ext cx="3266400" cy="4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82" name="Google Shape;182;p14"/>
          <p:cNvSpPr txBox="1">
            <a:spLocks noGrp="1"/>
          </p:cNvSpPr>
          <p:nvPr>
            <p:ph type="subTitle" idx="4"/>
          </p:nvPr>
        </p:nvSpPr>
        <p:spPr>
          <a:xfrm>
            <a:off x="4672984" y="2125725"/>
            <a:ext cx="3266400" cy="4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83" name="Google Shape;183;p1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oogle Shape;185;p15"/>
          <p:cNvGrpSpPr/>
          <p:nvPr/>
        </p:nvGrpSpPr>
        <p:grpSpPr>
          <a:xfrm>
            <a:off x="-1889882" y="-2665464"/>
            <a:ext cx="11164449" cy="9216288"/>
            <a:chOff x="-1889882" y="-2665464"/>
            <a:chExt cx="11164449" cy="9216288"/>
          </a:xfrm>
        </p:grpSpPr>
        <p:sp>
          <p:nvSpPr>
            <p:cNvPr id="186" name="Google Shape;186;p15"/>
            <p:cNvSpPr/>
            <p:nvPr/>
          </p:nvSpPr>
          <p:spPr>
            <a:xfrm rot="413639">
              <a:off x="6660988" y="4412558"/>
              <a:ext cx="2502879" cy="1995266"/>
            </a:xfrm>
            <a:custGeom>
              <a:avLst/>
              <a:gdLst/>
              <a:ahLst/>
              <a:cxnLst/>
              <a:rect l="l" t="t" r="r" b="b"/>
              <a:pathLst>
                <a:path w="2503560" h="1995809" extrusionOk="0">
                  <a:moveTo>
                    <a:pt x="2359679" y="330860"/>
                  </a:moveTo>
                  <a:cubicBezTo>
                    <a:pt x="2359679" y="330860"/>
                    <a:pt x="2191519" y="19683"/>
                    <a:pt x="1831164" y="1554"/>
                  </a:cubicBezTo>
                  <a:cubicBezTo>
                    <a:pt x="1470810" y="-16575"/>
                    <a:pt x="1342588" y="352392"/>
                    <a:pt x="1080032" y="494714"/>
                  </a:cubicBezTo>
                  <a:cubicBezTo>
                    <a:pt x="942572" y="569313"/>
                    <a:pt x="664597" y="444426"/>
                    <a:pt x="517968" y="487143"/>
                  </a:cubicBezTo>
                  <a:cubicBezTo>
                    <a:pt x="49188" y="623908"/>
                    <a:pt x="-118139" y="1249875"/>
                    <a:pt x="83571" y="1580431"/>
                  </a:cubicBezTo>
                  <a:cubicBezTo>
                    <a:pt x="258122" y="1867020"/>
                    <a:pt x="559227" y="1998506"/>
                    <a:pt x="1014324" y="1996700"/>
                  </a:cubicBezTo>
                  <a:cubicBezTo>
                    <a:pt x="1469421" y="1994894"/>
                    <a:pt x="1789072" y="2010592"/>
                    <a:pt x="2191380" y="1681772"/>
                  </a:cubicBezTo>
                  <a:cubicBezTo>
                    <a:pt x="2593688" y="1352952"/>
                    <a:pt x="2556665" y="741989"/>
                    <a:pt x="2359679" y="330860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15"/>
            <p:cNvSpPr/>
            <p:nvPr/>
          </p:nvSpPr>
          <p:spPr>
            <a:xfrm rot="1397564">
              <a:off x="-1382452" y="-2205071"/>
              <a:ext cx="2984344" cy="3181591"/>
            </a:xfrm>
            <a:custGeom>
              <a:avLst/>
              <a:gdLst/>
              <a:ahLst/>
              <a:cxnLst/>
              <a:rect l="l" t="t" r="r" b="b"/>
              <a:pathLst>
                <a:path w="2987585" h="3185047" extrusionOk="0">
                  <a:moveTo>
                    <a:pt x="1104335" y="26456"/>
                  </a:moveTo>
                  <a:cubicBezTo>
                    <a:pt x="868174" y="65284"/>
                    <a:pt x="642640" y="150858"/>
                    <a:pt x="450794" y="298736"/>
                  </a:cubicBezTo>
                  <a:cubicBezTo>
                    <a:pt x="171706" y="514060"/>
                    <a:pt x="16951" y="835447"/>
                    <a:pt x="767" y="1185174"/>
                  </a:cubicBezTo>
                  <a:cubicBezTo>
                    <a:pt x="-9860" y="1416057"/>
                    <a:pt x="45221" y="1641174"/>
                    <a:pt x="111902" y="1860387"/>
                  </a:cubicBezTo>
                  <a:cubicBezTo>
                    <a:pt x="197475" y="2142114"/>
                    <a:pt x="252765" y="2463640"/>
                    <a:pt x="431414" y="2704734"/>
                  </a:cubicBezTo>
                  <a:cubicBezTo>
                    <a:pt x="709946" y="3079813"/>
                    <a:pt x="1248185" y="3238041"/>
                    <a:pt x="1698351" y="3170944"/>
                  </a:cubicBezTo>
                  <a:cubicBezTo>
                    <a:pt x="1989176" y="3127532"/>
                    <a:pt x="2296464" y="2962566"/>
                    <a:pt x="2385997" y="2663891"/>
                  </a:cubicBezTo>
                  <a:cubicBezTo>
                    <a:pt x="2419129" y="2553382"/>
                    <a:pt x="2435243" y="2434676"/>
                    <a:pt x="2491853" y="2332501"/>
                  </a:cubicBezTo>
                  <a:cubicBezTo>
                    <a:pt x="2559714" y="2210114"/>
                    <a:pt x="2682726" y="2138641"/>
                    <a:pt x="2776149" y="2038967"/>
                  </a:cubicBezTo>
                  <a:cubicBezTo>
                    <a:pt x="2891590" y="1915885"/>
                    <a:pt x="2938059" y="1762519"/>
                    <a:pt x="2966815" y="1600332"/>
                  </a:cubicBezTo>
                  <a:cubicBezTo>
                    <a:pt x="3029744" y="1245257"/>
                    <a:pt x="2943823" y="869135"/>
                    <a:pt x="2736349" y="574559"/>
                  </a:cubicBezTo>
                  <a:cubicBezTo>
                    <a:pt x="2519845" y="267271"/>
                    <a:pt x="2198666" y="102236"/>
                    <a:pt x="1834005" y="37500"/>
                  </a:cubicBezTo>
                  <a:cubicBezTo>
                    <a:pt x="1793996" y="30554"/>
                    <a:pt x="1753779" y="24372"/>
                    <a:pt x="1713423" y="19302"/>
                  </a:cubicBezTo>
                  <a:cubicBezTo>
                    <a:pt x="1513242" y="-5912"/>
                    <a:pt x="1304864" y="-6745"/>
                    <a:pt x="1104335" y="26456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8" name="Google Shape;188;p15"/>
          <p:cNvGrpSpPr/>
          <p:nvPr/>
        </p:nvGrpSpPr>
        <p:grpSpPr>
          <a:xfrm>
            <a:off x="-129830" y="-482918"/>
            <a:ext cx="9450021" cy="4350376"/>
            <a:chOff x="-129830" y="-482918"/>
            <a:chExt cx="9450021" cy="4350376"/>
          </a:xfrm>
        </p:grpSpPr>
        <p:grpSp>
          <p:nvGrpSpPr>
            <p:cNvPr id="189" name="Google Shape;189;p15"/>
            <p:cNvGrpSpPr/>
            <p:nvPr/>
          </p:nvGrpSpPr>
          <p:grpSpPr>
            <a:xfrm>
              <a:off x="-129830" y="3013234"/>
              <a:ext cx="646623" cy="854224"/>
              <a:chOff x="-129830" y="3390059"/>
              <a:chExt cx="646623" cy="854224"/>
            </a:xfrm>
          </p:grpSpPr>
          <p:sp>
            <p:nvSpPr>
              <p:cNvPr id="190" name="Google Shape;190;p15"/>
              <p:cNvSpPr/>
              <p:nvPr/>
            </p:nvSpPr>
            <p:spPr>
              <a:xfrm>
                <a:off x="-129830" y="3390059"/>
                <a:ext cx="646623" cy="407481"/>
              </a:xfrm>
              <a:custGeom>
                <a:avLst/>
                <a:gdLst/>
                <a:ahLst/>
                <a:cxnLst/>
                <a:rect l="l" t="t" r="r" b="b"/>
                <a:pathLst>
                  <a:path w="646623" h="407481" extrusionOk="0">
                    <a:moveTo>
                      <a:pt x="58927" y="25217"/>
                    </a:moveTo>
                    <a:lnTo>
                      <a:pt x="11213" y="25217"/>
                    </a:lnTo>
                    <a:cubicBezTo>
                      <a:pt x="4702" y="24452"/>
                      <a:pt x="44" y="18551"/>
                      <a:pt x="817" y="12040"/>
                    </a:cubicBezTo>
                    <a:cubicBezTo>
                      <a:pt x="1459" y="6586"/>
                      <a:pt x="5758" y="2286"/>
                      <a:pt x="11213" y="1644"/>
                    </a:cubicBezTo>
                    <a:lnTo>
                      <a:pt x="58927" y="1644"/>
                    </a:lnTo>
                    <a:cubicBezTo>
                      <a:pt x="65438" y="855"/>
                      <a:pt x="71348" y="5497"/>
                      <a:pt x="72136" y="12008"/>
                    </a:cubicBezTo>
                    <a:cubicBezTo>
                      <a:pt x="72924" y="18519"/>
                      <a:pt x="68283" y="24428"/>
                      <a:pt x="61772" y="25217"/>
                    </a:cubicBezTo>
                    <a:close/>
                    <a:moveTo>
                      <a:pt x="70794" y="67891"/>
                    </a:moveTo>
                    <a:cubicBezTo>
                      <a:pt x="70844" y="61470"/>
                      <a:pt x="65674" y="56235"/>
                      <a:pt x="59252" y="56186"/>
                    </a:cubicBezTo>
                    <a:cubicBezTo>
                      <a:pt x="59196" y="56186"/>
                      <a:pt x="59146" y="56186"/>
                      <a:pt x="59090" y="56186"/>
                    </a:cubicBezTo>
                    <a:lnTo>
                      <a:pt x="11213" y="56186"/>
                    </a:lnTo>
                    <a:cubicBezTo>
                      <a:pt x="4702" y="56950"/>
                      <a:pt x="44" y="62851"/>
                      <a:pt x="817" y="69362"/>
                    </a:cubicBezTo>
                    <a:cubicBezTo>
                      <a:pt x="1459" y="74817"/>
                      <a:pt x="5758" y="79117"/>
                      <a:pt x="11213" y="79759"/>
                    </a:cubicBezTo>
                    <a:lnTo>
                      <a:pt x="58927" y="79759"/>
                    </a:lnTo>
                    <a:cubicBezTo>
                      <a:pt x="65478" y="79759"/>
                      <a:pt x="70794" y="74443"/>
                      <a:pt x="70794" y="67891"/>
                    </a:cubicBezTo>
                    <a:close/>
                    <a:moveTo>
                      <a:pt x="70794" y="122596"/>
                    </a:moveTo>
                    <a:cubicBezTo>
                      <a:pt x="70794" y="116044"/>
                      <a:pt x="65478" y="110728"/>
                      <a:pt x="58927" y="110728"/>
                    </a:cubicBezTo>
                    <a:lnTo>
                      <a:pt x="11213" y="110728"/>
                    </a:lnTo>
                    <a:cubicBezTo>
                      <a:pt x="4702" y="111492"/>
                      <a:pt x="44" y="117394"/>
                      <a:pt x="817" y="123905"/>
                    </a:cubicBezTo>
                    <a:cubicBezTo>
                      <a:pt x="1459" y="129359"/>
                      <a:pt x="5758" y="133659"/>
                      <a:pt x="11213" y="134301"/>
                    </a:cubicBezTo>
                    <a:lnTo>
                      <a:pt x="58927" y="134301"/>
                    </a:lnTo>
                    <a:cubicBezTo>
                      <a:pt x="65373" y="134350"/>
                      <a:pt x="70664" y="129204"/>
                      <a:pt x="70794" y="122759"/>
                    </a:cubicBezTo>
                    <a:lnTo>
                      <a:pt x="70794" y="122759"/>
                    </a:lnTo>
                    <a:close/>
                    <a:moveTo>
                      <a:pt x="70794" y="177138"/>
                    </a:moveTo>
                    <a:cubicBezTo>
                      <a:pt x="70794" y="170587"/>
                      <a:pt x="65478" y="165271"/>
                      <a:pt x="58927" y="165271"/>
                    </a:cubicBezTo>
                    <a:lnTo>
                      <a:pt x="11213" y="165271"/>
                    </a:lnTo>
                    <a:cubicBezTo>
                      <a:pt x="4726" y="165807"/>
                      <a:pt x="-94" y="171505"/>
                      <a:pt x="442" y="177992"/>
                    </a:cubicBezTo>
                    <a:cubicBezTo>
                      <a:pt x="922" y="183730"/>
                      <a:pt x="5474" y="188282"/>
                      <a:pt x="11213" y="188762"/>
                    </a:cubicBezTo>
                    <a:lnTo>
                      <a:pt x="58927" y="188762"/>
                    </a:lnTo>
                    <a:cubicBezTo>
                      <a:pt x="65348" y="188900"/>
                      <a:pt x="70656" y="183804"/>
                      <a:pt x="70794" y="177382"/>
                    </a:cubicBezTo>
                    <a:cubicBezTo>
                      <a:pt x="70794" y="177358"/>
                      <a:pt x="70794" y="177325"/>
                      <a:pt x="70794" y="177301"/>
                    </a:cubicBezTo>
                    <a:lnTo>
                      <a:pt x="70794" y="177301"/>
                    </a:lnTo>
                    <a:close/>
                    <a:moveTo>
                      <a:pt x="70794" y="231599"/>
                    </a:moveTo>
                    <a:cubicBezTo>
                      <a:pt x="70794" y="225088"/>
                      <a:pt x="65519" y="219813"/>
                      <a:pt x="59008" y="219813"/>
                    </a:cubicBezTo>
                    <a:cubicBezTo>
                      <a:pt x="58984" y="219813"/>
                      <a:pt x="58951" y="219813"/>
                      <a:pt x="58927" y="219813"/>
                    </a:cubicBezTo>
                    <a:lnTo>
                      <a:pt x="11213" y="219813"/>
                    </a:lnTo>
                    <a:cubicBezTo>
                      <a:pt x="4726" y="220349"/>
                      <a:pt x="-94" y="226047"/>
                      <a:pt x="442" y="232534"/>
                    </a:cubicBezTo>
                    <a:cubicBezTo>
                      <a:pt x="922" y="238273"/>
                      <a:pt x="5474" y="242825"/>
                      <a:pt x="11213" y="243304"/>
                    </a:cubicBezTo>
                    <a:lnTo>
                      <a:pt x="58927" y="243304"/>
                    </a:lnTo>
                    <a:cubicBezTo>
                      <a:pt x="65365" y="243394"/>
                      <a:pt x="70664" y="238273"/>
                      <a:pt x="70794" y="231843"/>
                    </a:cubicBezTo>
                    <a:lnTo>
                      <a:pt x="70794" y="231843"/>
                    </a:lnTo>
                    <a:close/>
                    <a:moveTo>
                      <a:pt x="70794" y="286141"/>
                    </a:moveTo>
                    <a:cubicBezTo>
                      <a:pt x="70794" y="279590"/>
                      <a:pt x="65478" y="274274"/>
                      <a:pt x="58927" y="274274"/>
                    </a:cubicBezTo>
                    <a:lnTo>
                      <a:pt x="11213" y="274274"/>
                    </a:lnTo>
                    <a:cubicBezTo>
                      <a:pt x="4702" y="275038"/>
                      <a:pt x="44" y="280939"/>
                      <a:pt x="817" y="287450"/>
                    </a:cubicBezTo>
                    <a:cubicBezTo>
                      <a:pt x="1459" y="292904"/>
                      <a:pt x="5758" y="297204"/>
                      <a:pt x="11213" y="297846"/>
                    </a:cubicBezTo>
                    <a:lnTo>
                      <a:pt x="58927" y="297846"/>
                    </a:lnTo>
                    <a:cubicBezTo>
                      <a:pt x="65389" y="297936"/>
                      <a:pt x="70705" y="292766"/>
                      <a:pt x="70794" y="286304"/>
                    </a:cubicBezTo>
                    <a:cubicBezTo>
                      <a:pt x="70794" y="286304"/>
                      <a:pt x="70794" y="286304"/>
                      <a:pt x="70794" y="286304"/>
                    </a:cubicBezTo>
                    <a:lnTo>
                      <a:pt x="70794" y="286304"/>
                    </a:lnTo>
                    <a:close/>
                    <a:moveTo>
                      <a:pt x="70794" y="340683"/>
                    </a:moveTo>
                    <a:cubicBezTo>
                      <a:pt x="70794" y="334132"/>
                      <a:pt x="65478" y="328816"/>
                      <a:pt x="58927" y="328816"/>
                    </a:cubicBezTo>
                    <a:lnTo>
                      <a:pt x="11213" y="328816"/>
                    </a:lnTo>
                    <a:cubicBezTo>
                      <a:pt x="4702" y="329580"/>
                      <a:pt x="44" y="335481"/>
                      <a:pt x="817" y="341992"/>
                    </a:cubicBezTo>
                    <a:cubicBezTo>
                      <a:pt x="1459" y="347446"/>
                      <a:pt x="5758" y="351747"/>
                      <a:pt x="11213" y="352389"/>
                    </a:cubicBezTo>
                    <a:lnTo>
                      <a:pt x="58927" y="352389"/>
                    </a:lnTo>
                    <a:cubicBezTo>
                      <a:pt x="65389" y="352478"/>
                      <a:pt x="70705" y="347308"/>
                      <a:pt x="70794" y="340846"/>
                    </a:cubicBezTo>
                    <a:cubicBezTo>
                      <a:pt x="70794" y="340846"/>
                      <a:pt x="70794" y="340846"/>
                      <a:pt x="70794" y="340846"/>
                    </a:cubicBezTo>
                    <a:lnTo>
                      <a:pt x="70794" y="340846"/>
                    </a:lnTo>
                    <a:close/>
                    <a:moveTo>
                      <a:pt x="70794" y="395226"/>
                    </a:moveTo>
                    <a:cubicBezTo>
                      <a:pt x="70794" y="388674"/>
                      <a:pt x="65478" y="383358"/>
                      <a:pt x="58927" y="383358"/>
                    </a:cubicBezTo>
                    <a:lnTo>
                      <a:pt x="11213" y="383358"/>
                    </a:lnTo>
                    <a:cubicBezTo>
                      <a:pt x="4718" y="383448"/>
                      <a:pt x="-492" y="388731"/>
                      <a:pt x="-492" y="395226"/>
                    </a:cubicBezTo>
                    <a:cubicBezTo>
                      <a:pt x="-492" y="401688"/>
                      <a:pt x="4750" y="406931"/>
                      <a:pt x="11213" y="406931"/>
                    </a:cubicBezTo>
                    <a:lnTo>
                      <a:pt x="58927" y="406931"/>
                    </a:lnTo>
                    <a:cubicBezTo>
                      <a:pt x="65373" y="406980"/>
                      <a:pt x="70664" y="401834"/>
                      <a:pt x="70794" y="395388"/>
                    </a:cubicBezTo>
                    <a:lnTo>
                      <a:pt x="70794" y="395388"/>
                    </a:lnTo>
                    <a:close/>
                    <a:moveTo>
                      <a:pt x="249621" y="13674"/>
                    </a:moveTo>
                    <a:cubicBezTo>
                      <a:pt x="249581" y="7228"/>
                      <a:pt x="244362" y="2010"/>
                      <a:pt x="237917" y="1969"/>
                    </a:cubicBezTo>
                    <a:lnTo>
                      <a:pt x="112250" y="1969"/>
                    </a:lnTo>
                    <a:cubicBezTo>
                      <a:pt x="105755" y="1254"/>
                      <a:pt x="99887" y="5887"/>
                      <a:pt x="99082" y="12374"/>
                    </a:cubicBezTo>
                    <a:cubicBezTo>
                      <a:pt x="98277" y="18836"/>
                      <a:pt x="102853" y="24721"/>
                      <a:pt x="109315" y="25534"/>
                    </a:cubicBezTo>
                    <a:cubicBezTo>
                      <a:pt x="109348" y="25534"/>
                      <a:pt x="109373" y="25542"/>
                      <a:pt x="109405" y="25542"/>
                    </a:cubicBezTo>
                    <a:lnTo>
                      <a:pt x="237429" y="25542"/>
                    </a:lnTo>
                    <a:cubicBezTo>
                      <a:pt x="243980" y="25542"/>
                      <a:pt x="249296" y="20226"/>
                      <a:pt x="249296" y="13674"/>
                    </a:cubicBezTo>
                    <a:close/>
                    <a:moveTo>
                      <a:pt x="249621" y="68216"/>
                    </a:moveTo>
                    <a:cubicBezTo>
                      <a:pt x="249581" y="61770"/>
                      <a:pt x="244362" y="56552"/>
                      <a:pt x="237917" y="56511"/>
                    </a:cubicBezTo>
                    <a:lnTo>
                      <a:pt x="112250" y="56511"/>
                    </a:lnTo>
                    <a:cubicBezTo>
                      <a:pt x="105755" y="55796"/>
                      <a:pt x="99887" y="60429"/>
                      <a:pt x="99082" y="66916"/>
                    </a:cubicBezTo>
                    <a:cubicBezTo>
                      <a:pt x="98277" y="73378"/>
                      <a:pt x="102853" y="79263"/>
                      <a:pt x="109315" y="80076"/>
                    </a:cubicBezTo>
                    <a:cubicBezTo>
                      <a:pt x="109348" y="80076"/>
                      <a:pt x="109373" y="80084"/>
                      <a:pt x="109405" y="80084"/>
                    </a:cubicBezTo>
                    <a:lnTo>
                      <a:pt x="237429" y="80084"/>
                    </a:lnTo>
                    <a:cubicBezTo>
                      <a:pt x="243980" y="80084"/>
                      <a:pt x="249296" y="74768"/>
                      <a:pt x="249296" y="68216"/>
                    </a:cubicBezTo>
                    <a:lnTo>
                      <a:pt x="249296" y="68216"/>
                    </a:lnTo>
                    <a:close/>
                    <a:moveTo>
                      <a:pt x="249621" y="122921"/>
                    </a:moveTo>
                    <a:cubicBezTo>
                      <a:pt x="249621" y="116370"/>
                      <a:pt x="244305" y="111053"/>
                      <a:pt x="237754" y="111053"/>
                    </a:cubicBezTo>
                    <a:lnTo>
                      <a:pt x="112575" y="111053"/>
                    </a:lnTo>
                    <a:cubicBezTo>
                      <a:pt x="106064" y="110265"/>
                      <a:pt x="100155" y="114906"/>
                      <a:pt x="99366" y="121417"/>
                    </a:cubicBezTo>
                    <a:cubicBezTo>
                      <a:pt x="98578" y="127928"/>
                      <a:pt x="103219" y="133838"/>
                      <a:pt x="109730" y="134626"/>
                    </a:cubicBezTo>
                    <a:cubicBezTo>
                      <a:pt x="110673" y="134707"/>
                      <a:pt x="111632" y="134707"/>
                      <a:pt x="112575" y="134626"/>
                    </a:cubicBezTo>
                    <a:lnTo>
                      <a:pt x="237754" y="134626"/>
                    </a:lnTo>
                    <a:cubicBezTo>
                      <a:pt x="244200" y="134675"/>
                      <a:pt x="249491" y="129530"/>
                      <a:pt x="249621" y="123084"/>
                    </a:cubicBezTo>
                    <a:lnTo>
                      <a:pt x="249621" y="123084"/>
                    </a:lnTo>
                    <a:close/>
                    <a:moveTo>
                      <a:pt x="249621" y="177463"/>
                    </a:moveTo>
                    <a:cubicBezTo>
                      <a:pt x="249621" y="170912"/>
                      <a:pt x="244305" y="165596"/>
                      <a:pt x="237754" y="165596"/>
                    </a:cubicBezTo>
                    <a:lnTo>
                      <a:pt x="112575" y="165596"/>
                    </a:lnTo>
                    <a:cubicBezTo>
                      <a:pt x="105999" y="164791"/>
                      <a:pt x="100009" y="169465"/>
                      <a:pt x="99204" y="176041"/>
                    </a:cubicBezTo>
                    <a:cubicBezTo>
                      <a:pt x="98399" y="182617"/>
                      <a:pt x="103073" y="188608"/>
                      <a:pt x="109649" y="189412"/>
                    </a:cubicBezTo>
                    <a:lnTo>
                      <a:pt x="237673" y="189412"/>
                    </a:lnTo>
                    <a:cubicBezTo>
                      <a:pt x="244119" y="189461"/>
                      <a:pt x="249410" y="184316"/>
                      <a:pt x="249541" y="177870"/>
                    </a:cubicBezTo>
                    <a:lnTo>
                      <a:pt x="249541" y="177870"/>
                    </a:lnTo>
                    <a:close/>
                    <a:moveTo>
                      <a:pt x="249621" y="232006"/>
                    </a:moveTo>
                    <a:cubicBezTo>
                      <a:pt x="249621" y="225454"/>
                      <a:pt x="244305" y="220138"/>
                      <a:pt x="237754" y="220138"/>
                    </a:cubicBezTo>
                    <a:lnTo>
                      <a:pt x="112575" y="220138"/>
                    </a:lnTo>
                    <a:cubicBezTo>
                      <a:pt x="106024" y="219862"/>
                      <a:pt x="100496" y="224942"/>
                      <a:pt x="100212" y="231493"/>
                    </a:cubicBezTo>
                    <a:cubicBezTo>
                      <a:pt x="99968" y="237330"/>
                      <a:pt x="103999" y="242475"/>
                      <a:pt x="109730" y="243629"/>
                    </a:cubicBezTo>
                    <a:cubicBezTo>
                      <a:pt x="110673" y="243800"/>
                      <a:pt x="111632" y="243800"/>
                      <a:pt x="112575" y="243629"/>
                    </a:cubicBezTo>
                    <a:lnTo>
                      <a:pt x="237754" y="243629"/>
                    </a:lnTo>
                    <a:cubicBezTo>
                      <a:pt x="244175" y="243767"/>
                      <a:pt x="249483" y="238671"/>
                      <a:pt x="249621" y="232249"/>
                    </a:cubicBezTo>
                    <a:cubicBezTo>
                      <a:pt x="249621" y="232225"/>
                      <a:pt x="249621" y="232193"/>
                      <a:pt x="249621" y="232168"/>
                    </a:cubicBezTo>
                    <a:lnTo>
                      <a:pt x="249621" y="232168"/>
                    </a:lnTo>
                    <a:close/>
                    <a:moveTo>
                      <a:pt x="399674" y="286467"/>
                    </a:moveTo>
                    <a:cubicBezTo>
                      <a:pt x="399625" y="279947"/>
                      <a:pt x="394325" y="274680"/>
                      <a:pt x="387806" y="274680"/>
                    </a:cubicBezTo>
                    <a:lnTo>
                      <a:pt x="262140" y="274680"/>
                    </a:lnTo>
                    <a:cubicBezTo>
                      <a:pt x="255653" y="275615"/>
                      <a:pt x="251150" y="281638"/>
                      <a:pt x="252093" y="288125"/>
                    </a:cubicBezTo>
                    <a:cubicBezTo>
                      <a:pt x="252841" y="293327"/>
                      <a:pt x="256929" y="297415"/>
                      <a:pt x="262140" y="298172"/>
                    </a:cubicBezTo>
                    <a:lnTo>
                      <a:pt x="387481" y="298172"/>
                    </a:lnTo>
                    <a:cubicBezTo>
                      <a:pt x="393911" y="298261"/>
                      <a:pt x="399219" y="293140"/>
                      <a:pt x="399349" y="286710"/>
                    </a:cubicBezTo>
                    <a:lnTo>
                      <a:pt x="399349" y="286710"/>
                    </a:lnTo>
                    <a:close/>
                    <a:moveTo>
                      <a:pt x="399674" y="341009"/>
                    </a:moveTo>
                    <a:cubicBezTo>
                      <a:pt x="399633" y="334473"/>
                      <a:pt x="394341" y="329182"/>
                      <a:pt x="387806" y="329141"/>
                    </a:cubicBezTo>
                    <a:lnTo>
                      <a:pt x="262140" y="329141"/>
                    </a:lnTo>
                    <a:cubicBezTo>
                      <a:pt x="255628" y="329905"/>
                      <a:pt x="250971" y="335807"/>
                      <a:pt x="251743" y="342317"/>
                    </a:cubicBezTo>
                    <a:cubicBezTo>
                      <a:pt x="252385" y="347772"/>
                      <a:pt x="256685" y="352072"/>
                      <a:pt x="262140" y="352714"/>
                    </a:cubicBezTo>
                    <a:lnTo>
                      <a:pt x="387481" y="352714"/>
                    </a:lnTo>
                    <a:cubicBezTo>
                      <a:pt x="393927" y="352763"/>
                      <a:pt x="399219" y="347617"/>
                      <a:pt x="399349" y="341171"/>
                    </a:cubicBezTo>
                    <a:lnTo>
                      <a:pt x="399349" y="341171"/>
                    </a:lnTo>
                    <a:close/>
                    <a:moveTo>
                      <a:pt x="399674" y="395551"/>
                    </a:moveTo>
                    <a:cubicBezTo>
                      <a:pt x="399633" y="389016"/>
                      <a:pt x="394341" y="383724"/>
                      <a:pt x="387806" y="383683"/>
                    </a:cubicBezTo>
                    <a:lnTo>
                      <a:pt x="262140" y="383683"/>
                    </a:lnTo>
                    <a:cubicBezTo>
                      <a:pt x="255645" y="383773"/>
                      <a:pt x="250435" y="389056"/>
                      <a:pt x="250435" y="395551"/>
                    </a:cubicBezTo>
                    <a:cubicBezTo>
                      <a:pt x="250435" y="402013"/>
                      <a:pt x="255678" y="407256"/>
                      <a:pt x="262140" y="407256"/>
                    </a:cubicBezTo>
                    <a:lnTo>
                      <a:pt x="387481" y="407256"/>
                    </a:lnTo>
                    <a:cubicBezTo>
                      <a:pt x="393927" y="407305"/>
                      <a:pt x="399219" y="402159"/>
                      <a:pt x="399349" y="395714"/>
                    </a:cubicBezTo>
                    <a:lnTo>
                      <a:pt x="399349" y="395714"/>
                    </a:lnTo>
                    <a:close/>
                    <a:moveTo>
                      <a:pt x="304814" y="13511"/>
                    </a:moveTo>
                    <a:cubicBezTo>
                      <a:pt x="305026" y="6334"/>
                      <a:pt x="299384" y="335"/>
                      <a:pt x="292199" y="124"/>
                    </a:cubicBezTo>
                    <a:cubicBezTo>
                      <a:pt x="285021" y="-88"/>
                      <a:pt x="279031" y="5554"/>
                      <a:pt x="278811" y="12739"/>
                    </a:cubicBezTo>
                    <a:cubicBezTo>
                      <a:pt x="278795" y="13536"/>
                      <a:pt x="278844" y="14341"/>
                      <a:pt x="278966" y="15137"/>
                    </a:cubicBezTo>
                    <a:cubicBezTo>
                      <a:pt x="279413" y="22274"/>
                      <a:pt x="285566" y="27696"/>
                      <a:pt x="292703" y="27249"/>
                    </a:cubicBezTo>
                    <a:cubicBezTo>
                      <a:pt x="299840" y="26802"/>
                      <a:pt x="305261" y="20648"/>
                      <a:pt x="304814" y="13511"/>
                    </a:cubicBezTo>
                    <a:close/>
                    <a:moveTo>
                      <a:pt x="345457" y="13511"/>
                    </a:moveTo>
                    <a:cubicBezTo>
                      <a:pt x="345457" y="5928"/>
                      <a:pt x="339303" y="-226"/>
                      <a:pt x="331720" y="-226"/>
                    </a:cubicBezTo>
                    <a:cubicBezTo>
                      <a:pt x="324136" y="-226"/>
                      <a:pt x="317982" y="5928"/>
                      <a:pt x="317982" y="13511"/>
                    </a:cubicBezTo>
                    <a:cubicBezTo>
                      <a:pt x="317982" y="21095"/>
                      <a:pt x="324136" y="27249"/>
                      <a:pt x="331720" y="27249"/>
                    </a:cubicBezTo>
                    <a:lnTo>
                      <a:pt x="331720" y="27249"/>
                    </a:lnTo>
                    <a:cubicBezTo>
                      <a:pt x="339181" y="27297"/>
                      <a:pt x="345286" y="21299"/>
                      <a:pt x="345375" y="13837"/>
                    </a:cubicBezTo>
                    <a:lnTo>
                      <a:pt x="345375" y="13837"/>
                    </a:lnTo>
                    <a:close/>
                    <a:moveTo>
                      <a:pt x="386099" y="13511"/>
                    </a:moveTo>
                    <a:cubicBezTo>
                      <a:pt x="386099" y="5928"/>
                      <a:pt x="379946" y="-226"/>
                      <a:pt x="372362" y="-226"/>
                    </a:cubicBezTo>
                    <a:cubicBezTo>
                      <a:pt x="364778" y="-226"/>
                      <a:pt x="358625" y="5928"/>
                      <a:pt x="358625" y="13511"/>
                    </a:cubicBezTo>
                    <a:cubicBezTo>
                      <a:pt x="358625" y="21095"/>
                      <a:pt x="364778" y="27249"/>
                      <a:pt x="372362" y="27249"/>
                    </a:cubicBezTo>
                    <a:lnTo>
                      <a:pt x="372362" y="27249"/>
                    </a:lnTo>
                    <a:cubicBezTo>
                      <a:pt x="379857" y="27338"/>
                      <a:pt x="386010" y="21331"/>
                      <a:pt x="386099" y="13837"/>
                    </a:cubicBezTo>
                    <a:cubicBezTo>
                      <a:pt x="386099" y="13837"/>
                      <a:pt x="386099" y="13837"/>
                      <a:pt x="386099" y="13837"/>
                    </a:cubicBezTo>
                    <a:lnTo>
                      <a:pt x="386099" y="13837"/>
                    </a:lnTo>
                    <a:close/>
                    <a:moveTo>
                      <a:pt x="426742" y="13511"/>
                    </a:moveTo>
                    <a:cubicBezTo>
                      <a:pt x="426742" y="5928"/>
                      <a:pt x="420588" y="-226"/>
                      <a:pt x="413005" y="-226"/>
                    </a:cubicBezTo>
                    <a:cubicBezTo>
                      <a:pt x="405421" y="-226"/>
                      <a:pt x="399267" y="5928"/>
                      <a:pt x="399267" y="13511"/>
                    </a:cubicBezTo>
                    <a:cubicBezTo>
                      <a:pt x="399267" y="21095"/>
                      <a:pt x="405421" y="27249"/>
                      <a:pt x="413005" y="27249"/>
                    </a:cubicBezTo>
                    <a:lnTo>
                      <a:pt x="413005" y="27249"/>
                    </a:lnTo>
                    <a:cubicBezTo>
                      <a:pt x="420458" y="27249"/>
                      <a:pt x="426498" y="21209"/>
                      <a:pt x="426498" y="13755"/>
                    </a:cubicBezTo>
                    <a:cubicBezTo>
                      <a:pt x="426498" y="13731"/>
                      <a:pt x="426498" y="13698"/>
                      <a:pt x="426498" y="13674"/>
                    </a:cubicBezTo>
                    <a:lnTo>
                      <a:pt x="426498" y="13674"/>
                    </a:lnTo>
                    <a:close/>
                    <a:moveTo>
                      <a:pt x="467384" y="13511"/>
                    </a:moveTo>
                    <a:cubicBezTo>
                      <a:pt x="467384" y="5928"/>
                      <a:pt x="461231" y="-226"/>
                      <a:pt x="453647" y="-226"/>
                    </a:cubicBezTo>
                    <a:cubicBezTo>
                      <a:pt x="446063" y="-226"/>
                      <a:pt x="439910" y="5928"/>
                      <a:pt x="439910" y="13511"/>
                    </a:cubicBezTo>
                    <a:cubicBezTo>
                      <a:pt x="439910" y="21095"/>
                      <a:pt x="446063" y="27249"/>
                      <a:pt x="453647" y="27249"/>
                    </a:cubicBezTo>
                    <a:cubicBezTo>
                      <a:pt x="453671" y="27249"/>
                      <a:pt x="453704" y="27249"/>
                      <a:pt x="453728" y="27249"/>
                    </a:cubicBezTo>
                    <a:lnTo>
                      <a:pt x="453728" y="27249"/>
                    </a:lnTo>
                    <a:cubicBezTo>
                      <a:pt x="461182" y="27338"/>
                      <a:pt x="467295" y="21372"/>
                      <a:pt x="467384" y="13918"/>
                    </a:cubicBezTo>
                    <a:cubicBezTo>
                      <a:pt x="467384" y="13894"/>
                      <a:pt x="467384" y="13861"/>
                      <a:pt x="467384" y="13837"/>
                    </a:cubicBezTo>
                    <a:lnTo>
                      <a:pt x="467384" y="13837"/>
                    </a:lnTo>
                    <a:close/>
                    <a:moveTo>
                      <a:pt x="508027" y="13511"/>
                    </a:moveTo>
                    <a:cubicBezTo>
                      <a:pt x="508027" y="5928"/>
                      <a:pt x="501873" y="-226"/>
                      <a:pt x="494290" y="-226"/>
                    </a:cubicBezTo>
                    <a:cubicBezTo>
                      <a:pt x="486706" y="-226"/>
                      <a:pt x="480552" y="5928"/>
                      <a:pt x="480552" y="13511"/>
                    </a:cubicBezTo>
                    <a:cubicBezTo>
                      <a:pt x="480552" y="21095"/>
                      <a:pt x="486706" y="27249"/>
                      <a:pt x="494290" y="27249"/>
                    </a:cubicBezTo>
                    <a:cubicBezTo>
                      <a:pt x="494314" y="27249"/>
                      <a:pt x="494347" y="27249"/>
                      <a:pt x="494371" y="27249"/>
                    </a:cubicBezTo>
                    <a:lnTo>
                      <a:pt x="494371" y="27249"/>
                    </a:lnTo>
                    <a:cubicBezTo>
                      <a:pt x="501825" y="27249"/>
                      <a:pt x="507864" y="21209"/>
                      <a:pt x="507864" y="13755"/>
                    </a:cubicBezTo>
                    <a:cubicBezTo>
                      <a:pt x="507864" y="13731"/>
                      <a:pt x="507864" y="13698"/>
                      <a:pt x="507864" y="13674"/>
                    </a:cubicBezTo>
                    <a:lnTo>
                      <a:pt x="507864" y="13674"/>
                    </a:lnTo>
                    <a:close/>
                    <a:moveTo>
                      <a:pt x="304733" y="122921"/>
                    </a:moveTo>
                    <a:cubicBezTo>
                      <a:pt x="304733" y="115337"/>
                      <a:pt x="298579" y="109184"/>
                      <a:pt x="290996" y="109184"/>
                    </a:cubicBezTo>
                    <a:cubicBezTo>
                      <a:pt x="283412" y="109184"/>
                      <a:pt x="277259" y="115337"/>
                      <a:pt x="277259" y="122921"/>
                    </a:cubicBezTo>
                    <a:cubicBezTo>
                      <a:pt x="277259" y="130505"/>
                      <a:pt x="283412" y="136658"/>
                      <a:pt x="290996" y="136658"/>
                    </a:cubicBezTo>
                    <a:cubicBezTo>
                      <a:pt x="298579" y="136658"/>
                      <a:pt x="304733" y="130505"/>
                      <a:pt x="304733" y="122921"/>
                    </a:cubicBezTo>
                    <a:close/>
                    <a:moveTo>
                      <a:pt x="345375" y="122921"/>
                    </a:moveTo>
                    <a:cubicBezTo>
                      <a:pt x="345465" y="115337"/>
                      <a:pt x="339385" y="109111"/>
                      <a:pt x="331801" y="109021"/>
                    </a:cubicBezTo>
                    <a:cubicBezTo>
                      <a:pt x="324217" y="108932"/>
                      <a:pt x="317990" y="115012"/>
                      <a:pt x="317901" y="122596"/>
                    </a:cubicBezTo>
                    <a:cubicBezTo>
                      <a:pt x="317812" y="130180"/>
                      <a:pt x="323892" y="136406"/>
                      <a:pt x="331475" y="136496"/>
                    </a:cubicBezTo>
                    <a:lnTo>
                      <a:pt x="331475" y="136496"/>
                    </a:lnTo>
                    <a:cubicBezTo>
                      <a:pt x="338970" y="136496"/>
                      <a:pt x="345050" y="130416"/>
                      <a:pt x="345050" y="122921"/>
                    </a:cubicBezTo>
                    <a:lnTo>
                      <a:pt x="345050" y="122921"/>
                    </a:lnTo>
                    <a:close/>
                    <a:moveTo>
                      <a:pt x="386018" y="122921"/>
                    </a:moveTo>
                    <a:cubicBezTo>
                      <a:pt x="386107" y="115337"/>
                      <a:pt x="380027" y="109111"/>
                      <a:pt x="372443" y="109021"/>
                    </a:cubicBezTo>
                    <a:cubicBezTo>
                      <a:pt x="364859" y="108932"/>
                      <a:pt x="358633" y="115012"/>
                      <a:pt x="358544" y="122596"/>
                    </a:cubicBezTo>
                    <a:cubicBezTo>
                      <a:pt x="358454" y="130180"/>
                      <a:pt x="364534" y="136406"/>
                      <a:pt x="372118" y="136496"/>
                    </a:cubicBezTo>
                    <a:lnTo>
                      <a:pt x="372118" y="136496"/>
                    </a:lnTo>
                    <a:cubicBezTo>
                      <a:pt x="379702" y="136585"/>
                      <a:pt x="385929" y="130505"/>
                      <a:pt x="386018" y="122921"/>
                    </a:cubicBezTo>
                    <a:cubicBezTo>
                      <a:pt x="386018" y="122864"/>
                      <a:pt x="386018" y="122815"/>
                      <a:pt x="386018" y="122759"/>
                    </a:cubicBezTo>
                    <a:lnTo>
                      <a:pt x="386018" y="122759"/>
                    </a:lnTo>
                    <a:close/>
                    <a:moveTo>
                      <a:pt x="426660" y="122921"/>
                    </a:moveTo>
                    <a:cubicBezTo>
                      <a:pt x="426750" y="115337"/>
                      <a:pt x="420670" y="109111"/>
                      <a:pt x="413086" y="109021"/>
                    </a:cubicBezTo>
                    <a:cubicBezTo>
                      <a:pt x="405502" y="108932"/>
                      <a:pt x="399275" y="115012"/>
                      <a:pt x="399186" y="122596"/>
                    </a:cubicBezTo>
                    <a:cubicBezTo>
                      <a:pt x="399097" y="130180"/>
                      <a:pt x="405177" y="136406"/>
                      <a:pt x="412760" y="136496"/>
                    </a:cubicBezTo>
                    <a:lnTo>
                      <a:pt x="412760" y="136496"/>
                    </a:lnTo>
                    <a:cubicBezTo>
                      <a:pt x="420214" y="136496"/>
                      <a:pt x="426254" y="130456"/>
                      <a:pt x="426254" y="123002"/>
                    </a:cubicBezTo>
                    <a:cubicBezTo>
                      <a:pt x="426254" y="122978"/>
                      <a:pt x="426254" y="122945"/>
                      <a:pt x="426254" y="122921"/>
                    </a:cubicBezTo>
                    <a:lnTo>
                      <a:pt x="426254" y="122921"/>
                    </a:lnTo>
                    <a:close/>
                    <a:moveTo>
                      <a:pt x="467303" y="122921"/>
                    </a:moveTo>
                    <a:cubicBezTo>
                      <a:pt x="467392" y="115337"/>
                      <a:pt x="461312" y="109111"/>
                      <a:pt x="453728" y="109021"/>
                    </a:cubicBezTo>
                    <a:cubicBezTo>
                      <a:pt x="446144" y="108932"/>
                      <a:pt x="439918" y="115012"/>
                      <a:pt x="439829" y="122596"/>
                    </a:cubicBezTo>
                    <a:cubicBezTo>
                      <a:pt x="439739" y="130180"/>
                      <a:pt x="445819" y="136406"/>
                      <a:pt x="453403" y="136496"/>
                    </a:cubicBezTo>
                    <a:cubicBezTo>
                      <a:pt x="453428" y="136496"/>
                      <a:pt x="453460" y="136496"/>
                      <a:pt x="453484" y="136496"/>
                    </a:cubicBezTo>
                    <a:lnTo>
                      <a:pt x="453484" y="136496"/>
                    </a:lnTo>
                    <a:cubicBezTo>
                      <a:pt x="461036" y="136455"/>
                      <a:pt x="467140" y="130310"/>
                      <a:pt x="467140" y="122759"/>
                    </a:cubicBezTo>
                    <a:lnTo>
                      <a:pt x="467140" y="122759"/>
                    </a:lnTo>
                    <a:close/>
                    <a:moveTo>
                      <a:pt x="507945" y="122921"/>
                    </a:moveTo>
                    <a:cubicBezTo>
                      <a:pt x="508035" y="115337"/>
                      <a:pt x="501955" y="109111"/>
                      <a:pt x="494371" y="109021"/>
                    </a:cubicBezTo>
                    <a:cubicBezTo>
                      <a:pt x="486787" y="108932"/>
                      <a:pt x="480560" y="115012"/>
                      <a:pt x="480471" y="122596"/>
                    </a:cubicBezTo>
                    <a:cubicBezTo>
                      <a:pt x="480382" y="130180"/>
                      <a:pt x="486462" y="136406"/>
                      <a:pt x="494045" y="136496"/>
                    </a:cubicBezTo>
                    <a:cubicBezTo>
                      <a:pt x="494070" y="136496"/>
                      <a:pt x="494103" y="136496"/>
                      <a:pt x="494127" y="136496"/>
                    </a:cubicBezTo>
                    <a:lnTo>
                      <a:pt x="494127" y="136496"/>
                    </a:lnTo>
                    <a:cubicBezTo>
                      <a:pt x="501621" y="136496"/>
                      <a:pt x="507701" y="130416"/>
                      <a:pt x="507701" y="122921"/>
                    </a:cubicBezTo>
                    <a:lnTo>
                      <a:pt x="507701" y="122921"/>
                    </a:lnTo>
                    <a:close/>
                    <a:moveTo>
                      <a:pt x="442917" y="279720"/>
                    </a:moveTo>
                    <a:cubicBezTo>
                      <a:pt x="443007" y="272136"/>
                      <a:pt x="436927" y="265910"/>
                      <a:pt x="429343" y="265820"/>
                    </a:cubicBezTo>
                    <a:cubicBezTo>
                      <a:pt x="421759" y="265731"/>
                      <a:pt x="415532" y="271811"/>
                      <a:pt x="415443" y="279395"/>
                    </a:cubicBezTo>
                    <a:cubicBezTo>
                      <a:pt x="415354" y="286979"/>
                      <a:pt x="421434" y="293205"/>
                      <a:pt x="429017" y="293294"/>
                    </a:cubicBezTo>
                    <a:lnTo>
                      <a:pt x="429017" y="293294"/>
                    </a:lnTo>
                    <a:cubicBezTo>
                      <a:pt x="436602" y="293294"/>
                      <a:pt x="442755" y="287141"/>
                      <a:pt x="442755" y="279557"/>
                    </a:cubicBezTo>
                    <a:lnTo>
                      <a:pt x="442755" y="279557"/>
                    </a:lnTo>
                    <a:close/>
                    <a:moveTo>
                      <a:pt x="483560" y="279720"/>
                    </a:moveTo>
                    <a:cubicBezTo>
                      <a:pt x="483649" y="272136"/>
                      <a:pt x="477569" y="265910"/>
                      <a:pt x="469985" y="265820"/>
                    </a:cubicBezTo>
                    <a:cubicBezTo>
                      <a:pt x="462401" y="265731"/>
                      <a:pt x="456175" y="271811"/>
                      <a:pt x="456086" y="279395"/>
                    </a:cubicBezTo>
                    <a:cubicBezTo>
                      <a:pt x="455996" y="286979"/>
                      <a:pt x="462076" y="293205"/>
                      <a:pt x="469660" y="293294"/>
                    </a:cubicBezTo>
                    <a:lnTo>
                      <a:pt x="469660" y="293294"/>
                    </a:lnTo>
                    <a:cubicBezTo>
                      <a:pt x="477154" y="293294"/>
                      <a:pt x="483235" y="287214"/>
                      <a:pt x="483235" y="279720"/>
                    </a:cubicBezTo>
                    <a:lnTo>
                      <a:pt x="483235" y="279720"/>
                    </a:lnTo>
                    <a:close/>
                    <a:moveTo>
                      <a:pt x="524202" y="279720"/>
                    </a:moveTo>
                    <a:cubicBezTo>
                      <a:pt x="524292" y="272136"/>
                      <a:pt x="518212" y="265910"/>
                      <a:pt x="510628" y="265820"/>
                    </a:cubicBezTo>
                    <a:cubicBezTo>
                      <a:pt x="503044" y="265731"/>
                      <a:pt x="496817" y="271811"/>
                      <a:pt x="496728" y="279395"/>
                    </a:cubicBezTo>
                    <a:cubicBezTo>
                      <a:pt x="496639" y="286979"/>
                      <a:pt x="502719" y="293205"/>
                      <a:pt x="510302" y="293294"/>
                    </a:cubicBezTo>
                    <a:lnTo>
                      <a:pt x="510302" y="293294"/>
                    </a:lnTo>
                    <a:cubicBezTo>
                      <a:pt x="517797" y="293294"/>
                      <a:pt x="523877" y="287214"/>
                      <a:pt x="523877" y="279720"/>
                    </a:cubicBezTo>
                    <a:lnTo>
                      <a:pt x="523877" y="279720"/>
                    </a:lnTo>
                    <a:close/>
                    <a:moveTo>
                      <a:pt x="564845" y="279720"/>
                    </a:moveTo>
                    <a:cubicBezTo>
                      <a:pt x="564934" y="272136"/>
                      <a:pt x="558854" y="265910"/>
                      <a:pt x="551270" y="265820"/>
                    </a:cubicBezTo>
                    <a:cubicBezTo>
                      <a:pt x="543686" y="265731"/>
                      <a:pt x="537460" y="271811"/>
                      <a:pt x="537371" y="279395"/>
                    </a:cubicBezTo>
                    <a:cubicBezTo>
                      <a:pt x="537281" y="286979"/>
                      <a:pt x="543361" y="293205"/>
                      <a:pt x="550945" y="293294"/>
                    </a:cubicBezTo>
                    <a:lnTo>
                      <a:pt x="550945" y="293294"/>
                    </a:lnTo>
                    <a:cubicBezTo>
                      <a:pt x="558529" y="293294"/>
                      <a:pt x="564682" y="287141"/>
                      <a:pt x="564682" y="279557"/>
                    </a:cubicBezTo>
                    <a:lnTo>
                      <a:pt x="564682" y="279557"/>
                    </a:lnTo>
                    <a:close/>
                    <a:moveTo>
                      <a:pt x="605487" y="279720"/>
                    </a:moveTo>
                    <a:cubicBezTo>
                      <a:pt x="605577" y="272136"/>
                      <a:pt x="599497" y="265910"/>
                      <a:pt x="591913" y="265820"/>
                    </a:cubicBezTo>
                    <a:cubicBezTo>
                      <a:pt x="584329" y="265731"/>
                      <a:pt x="578102" y="271811"/>
                      <a:pt x="578013" y="279395"/>
                    </a:cubicBezTo>
                    <a:cubicBezTo>
                      <a:pt x="577924" y="286979"/>
                      <a:pt x="584004" y="293205"/>
                      <a:pt x="591587" y="293294"/>
                    </a:cubicBezTo>
                    <a:lnTo>
                      <a:pt x="591587" y="293294"/>
                    </a:lnTo>
                    <a:cubicBezTo>
                      <a:pt x="599082" y="293294"/>
                      <a:pt x="605162" y="287214"/>
                      <a:pt x="605162" y="279720"/>
                    </a:cubicBezTo>
                    <a:lnTo>
                      <a:pt x="605162" y="279720"/>
                    </a:lnTo>
                    <a:close/>
                    <a:moveTo>
                      <a:pt x="646130" y="279720"/>
                    </a:moveTo>
                    <a:cubicBezTo>
                      <a:pt x="646219" y="272136"/>
                      <a:pt x="640139" y="265910"/>
                      <a:pt x="632555" y="265820"/>
                    </a:cubicBezTo>
                    <a:cubicBezTo>
                      <a:pt x="624971" y="265731"/>
                      <a:pt x="618745" y="271811"/>
                      <a:pt x="618656" y="279395"/>
                    </a:cubicBezTo>
                    <a:cubicBezTo>
                      <a:pt x="618566" y="286979"/>
                      <a:pt x="624646" y="293205"/>
                      <a:pt x="632230" y="293294"/>
                    </a:cubicBezTo>
                    <a:cubicBezTo>
                      <a:pt x="632255" y="293294"/>
                      <a:pt x="632287" y="293294"/>
                      <a:pt x="632311" y="293294"/>
                    </a:cubicBezTo>
                    <a:lnTo>
                      <a:pt x="632311" y="293294"/>
                    </a:lnTo>
                    <a:cubicBezTo>
                      <a:pt x="639863" y="293254"/>
                      <a:pt x="645967" y="287109"/>
                      <a:pt x="645967" y="279557"/>
                    </a:cubicBezTo>
                    <a:lnTo>
                      <a:pt x="645967" y="279557"/>
                    </a:lnTo>
                    <a:close/>
                    <a:moveTo>
                      <a:pt x="441617" y="392137"/>
                    </a:moveTo>
                    <a:cubicBezTo>
                      <a:pt x="441706" y="384553"/>
                      <a:pt x="435626" y="378327"/>
                      <a:pt x="428042" y="378237"/>
                    </a:cubicBezTo>
                    <a:cubicBezTo>
                      <a:pt x="420458" y="378148"/>
                      <a:pt x="414232" y="384228"/>
                      <a:pt x="414143" y="391812"/>
                    </a:cubicBezTo>
                    <a:cubicBezTo>
                      <a:pt x="414053" y="399396"/>
                      <a:pt x="420133" y="405622"/>
                      <a:pt x="427717" y="405711"/>
                    </a:cubicBezTo>
                    <a:lnTo>
                      <a:pt x="427717" y="405711"/>
                    </a:lnTo>
                    <a:cubicBezTo>
                      <a:pt x="435301" y="405711"/>
                      <a:pt x="441454" y="399558"/>
                      <a:pt x="441454" y="391975"/>
                    </a:cubicBezTo>
                    <a:lnTo>
                      <a:pt x="441454" y="391975"/>
                    </a:lnTo>
                    <a:close/>
                    <a:moveTo>
                      <a:pt x="482260" y="392137"/>
                    </a:moveTo>
                    <a:cubicBezTo>
                      <a:pt x="482349" y="384553"/>
                      <a:pt x="476269" y="378327"/>
                      <a:pt x="468685" y="378237"/>
                    </a:cubicBezTo>
                    <a:cubicBezTo>
                      <a:pt x="461101" y="378148"/>
                      <a:pt x="454874" y="384228"/>
                      <a:pt x="454785" y="391812"/>
                    </a:cubicBezTo>
                    <a:cubicBezTo>
                      <a:pt x="454695" y="399396"/>
                      <a:pt x="460776" y="405622"/>
                      <a:pt x="468360" y="405711"/>
                    </a:cubicBezTo>
                    <a:lnTo>
                      <a:pt x="468360" y="405711"/>
                    </a:lnTo>
                    <a:cubicBezTo>
                      <a:pt x="475854" y="405711"/>
                      <a:pt x="481934" y="399631"/>
                      <a:pt x="481934" y="392137"/>
                    </a:cubicBezTo>
                    <a:lnTo>
                      <a:pt x="481934" y="392137"/>
                    </a:lnTo>
                    <a:close/>
                    <a:moveTo>
                      <a:pt x="522902" y="392137"/>
                    </a:moveTo>
                    <a:cubicBezTo>
                      <a:pt x="522991" y="384553"/>
                      <a:pt x="516911" y="378327"/>
                      <a:pt x="509327" y="378237"/>
                    </a:cubicBezTo>
                    <a:cubicBezTo>
                      <a:pt x="501743" y="378148"/>
                      <a:pt x="495517" y="384228"/>
                      <a:pt x="495428" y="391812"/>
                    </a:cubicBezTo>
                    <a:cubicBezTo>
                      <a:pt x="495338" y="399396"/>
                      <a:pt x="501418" y="405622"/>
                      <a:pt x="509002" y="405711"/>
                    </a:cubicBezTo>
                    <a:lnTo>
                      <a:pt x="509002" y="405711"/>
                    </a:lnTo>
                    <a:cubicBezTo>
                      <a:pt x="516497" y="405711"/>
                      <a:pt x="522577" y="399631"/>
                      <a:pt x="522577" y="392137"/>
                    </a:cubicBezTo>
                    <a:lnTo>
                      <a:pt x="522577" y="392137"/>
                    </a:lnTo>
                    <a:close/>
                    <a:moveTo>
                      <a:pt x="563545" y="392137"/>
                    </a:moveTo>
                    <a:cubicBezTo>
                      <a:pt x="563634" y="384553"/>
                      <a:pt x="557554" y="378327"/>
                      <a:pt x="549970" y="378237"/>
                    </a:cubicBezTo>
                    <a:cubicBezTo>
                      <a:pt x="542386" y="378148"/>
                      <a:pt x="536159" y="384228"/>
                      <a:pt x="536070" y="391812"/>
                    </a:cubicBezTo>
                    <a:cubicBezTo>
                      <a:pt x="535980" y="399396"/>
                      <a:pt x="542061" y="405622"/>
                      <a:pt x="549645" y="405711"/>
                    </a:cubicBezTo>
                    <a:lnTo>
                      <a:pt x="549645" y="405711"/>
                    </a:lnTo>
                    <a:cubicBezTo>
                      <a:pt x="557188" y="405760"/>
                      <a:pt x="563333" y="399680"/>
                      <a:pt x="563382" y="392137"/>
                    </a:cubicBezTo>
                    <a:cubicBezTo>
                      <a:pt x="563382" y="392080"/>
                      <a:pt x="563382" y="392031"/>
                      <a:pt x="563382" y="391975"/>
                    </a:cubicBezTo>
                    <a:lnTo>
                      <a:pt x="563382" y="391975"/>
                    </a:lnTo>
                    <a:close/>
                    <a:moveTo>
                      <a:pt x="604187" y="392137"/>
                    </a:moveTo>
                    <a:cubicBezTo>
                      <a:pt x="604276" y="384553"/>
                      <a:pt x="598196" y="378327"/>
                      <a:pt x="590612" y="378237"/>
                    </a:cubicBezTo>
                    <a:cubicBezTo>
                      <a:pt x="583028" y="378148"/>
                      <a:pt x="576802" y="384228"/>
                      <a:pt x="576713" y="391812"/>
                    </a:cubicBezTo>
                    <a:cubicBezTo>
                      <a:pt x="576623" y="399396"/>
                      <a:pt x="582703" y="405622"/>
                      <a:pt x="590287" y="405711"/>
                    </a:cubicBezTo>
                    <a:lnTo>
                      <a:pt x="590287" y="405711"/>
                    </a:lnTo>
                    <a:cubicBezTo>
                      <a:pt x="597741" y="405711"/>
                      <a:pt x="603780" y="399672"/>
                      <a:pt x="603780" y="392218"/>
                    </a:cubicBezTo>
                    <a:cubicBezTo>
                      <a:pt x="603780" y="392194"/>
                      <a:pt x="603780" y="392161"/>
                      <a:pt x="603780" y="392137"/>
                    </a:cubicBezTo>
                    <a:lnTo>
                      <a:pt x="603780" y="392137"/>
                    </a:lnTo>
                    <a:close/>
                    <a:moveTo>
                      <a:pt x="644830" y="392137"/>
                    </a:moveTo>
                    <a:cubicBezTo>
                      <a:pt x="644244" y="384569"/>
                      <a:pt x="637644" y="378912"/>
                      <a:pt x="630076" y="379497"/>
                    </a:cubicBezTo>
                    <a:cubicBezTo>
                      <a:pt x="623321" y="380017"/>
                      <a:pt x="617956" y="385382"/>
                      <a:pt x="617436" y="392137"/>
                    </a:cubicBezTo>
                    <a:cubicBezTo>
                      <a:pt x="617347" y="399721"/>
                      <a:pt x="623419" y="405947"/>
                      <a:pt x="631011" y="406037"/>
                    </a:cubicBezTo>
                    <a:cubicBezTo>
                      <a:pt x="631011" y="406037"/>
                      <a:pt x="631011" y="406037"/>
                      <a:pt x="631011" y="406037"/>
                    </a:cubicBezTo>
                    <a:lnTo>
                      <a:pt x="631011" y="406037"/>
                    </a:lnTo>
                    <a:cubicBezTo>
                      <a:pt x="638554" y="406037"/>
                      <a:pt x="644667" y="399924"/>
                      <a:pt x="644667" y="392381"/>
                    </a:cubicBezTo>
                    <a:cubicBezTo>
                      <a:pt x="644667" y="392357"/>
                      <a:pt x="644667" y="392324"/>
                      <a:pt x="644667" y="392300"/>
                    </a:cubicBezTo>
                    <a:lnTo>
                      <a:pt x="644667" y="39230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1" name="Google Shape;191;p15"/>
              <p:cNvSpPr/>
              <p:nvPr/>
            </p:nvSpPr>
            <p:spPr>
              <a:xfrm>
                <a:off x="-129830" y="3836475"/>
                <a:ext cx="646622" cy="407808"/>
              </a:xfrm>
              <a:custGeom>
                <a:avLst/>
                <a:gdLst/>
                <a:ahLst/>
                <a:cxnLst/>
                <a:rect l="l" t="t" r="r" b="b"/>
                <a:pathLst>
                  <a:path w="646622" h="407808" extrusionOk="0">
                    <a:moveTo>
                      <a:pt x="58927" y="25705"/>
                    </a:moveTo>
                    <a:lnTo>
                      <a:pt x="11213" y="25705"/>
                    </a:lnTo>
                    <a:cubicBezTo>
                      <a:pt x="4750" y="25705"/>
                      <a:pt x="-492" y="20462"/>
                      <a:pt x="-492" y="14000"/>
                    </a:cubicBezTo>
                    <a:lnTo>
                      <a:pt x="-492" y="14000"/>
                    </a:lnTo>
                    <a:cubicBezTo>
                      <a:pt x="-492" y="7505"/>
                      <a:pt x="4718" y="2222"/>
                      <a:pt x="11213" y="2133"/>
                    </a:cubicBezTo>
                    <a:lnTo>
                      <a:pt x="58927" y="2133"/>
                    </a:lnTo>
                    <a:cubicBezTo>
                      <a:pt x="65478" y="2133"/>
                      <a:pt x="70794" y="7449"/>
                      <a:pt x="70794" y="14000"/>
                    </a:cubicBezTo>
                    <a:lnTo>
                      <a:pt x="70794" y="14000"/>
                    </a:lnTo>
                    <a:cubicBezTo>
                      <a:pt x="70794" y="20462"/>
                      <a:pt x="65552" y="25705"/>
                      <a:pt x="59090" y="25705"/>
                    </a:cubicBezTo>
                    <a:close/>
                    <a:moveTo>
                      <a:pt x="70794" y="68542"/>
                    </a:moveTo>
                    <a:cubicBezTo>
                      <a:pt x="70794" y="62080"/>
                      <a:pt x="65552" y="56837"/>
                      <a:pt x="59090" y="56837"/>
                    </a:cubicBezTo>
                    <a:lnTo>
                      <a:pt x="11213" y="56837"/>
                    </a:lnTo>
                    <a:cubicBezTo>
                      <a:pt x="4791" y="56789"/>
                      <a:pt x="-444" y="61958"/>
                      <a:pt x="-492" y="68380"/>
                    </a:cubicBezTo>
                    <a:cubicBezTo>
                      <a:pt x="-492" y="68437"/>
                      <a:pt x="-492" y="68486"/>
                      <a:pt x="-492" y="68542"/>
                    </a:cubicBezTo>
                    <a:lnTo>
                      <a:pt x="-492" y="68542"/>
                    </a:lnTo>
                    <a:cubicBezTo>
                      <a:pt x="-492" y="75037"/>
                      <a:pt x="4718" y="80321"/>
                      <a:pt x="11213" y="80410"/>
                    </a:cubicBezTo>
                    <a:lnTo>
                      <a:pt x="58927" y="80410"/>
                    </a:lnTo>
                    <a:cubicBezTo>
                      <a:pt x="65478" y="80410"/>
                      <a:pt x="70794" y="75094"/>
                      <a:pt x="70794" y="68542"/>
                    </a:cubicBezTo>
                    <a:close/>
                    <a:moveTo>
                      <a:pt x="70794" y="123085"/>
                    </a:moveTo>
                    <a:cubicBezTo>
                      <a:pt x="70844" y="116663"/>
                      <a:pt x="65674" y="111428"/>
                      <a:pt x="59252" y="111380"/>
                    </a:cubicBezTo>
                    <a:cubicBezTo>
                      <a:pt x="59196" y="111380"/>
                      <a:pt x="59146" y="111380"/>
                      <a:pt x="59090" y="111380"/>
                    </a:cubicBezTo>
                    <a:lnTo>
                      <a:pt x="11213" y="111380"/>
                    </a:lnTo>
                    <a:cubicBezTo>
                      <a:pt x="4702" y="112144"/>
                      <a:pt x="44" y="118045"/>
                      <a:pt x="817" y="124556"/>
                    </a:cubicBezTo>
                    <a:cubicBezTo>
                      <a:pt x="1459" y="130010"/>
                      <a:pt x="5758" y="134310"/>
                      <a:pt x="11213" y="134952"/>
                    </a:cubicBezTo>
                    <a:lnTo>
                      <a:pt x="58927" y="134952"/>
                    </a:lnTo>
                    <a:cubicBezTo>
                      <a:pt x="65478" y="134952"/>
                      <a:pt x="70794" y="129636"/>
                      <a:pt x="70794" y="123085"/>
                    </a:cubicBezTo>
                    <a:close/>
                    <a:moveTo>
                      <a:pt x="70794" y="177627"/>
                    </a:moveTo>
                    <a:cubicBezTo>
                      <a:pt x="70844" y="171205"/>
                      <a:pt x="65674" y="165971"/>
                      <a:pt x="59252" y="165922"/>
                    </a:cubicBezTo>
                    <a:cubicBezTo>
                      <a:pt x="59196" y="165922"/>
                      <a:pt x="59146" y="165922"/>
                      <a:pt x="59090" y="165922"/>
                    </a:cubicBezTo>
                    <a:lnTo>
                      <a:pt x="11213" y="165922"/>
                    </a:lnTo>
                    <a:cubicBezTo>
                      <a:pt x="4726" y="166458"/>
                      <a:pt x="-94" y="172156"/>
                      <a:pt x="442" y="178643"/>
                    </a:cubicBezTo>
                    <a:cubicBezTo>
                      <a:pt x="922" y="184382"/>
                      <a:pt x="5474" y="188934"/>
                      <a:pt x="11213" y="189413"/>
                    </a:cubicBezTo>
                    <a:lnTo>
                      <a:pt x="58927" y="189413"/>
                    </a:lnTo>
                    <a:cubicBezTo>
                      <a:pt x="65438" y="189462"/>
                      <a:pt x="70746" y="184219"/>
                      <a:pt x="70794" y="177708"/>
                    </a:cubicBezTo>
                    <a:cubicBezTo>
                      <a:pt x="70794" y="177684"/>
                      <a:pt x="70794" y="177651"/>
                      <a:pt x="70794" y="177627"/>
                    </a:cubicBezTo>
                    <a:lnTo>
                      <a:pt x="70794" y="177627"/>
                    </a:lnTo>
                    <a:close/>
                    <a:moveTo>
                      <a:pt x="70794" y="232088"/>
                    </a:moveTo>
                    <a:cubicBezTo>
                      <a:pt x="70794" y="225666"/>
                      <a:pt x="65593" y="220464"/>
                      <a:pt x="59171" y="220464"/>
                    </a:cubicBezTo>
                    <a:cubicBezTo>
                      <a:pt x="59146" y="220464"/>
                      <a:pt x="59114" y="220464"/>
                      <a:pt x="59090" y="220464"/>
                    </a:cubicBezTo>
                    <a:lnTo>
                      <a:pt x="11213" y="220464"/>
                    </a:lnTo>
                    <a:cubicBezTo>
                      <a:pt x="4726" y="221001"/>
                      <a:pt x="-94" y="226699"/>
                      <a:pt x="442" y="233185"/>
                    </a:cubicBezTo>
                    <a:cubicBezTo>
                      <a:pt x="922" y="238924"/>
                      <a:pt x="5474" y="243476"/>
                      <a:pt x="11213" y="243955"/>
                    </a:cubicBezTo>
                    <a:lnTo>
                      <a:pt x="58927" y="243955"/>
                    </a:lnTo>
                    <a:cubicBezTo>
                      <a:pt x="65478" y="243955"/>
                      <a:pt x="70794" y="238640"/>
                      <a:pt x="70794" y="232088"/>
                    </a:cubicBezTo>
                    <a:close/>
                    <a:moveTo>
                      <a:pt x="70794" y="286630"/>
                    </a:moveTo>
                    <a:cubicBezTo>
                      <a:pt x="70794" y="280168"/>
                      <a:pt x="65552" y="274925"/>
                      <a:pt x="59090" y="274925"/>
                    </a:cubicBezTo>
                    <a:lnTo>
                      <a:pt x="11213" y="274925"/>
                    </a:lnTo>
                    <a:cubicBezTo>
                      <a:pt x="4702" y="275689"/>
                      <a:pt x="44" y="281590"/>
                      <a:pt x="817" y="288101"/>
                    </a:cubicBezTo>
                    <a:cubicBezTo>
                      <a:pt x="1459" y="293556"/>
                      <a:pt x="5758" y="297855"/>
                      <a:pt x="11213" y="298498"/>
                    </a:cubicBezTo>
                    <a:lnTo>
                      <a:pt x="58927" y="298498"/>
                    </a:lnTo>
                    <a:cubicBezTo>
                      <a:pt x="65478" y="298498"/>
                      <a:pt x="70794" y="293182"/>
                      <a:pt x="70794" y="286630"/>
                    </a:cubicBezTo>
                    <a:close/>
                    <a:moveTo>
                      <a:pt x="70794" y="341172"/>
                    </a:moveTo>
                    <a:cubicBezTo>
                      <a:pt x="70794" y="334710"/>
                      <a:pt x="65552" y="329467"/>
                      <a:pt x="59090" y="329467"/>
                    </a:cubicBezTo>
                    <a:lnTo>
                      <a:pt x="11213" y="329467"/>
                    </a:lnTo>
                    <a:cubicBezTo>
                      <a:pt x="4702" y="330231"/>
                      <a:pt x="44" y="336133"/>
                      <a:pt x="817" y="342644"/>
                    </a:cubicBezTo>
                    <a:cubicBezTo>
                      <a:pt x="1459" y="348098"/>
                      <a:pt x="5758" y="352398"/>
                      <a:pt x="11213" y="353040"/>
                    </a:cubicBezTo>
                    <a:lnTo>
                      <a:pt x="58927" y="353040"/>
                    </a:lnTo>
                    <a:cubicBezTo>
                      <a:pt x="65478" y="353040"/>
                      <a:pt x="70794" y="347724"/>
                      <a:pt x="70794" y="341172"/>
                    </a:cubicBezTo>
                    <a:close/>
                    <a:moveTo>
                      <a:pt x="70794" y="395877"/>
                    </a:moveTo>
                    <a:cubicBezTo>
                      <a:pt x="70794" y="389326"/>
                      <a:pt x="65478" y="384009"/>
                      <a:pt x="58927" y="384009"/>
                    </a:cubicBezTo>
                    <a:lnTo>
                      <a:pt x="11213" y="384009"/>
                    </a:lnTo>
                    <a:cubicBezTo>
                      <a:pt x="4702" y="384774"/>
                      <a:pt x="44" y="390675"/>
                      <a:pt x="817" y="397186"/>
                    </a:cubicBezTo>
                    <a:cubicBezTo>
                      <a:pt x="1459" y="402640"/>
                      <a:pt x="5758" y="406940"/>
                      <a:pt x="11213" y="407582"/>
                    </a:cubicBezTo>
                    <a:lnTo>
                      <a:pt x="58927" y="407582"/>
                    </a:lnTo>
                    <a:cubicBezTo>
                      <a:pt x="65373" y="407631"/>
                      <a:pt x="70664" y="402486"/>
                      <a:pt x="70794" y="396040"/>
                    </a:cubicBezTo>
                    <a:lnTo>
                      <a:pt x="70794" y="396040"/>
                    </a:lnTo>
                    <a:close/>
                    <a:moveTo>
                      <a:pt x="249621" y="13838"/>
                    </a:moveTo>
                    <a:cubicBezTo>
                      <a:pt x="249581" y="7302"/>
                      <a:pt x="244290" y="2011"/>
                      <a:pt x="237754" y="1970"/>
                    </a:cubicBezTo>
                    <a:lnTo>
                      <a:pt x="112575" y="1970"/>
                    </a:lnTo>
                    <a:cubicBezTo>
                      <a:pt x="106040" y="2011"/>
                      <a:pt x="100748" y="7302"/>
                      <a:pt x="100708" y="13838"/>
                    </a:cubicBezTo>
                    <a:lnTo>
                      <a:pt x="100708" y="13838"/>
                    </a:lnTo>
                    <a:cubicBezTo>
                      <a:pt x="100748" y="20284"/>
                      <a:pt x="105967" y="25502"/>
                      <a:pt x="112413" y="25543"/>
                    </a:cubicBezTo>
                    <a:lnTo>
                      <a:pt x="237754" y="25543"/>
                    </a:lnTo>
                    <a:cubicBezTo>
                      <a:pt x="244216" y="25632"/>
                      <a:pt x="249532" y="20462"/>
                      <a:pt x="249621" y="14000"/>
                    </a:cubicBezTo>
                    <a:cubicBezTo>
                      <a:pt x="249621" y="14000"/>
                      <a:pt x="249621" y="14000"/>
                      <a:pt x="249621" y="14000"/>
                    </a:cubicBezTo>
                    <a:lnTo>
                      <a:pt x="249621" y="14000"/>
                    </a:lnTo>
                    <a:close/>
                    <a:moveTo>
                      <a:pt x="249621" y="68380"/>
                    </a:moveTo>
                    <a:cubicBezTo>
                      <a:pt x="249581" y="61934"/>
                      <a:pt x="244362" y="56715"/>
                      <a:pt x="237917" y="56675"/>
                    </a:cubicBezTo>
                    <a:lnTo>
                      <a:pt x="112250" y="56675"/>
                    </a:lnTo>
                    <a:cubicBezTo>
                      <a:pt x="105804" y="56626"/>
                      <a:pt x="100512" y="61771"/>
                      <a:pt x="100382" y="68217"/>
                    </a:cubicBezTo>
                    <a:lnTo>
                      <a:pt x="100382" y="68217"/>
                    </a:lnTo>
                    <a:cubicBezTo>
                      <a:pt x="100423" y="74753"/>
                      <a:pt x="105715" y="80044"/>
                      <a:pt x="112250" y="80085"/>
                    </a:cubicBezTo>
                    <a:lnTo>
                      <a:pt x="237429" y="80085"/>
                    </a:lnTo>
                    <a:cubicBezTo>
                      <a:pt x="243964" y="80044"/>
                      <a:pt x="249248" y="74753"/>
                      <a:pt x="249296" y="68217"/>
                    </a:cubicBezTo>
                    <a:close/>
                    <a:moveTo>
                      <a:pt x="249621" y="122922"/>
                    </a:moveTo>
                    <a:cubicBezTo>
                      <a:pt x="249621" y="116460"/>
                      <a:pt x="244379" y="111217"/>
                      <a:pt x="237917" y="111217"/>
                    </a:cubicBezTo>
                    <a:lnTo>
                      <a:pt x="112250" y="111217"/>
                    </a:lnTo>
                    <a:cubicBezTo>
                      <a:pt x="105788" y="110412"/>
                      <a:pt x="99903" y="114989"/>
                      <a:pt x="99090" y="121451"/>
                    </a:cubicBezTo>
                    <a:cubicBezTo>
                      <a:pt x="99090" y="121483"/>
                      <a:pt x="99082" y="121508"/>
                      <a:pt x="99082" y="121540"/>
                    </a:cubicBezTo>
                    <a:cubicBezTo>
                      <a:pt x="98318" y="128035"/>
                      <a:pt x="102918" y="133944"/>
                      <a:pt x="109405" y="134790"/>
                    </a:cubicBezTo>
                    <a:lnTo>
                      <a:pt x="237429" y="134790"/>
                    </a:lnTo>
                    <a:cubicBezTo>
                      <a:pt x="243964" y="134749"/>
                      <a:pt x="249248" y="129457"/>
                      <a:pt x="249296" y="122922"/>
                    </a:cubicBezTo>
                    <a:close/>
                    <a:moveTo>
                      <a:pt x="249621" y="177464"/>
                    </a:moveTo>
                    <a:cubicBezTo>
                      <a:pt x="249621" y="171002"/>
                      <a:pt x="244379" y="165759"/>
                      <a:pt x="237917" y="165759"/>
                    </a:cubicBezTo>
                    <a:lnTo>
                      <a:pt x="112250" y="165759"/>
                    </a:lnTo>
                    <a:cubicBezTo>
                      <a:pt x="105698" y="165483"/>
                      <a:pt x="100171" y="170563"/>
                      <a:pt x="99887" y="177115"/>
                    </a:cubicBezTo>
                    <a:cubicBezTo>
                      <a:pt x="99643" y="182951"/>
                      <a:pt x="103675" y="188096"/>
                      <a:pt x="109405" y="189251"/>
                    </a:cubicBezTo>
                    <a:cubicBezTo>
                      <a:pt x="110348" y="189421"/>
                      <a:pt x="111307" y="189421"/>
                      <a:pt x="112250" y="189251"/>
                    </a:cubicBezTo>
                    <a:lnTo>
                      <a:pt x="237429" y="189251"/>
                    </a:lnTo>
                    <a:cubicBezTo>
                      <a:pt x="243940" y="189299"/>
                      <a:pt x="249248" y="184056"/>
                      <a:pt x="249296" y="177546"/>
                    </a:cubicBezTo>
                    <a:cubicBezTo>
                      <a:pt x="249296" y="177521"/>
                      <a:pt x="249296" y="177489"/>
                      <a:pt x="249296" y="177464"/>
                    </a:cubicBezTo>
                    <a:lnTo>
                      <a:pt x="249296" y="177464"/>
                    </a:lnTo>
                    <a:close/>
                    <a:moveTo>
                      <a:pt x="249621" y="231925"/>
                    </a:moveTo>
                    <a:cubicBezTo>
                      <a:pt x="249573" y="225496"/>
                      <a:pt x="244346" y="220302"/>
                      <a:pt x="237917" y="220302"/>
                    </a:cubicBezTo>
                    <a:lnTo>
                      <a:pt x="112250" y="220302"/>
                    </a:lnTo>
                    <a:cubicBezTo>
                      <a:pt x="105829" y="219009"/>
                      <a:pt x="99570" y="223171"/>
                      <a:pt x="98277" y="229592"/>
                    </a:cubicBezTo>
                    <a:cubicBezTo>
                      <a:pt x="96985" y="236022"/>
                      <a:pt x="101146" y="242281"/>
                      <a:pt x="107568" y="243573"/>
                    </a:cubicBezTo>
                    <a:cubicBezTo>
                      <a:pt x="108177" y="243695"/>
                      <a:pt x="108787" y="243768"/>
                      <a:pt x="109405" y="243793"/>
                    </a:cubicBezTo>
                    <a:cubicBezTo>
                      <a:pt x="110348" y="243964"/>
                      <a:pt x="111307" y="243964"/>
                      <a:pt x="112250" y="243793"/>
                    </a:cubicBezTo>
                    <a:lnTo>
                      <a:pt x="237429" y="243793"/>
                    </a:lnTo>
                    <a:cubicBezTo>
                      <a:pt x="243980" y="243793"/>
                      <a:pt x="249296" y="238477"/>
                      <a:pt x="249296" y="231925"/>
                    </a:cubicBezTo>
                    <a:close/>
                    <a:moveTo>
                      <a:pt x="399674" y="286467"/>
                    </a:moveTo>
                    <a:cubicBezTo>
                      <a:pt x="399633" y="280021"/>
                      <a:pt x="394415" y="274803"/>
                      <a:pt x="387969" y="274763"/>
                    </a:cubicBezTo>
                    <a:lnTo>
                      <a:pt x="262140" y="274763"/>
                    </a:lnTo>
                    <a:cubicBezTo>
                      <a:pt x="255628" y="275527"/>
                      <a:pt x="250971" y="281428"/>
                      <a:pt x="251743" y="287939"/>
                    </a:cubicBezTo>
                    <a:cubicBezTo>
                      <a:pt x="252385" y="293393"/>
                      <a:pt x="256685" y="297693"/>
                      <a:pt x="262140" y="298335"/>
                    </a:cubicBezTo>
                    <a:lnTo>
                      <a:pt x="387481" y="298335"/>
                    </a:lnTo>
                    <a:cubicBezTo>
                      <a:pt x="394033" y="298335"/>
                      <a:pt x="399349" y="293019"/>
                      <a:pt x="399349" y="286467"/>
                    </a:cubicBezTo>
                    <a:close/>
                    <a:moveTo>
                      <a:pt x="399674" y="341010"/>
                    </a:moveTo>
                    <a:cubicBezTo>
                      <a:pt x="399633" y="334564"/>
                      <a:pt x="394415" y="329345"/>
                      <a:pt x="387969" y="329305"/>
                    </a:cubicBezTo>
                    <a:lnTo>
                      <a:pt x="262140" y="329305"/>
                    </a:lnTo>
                    <a:cubicBezTo>
                      <a:pt x="255628" y="330069"/>
                      <a:pt x="250971" y="335970"/>
                      <a:pt x="251743" y="342481"/>
                    </a:cubicBezTo>
                    <a:cubicBezTo>
                      <a:pt x="252385" y="347935"/>
                      <a:pt x="256685" y="352235"/>
                      <a:pt x="262140" y="352877"/>
                    </a:cubicBezTo>
                    <a:lnTo>
                      <a:pt x="387481" y="352877"/>
                    </a:lnTo>
                    <a:cubicBezTo>
                      <a:pt x="394033" y="352877"/>
                      <a:pt x="399349" y="347561"/>
                      <a:pt x="399349" y="341010"/>
                    </a:cubicBezTo>
                    <a:close/>
                    <a:moveTo>
                      <a:pt x="399674" y="395714"/>
                    </a:moveTo>
                    <a:cubicBezTo>
                      <a:pt x="399674" y="389163"/>
                      <a:pt x="394358" y="383847"/>
                      <a:pt x="387806" y="383847"/>
                    </a:cubicBezTo>
                    <a:lnTo>
                      <a:pt x="262140" y="383847"/>
                    </a:lnTo>
                    <a:cubicBezTo>
                      <a:pt x="255628" y="384611"/>
                      <a:pt x="250971" y="390512"/>
                      <a:pt x="251743" y="397023"/>
                    </a:cubicBezTo>
                    <a:cubicBezTo>
                      <a:pt x="252385" y="402477"/>
                      <a:pt x="256685" y="406778"/>
                      <a:pt x="262140" y="407419"/>
                    </a:cubicBezTo>
                    <a:lnTo>
                      <a:pt x="387481" y="407419"/>
                    </a:lnTo>
                    <a:cubicBezTo>
                      <a:pt x="393927" y="407468"/>
                      <a:pt x="399219" y="402323"/>
                      <a:pt x="399349" y="395877"/>
                    </a:cubicBezTo>
                    <a:lnTo>
                      <a:pt x="399349" y="395877"/>
                    </a:lnTo>
                    <a:close/>
                    <a:moveTo>
                      <a:pt x="304814" y="13675"/>
                    </a:moveTo>
                    <a:cubicBezTo>
                      <a:pt x="304814" y="6091"/>
                      <a:pt x="298661" y="-62"/>
                      <a:pt x="291077" y="-62"/>
                    </a:cubicBezTo>
                    <a:cubicBezTo>
                      <a:pt x="283493" y="-62"/>
                      <a:pt x="277340" y="6091"/>
                      <a:pt x="277340" y="13675"/>
                    </a:cubicBezTo>
                    <a:cubicBezTo>
                      <a:pt x="277340" y="21259"/>
                      <a:pt x="283493" y="27412"/>
                      <a:pt x="291077" y="27412"/>
                    </a:cubicBezTo>
                    <a:cubicBezTo>
                      <a:pt x="298661" y="27412"/>
                      <a:pt x="304814" y="21259"/>
                      <a:pt x="304814" y="13675"/>
                    </a:cubicBezTo>
                    <a:close/>
                    <a:moveTo>
                      <a:pt x="345457" y="13675"/>
                    </a:moveTo>
                    <a:cubicBezTo>
                      <a:pt x="345546" y="6091"/>
                      <a:pt x="339466" y="-135"/>
                      <a:pt x="331882" y="-225"/>
                    </a:cubicBezTo>
                    <a:cubicBezTo>
                      <a:pt x="324298" y="-314"/>
                      <a:pt x="318072" y="5766"/>
                      <a:pt x="317982" y="13350"/>
                    </a:cubicBezTo>
                    <a:cubicBezTo>
                      <a:pt x="317893" y="20934"/>
                      <a:pt x="323973" y="27160"/>
                      <a:pt x="331557" y="27250"/>
                    </a:cubicBezTo>
                    <a:lnTo>
                      <a:pt x="331557" y="27250"/>
                    </a:lnTo>
                    <a:cubicBezTo>
                      <a:pt x="339051" y="27250"/>
                      <a:pt x="345131" y="21169"/>
                      <a:pt x="345131" y="13675"/>
                    </a:cubicBezTo>
                    <a:close/>
                    <a:moveTo>
                      <a:pt x="386099" y="13675"/>
                    </a:moveTo>
                    <a:cubicBezTo>
                      <a:pt x="386189" y="6091"/>
                      <a:pt x="380109" y="-135"/>
                      <a:pt x="372525" y="-225"/>
                    </a:cubicBezTo>
                    <a:cubicBezTo>
                      <a:pt x="364941" y="-314"/>
                      <a:pt x="358714" y="5766"/>
                      <a:pt x="358625" y="13350"/>
                    </a:cubicBezTo>
                    <a:cubicBezTo>
                      <a:pt x="358536" y="20934"/>
                      <a:pt x="364616" y="27160"/>
                      <a:pt x="372199" y="27250"/>
                    </a:cubicBezTo>
                    <a:lnTo>
                      <a:pt x="372199" y="27250"/>
                    </a:lnTo>
                    <a:cubicBezTo>
                      <a:pt x="379727" y="27250"/>
                      <a:pt x="385847" y="21202"/>
                      <a:pt x="385937" y="13675"/>
                    </a:cubicBezTo>
                    <a:close/>
                    <a:moveTo>
                      <a:pt x="426742" y="13675"/>
                    </a:moveTo>
                    <a:cubicBezTo>
                      <a:pt x="426831" y="6091"/>
                      <a:pt x="420751" y="-135"/>
                      <a:pt x="413167" y="-225"/>
                    </a:cubicBezTo>
                    <a:cubicBezTo>
                      <a:pt x="405583" y="-314"/>
                      <a:pt x="399357" y="5766"/>
                      <a:pt x="399267" y="13350"/>
                    </a:cubicBezTo>
                    <a:cubicBezTo>
                      <a:pt x="399178" y="20934"/>
                      <a:pt x="405258" y="27160"/>
                      <a:pt x="412842" y="27250"/>
                    </a:cubicBezTo>
                    <a:lnTo>
                      <a:pt x="412842" y="27250"/>
                    </a:lnTo>
                    <a:cubicBezTo>
                      <a:pt x="420296" y="27250"/>
                      <a:pt x="426335" y="21210"/>
                      <a:pt x="426335" y="13756"/>
                    </a:cubicBezTo>
                    <a:cubicBezTo>
                      <a:pt x="426335" y="13732"/>
                      <a:pt x="426335" y="13700"/>
                      <a:pt x="426335" y="13675"/>
                    </a:cubicBezTo>
                    <a:close/>
                    <a:moveTo>
                      <a:pt x="467384" y="13675"/>
                    </a:moveTo>
                    <a:cubicBezTo>
                      <a:pt x="467474" y="6091"/>
                      <a:pt x="461394" y="-135"/>
                      <a:pt x="453810" y="-225"/>
                    </a:cubicBezTo>
                    <a:cubicBezTo>
                      <a:pt x="446226" y="-314"/>
                      <a:pt x="439999" y="5766"/>
                      <a:pt x="439910" y="13350"/>
                    </a:cubicBezTo>
                    <a:cubicBezTo>
                      <a:pt x="439821" y="20934"/>
                      <a:pt x="445901" y="27160"/>
                      <a:pt x="453484" y="27250"/>
                    </a:cubicBezTo>
                    <a:cubicBezTo>
                      <a:pt x="453509" y="27250"/>
                      <a:pt x="453541" y="27250"/>
                      <a:pt x="453566" y="27250"/>
                    </a:cubicBezTo>
                    <a:lnTo>
                      <a:pt x="453566" y="27250"/>
                    </a:lnTo>
                    <a:cubicBezTo>
                      <a:pt x="461060" y="27209"/>
                      <a:pt x="467132" y="21169"/>
                      <a:pt x="467222" y="13675"/>
                    </a:cubicBezTo>
                    <a:close/>
                    <a:moveTo>
                      <a:pt x="508027" y="13675"/>
                    </a:moveTo>
                    <a:cubicBezTo>
                      <a:pt x="508116" y="6091"/>
                      <a:pt x="502036" y="-135"/>
                      <a:pt x="494452" y="-225"/>
                    </a:cubicBezTo>
                    <a:cubicBezTo>
                      <a:pt x="486868" y="-314"/>
                      <a:pt x="480642" y="5766"/>
                      <a:pt x="480552" y="13350"/>
                    </a:cubicBezTo>
                    <a:cubicBezTo>
                      <a:pt x="480463" y="20934"/>
                      <a:pt x="486543" y="27160"/>
                      <a:pt x="494127" y="27250"/>
                    </a:cubicBezTo>
                    <a:cubicBezTo>
                      <a:pt x="494151" y="27250"/>
                      <a:pt x="494184" y="27250"/>
                      <a:pt x="494208" y="27250"/>
                    </a:cubicBezTo>
                    <a:lnTo>
                      <a:pt x="494208" y="27250"/>
                    </a:lnTo>
                    <a:cubicBezTo>
                      <a:pt x="501662" y="27250"/>
                      <a:pt x="507701" y="21210"/>
                      <a:pt x="507701" y="13756"/>
                    </a:cubicBezTo>
                    <a:cubicBezTo>
                      <a:pt x="507701" y="13732"/>
                      <a:pt x="507701" y="13700"/>
                      <a:pt x="507701" y="13675"/>
                    </a:cubicBezTo>
                    <a:close/>
                    <a:moveTo>
                      <a:pt x="304733" y="123085"/>
                    </a:moveTo>
                    <a:cubicBezTo>
                      <a:pt x="304310" y="115956"/>
                      <a:pt x="298197" y="110526"/>
                      <a:pt x="291069" y="110941"/>
                    </a:cubicBezTo>
                    <a:cubicBezTo>
                      <a:pt x="283948" y="111363"/>
                      <a:pt x="278510" y="117476"/>
                      <a:pt x="278925" y="124605"/>
                    </a:cubicBezTo>
                    <a:cubicBezTo>
                      <a:pt x="279315" y="131115"/>
                      <a:pt x="284485" y="136318"/>
                      <a:pt x="290996" y="136741"/>
                    </a:cubicBezTo>
                    <a:cubicBezTo>
                      <a:pt x="298539" y="136789"/>
                      <a:pt x="304684" y="130709"/>
                      <a:pt x="304733" y="123166"/>
                    </a:cubicBezTo>
                    <a:cubicBezTo>
                      <a:pt x="304733" y="123142"/>
                      <a:pt x="304733" y="123109"/>
                      <a:pt x="304733" y="123085"/>
                    </a:cubicBezTo>
                    <a:close/>
                    <a:moveTo>
                      <a:pt x="345375" y="123085"/>
                    </a:moveTo>
                    <a:cubicBezTo>
                      <a:pt x="345416" y="115501"/>
                      <a:pt x="339303" y="109315"/>
                      <a:pt x="331720" y="109266"/>
                    </a:cubicBezTo>
                    <a:cubicBezTo>
                      <a:pt x="324136" y="109225"/>
                      <a:pt x="317950" y="115338"/>
                      <a:pt x="317901" y="122922"/>
                    </a:cubicBezTo>
                    <a:cubicBezTo>
                      <a:pt x="317860" y="130506"/>
                      <a:pt x="323973" y="136692"/>
                      <a:pt x="331557" y="136741"/>
                    </a:cubicBezTo>
                    <a:cubicBezTo>
                      <a:pt x="331581" y="136741"/>
                      <a:pt x="331614" y="136741"/>
                      <a:pt x="331638" y="136741"/>
                    </a:cubicBezTo>
                    <a:lnTo>
                      <a:pt x="331638" y="136741"/>
                    </a:lnTo>
                    <a:cubicBezTo>
                      <a:pt x="339092" y="136789"/>
                      <a:pt x="345164" y="130782"/>
                      <a:pt x="345213" y="123329"/>
                    </a:cubicBezTo>
                    <a:cubicBezTo>
                      <a:pt x="345213" y="123304"/>
                      <a:pt x="345213" y="123272"/>
                      <a:pt x="345213" y="123247"/>
                    </a:cubicBezTo>
                    <a:lnTo>
                      <a:pt x="345213" y="123247"/>
                    </a:lnTo>
                    <a:close/>
                    <a:moveTo>
                      <a:pt x="386018" y="123085"/>
                    </a:moveTo>
                    <a:cubicBezTo>
                      <a:pt x="386059" y="115501"/>
                      <a:pt x="379946" y="109315"/>
                      <a:pt x="372362" y="109266"/>
                    </a:cubicBezTo>
                    <a:cubicBezTo>
                      <a:pt x="364778" y="109225"/>
                      <a:pt x="358592" y="115338"/>
                      <a:pt x="358544" y="122922"/>
                    </a:cubicBezTo>
                    <a:cubicBezTo>
                      <a:pt x="358503" y="130506"/>
                      <a:pt x="364616" y="136692"/>
                      <a:pt x="372199" y="136741"/>
                    </a:cubicBezTo>
                    <a:cubicBezTo>
                      <a:pt x="372224" y="136741"/>
                      <a:pt x="372256" y="136741"/>
                      <a:pt x="372281" y="136741"/>
                    </a:cubicBezTo>
                    <a:lnTo>
                      <a:pt x="372281" y="136741"/>
                    </a:lnTo>
                    <a:cubicBezTo>
                      <a:pt x="379734" y="136879"/>
                      <a:pt x="385879" y="130945"/>
                      <a:pt x="386018" y="123491"/>
                    </a:cubicBezTo>
                    <a:cubicBezTo>
                      <a:pt x="386018" y="123467"/>
                      <a:pt x="386018" y="123434"/>
                      <a:pt x="386018" y="123410"/>
                    </a:cubicBezTo>
                    <a:lnTo>
                      <a:pt x="386018" y="123410"/>
                    </a:lnTo>
                    <a:close/>
                    <a:moveTo>
                      <a:pt x="426660" y="123085"/>
                    </a:moveTo>
                    <a:cubicBezTo>
                      <a:pt x="426701" y="115501"/>
                      <a:pt x="420588" y="109315"/>
                      <a:pt x="413005" y="109266"/>
                    </a:cubicBezTo>
                    <a:cubicBezTo>
                      <a:pt x="405421" y="109225"/>
                      <a:pt x="399235" y="115338"/>
                      <a:pt x="399186" y="122922"/>
                    </a:cubicBezTo>
                    <a:cubicBezTo>
                      <a:pt x="399145" y="130506"/>
                      <a:pt x="405258" y="136692"/>
                      <a:pt x="412842" y="136741"/>
                    </a:cubicBezTo>
                    <a:cubicBezTo>
                      <a:pt x="412866" y="136741"/>
                      <a:pt x="412899" y="136741"/>
                      <a:pt x="412923" y="136741"/>
                    </a:cubicBezTo>
                    <a:lnTo>
                      <a:pt x="412923" y="136741"/>
                    </a:lnTo>
                    <a:cubicBezTo>
                      <a:pt x="420377" y="136741"/>
                      <a:pt x="426416" y="130701"/>
                      <a:pt x="426416" y="123247"/>
                    </a:cubicBezTo>
                    <a:lnTo>
                      <a:pt x="426416" y="123247"/>
                    </a:lnTo>
                    <a:close/>
                    <a:moveTo>
                      <a:pt x="467303" y="123085"/>
                    </a:moveTo>
                    <a:cubicBezTo>
                      <a:pt x="467344" y="115501"/>
                      <a:pt x="461231" y="109315"/>
                      <a:pt x="453647" y="109266"/>
                    </a:cubicBezTo>
                    <a:cubicBezTo>
                      <a:pt x="446063" y="109225"/>
                      <a:pt x="439877" y="115338"/>
                      <a:pt x="439829" y="122922"/>
                    </a:cubicBezTo>
                    <a:cubicBezTo>
                      <a:pt x="439788" y="130506"/>
                      <a:pt x="445901" y="136692"/>
                      <a:pt x="453484" y="136741"/>
                    </a:cubicBezTo>
                    <a:cubicBezTo>
                      <a:pt x="453541" y="136741"/>
                      <a:pt x="453590" y="136741"/>
                      <a:pt x="453647" y="136741"/>
                    </a:cubicBezTo>
                    <a:lnTo>
                      <a:pt x="453647" y="136741"/>
                    </a:lnTo>
                    <a:cubicBezTo>
                      <a:pt x="461052" y="136879"/>
                      <a:pt x="467164" y="130977"/>
                      <a:pt x="467303" y="123572"/>
                    </a:cubicBezTo>
                    <a:cubicBezTo>
                      <a:pt x="467303" y="123524"/>
                      <a:pt x="467303" y="123467"/>
                      <a:pt x="467303" y="123410"/>
                    </a:cubicBezTo>
                    <a:lnTo>
                      <a:pt x="467303" y="123410"/>
                    </a:lnTo>
                    <a:close/>
                    <a:moveTo>
                      <a:pt x="507945" y="123085"/>
                    </a:moveTo>
                    <a:cubicBezTo>
                      <a:pt x="507986" y="115501"/>
                      <a:pt x="501873" y="109315"/>
                      <a:pt x="494290" y="109266"/>
                    </a:cubicBezTo>
                    <a:cubicBezTo>
                      <a:pt x="486706" y="109225"/>
                      <a:pt x="480520" y="115338"/>
                      <a:pt x="480471" y="122922"/>
                    </a:cubicBezTo>
                    <a:cubicBezTo>
                      <a:pt x="480430" y="130506"/>
                      <a:pt x="486543" y="136692"/>
                      <a:pt x="494127" y="136741"/>
                    </a:cubicBezTo>
                    <a:cubicBezTo>
                      <a:pt x="494184" y="136741"/>
                      <a:pt x="494232" y="136741"/>
                      <a:pt x="494290" y="136741"/>
                    </a:cubicBezTo>
                    <a:lnTo>
                      <a:pt x="494290" y="136741"/>
                    </a:lnTo>
                    <a:cubicBezTo>
                      <a:pt x="501743" y="136741"/>
                      <a:pt x="507783" y="130701"/>
                      <a:pt x="507783" y="123247"/>
                    </a:cubicBezTo>
                    <a:lnTo>
                      <a:pt x="507783" y="123247"/>
                    </a:lnTo>
                    <a:close/>
                    <a:moveTo>
                      <a:pt x="442917" y="279883"/>
                    </a:moveTo>
                    <a:cubicBezTo>
                      <a:pt x="442917" y="272300"/>
                      <a:pt x="436764" y="266146"/>
                      <a:pt x="429180" y="266146"/>
                    </a:cubicBezTo>
                    <a:cubicBezTo>
                      <a:pt x="421596" y="266146"/>
                      <a:pt x="415443" y="272300"/>
                      <a:pt x="415443" y="279883"/>
                    </a:cubicBezTo>
                    <a:cubicBezTo>
                      <a:pt x="415443" y="287467"/>
                      <a:pt x="421596" y="293620"/>
                      <a:pt x="429180" y="293620"/>
                    </a:cubicBezTo>
                    <a:lnTo>
                      <a:pt x="429180" y="293620"/>
                    </a:lnTo>
                    <a:cubicBezTo>
                      <a:pt x="436658" y="293669"/>
                      <a:pt x="442787" y="287687"/>
                      <a:pt x="442917" y="280209"/>
                    </a:cubicBezTo>
                    <a:lnTo>
                      <a:pt x="442917" y="280209"/>
                    </a:lnTo>
                    <a:close/>
                    <a:moveTo>
                      <a:pt x="483560" y="279883"/>
                    </a:moveTo>
                    <a:cubicBezTo>
                      <a:pt x="483560" y="272300"/>
                      <a:pt x="477406" y="266146"/>
                      <a:pt x="469823" y="266146"/>
                    </a:cubicBezTo>
                    <a:cubicBezTo>
                      <a:pt x="462239" y="266146"/>
                      <a:pt x="456086" y="272300"/>
                      <a:pt x="456086" y="279883"/>
                    </a:cubicBezTo>
                    <a:cubicBezTo>
                      <a:pt x="456086" y="287467"/>
                      <a:pt x="462239" y="293620"/>
                      <a:pt x="469823" y="293620"/>
                    </a:cubicBezTo>
                    <a:lnTo>
                      <a:pt x="469823" y="293620"/>
                    </a:lnTo>
                    <a:cubicBezTo>
                      <a:pt x="477317" y="293620"/>
                      <a:pt x="483397" y="287540"/>
                      <a:pt x="483397" y="280046"/>
                    </a:cubicBezTo>
                    <a:lnTo>
                      <a:pt x="483397" y="280046"/>
                    </a:lnTo>
                    <a:close/>
                    <a:moveTo>
                      <a:pt x="524202" y="279883"/>
                    </a:moveTo>
                    <a:cubicBezTo>
                      <a:pt x="524202" y="272300"/>
                      <a:pt x="518049" y="266146"/>
                      <a:pt x="510465" y="266146"/>
                    </a:cubicBezTo>
                    <a:cubicBezTo>
                      <a:pt x="502881" y="266146"/>
                      <a:pt x="496728" y="272300"/>
                      <a:pt x="496728" y="279883"/>
                    </a:cubicBezTo>
                    <a:cubicBezTo>
                      <a:pt x="496728" y="287467"/>
                      <a:pt x="502881" y="293620"/>
                      <a:pt x="510465" y="293620"/>
                    </a:cubicBezTo>
                    <a:lnTo>
                      <a:pt x="510465" y="293620"/>
                    </a:lnTo>
                    <a:cubicBezTo>
                      <a:pt x="517960" y="293620"/>
                      <a:pt x="524040" y="287540"/>
                      <a:pt x="524040" y="280046"/>
                    </a:cubicBezTo>
                    <a:lnTo>
                      <a:pt x="524040" y="280046"/>
                    </a:lnTo>
                    <a:close/>
                    <a:moveTo>
                      <a:pt x="564845" y="279883"/>
                    </a:moveTo>
                    <a:cubicBezTo>
                      <a:pt x="564845" y="272300"/>
                      <a:pt x="558691" y="266146"/>
                      <a:pt x="551108" y="266146"/>
                    </a:cubicBezTo>
                    <a:cubicBezTo>
                      <a:pt x="543524" y="266146"/>
                      <a:pt x="537371" y="272300"/>
                      <a:pt x="537371" y="279883"/>
                    </a:cubicBezTo>
                    <a:cubicBezTo>
                      <a:pt x="537371" y="287467"/>
                      <a:pt x="543524" y="293620"/>
                      <a:pt x="551108" y="293620"/>
                    </a:cubicBezTo>
                    <a:lnTo>
                      <a:pt x="551108" y="293620"/>
                    </a:lnTo>
                    <a:cubicBezTo>
                      <a:pt x="558602" y="293710"/>
                      <a:pt x="564756" y="287703"/>
                      <a:pt x="564845" y="280209"/>
                    </a:cubicBezTo>
                    <a:cubicBezTo>
                      <a:pt x="564845" y="280209"/>
                      <a:pt x="564845" y="280209"/>
                      <a:pt x="564845" y="280209"/>
                    </a:cubicBezTo>
                    <a:lnTo>
                      <a:pt x="564845" y="280209"/>
                    </a:lnTo>
                    <a:close/>
                    <a:moveTo>
                      <a:pt x="605487" y="279883"/>
                    </a:moveTo>
                    <a:cubicBezTo>
                      <a:pt x="605487" y="272300"/>
                      <a:pt x="599334" y="266146"/>
                      <a:pt x="591750" y="266146"/>
                    </a:cubicBezTo>
                    <a:cubicBezTo>
                      <a:pt x="584166" y="266146"/>
                      <a:pt x="578013" y="272300"/>
                      <a:pt x="578013" y="279883"/>
                    </a:cubicBezTo>
                    <a:cubicBezTo>
                      <a:pt x="578013" y="287467"/>
                      <a:pt x="584166" y="293620"/>
                      <a:pt x="591750" y="293620"/>
                    </a:cubicBezTo>
                    <a:lnTo>
                      <a:pt x="591750" y="293620"/>
                    </a:lnTo>
                    <a:cubicBezTo>
                      <a:pt x="599245" y="293620"/>
                      <a:pt x="605325" y="287540"/>
                      <a:pt x="605325" y="280046"/>
                    </a:cubicBezTo>
                    <a:lnTo>
                      <a:pt x="605325" y="280046"/>
                    </a:lnTo>
                    <a:close/>
                    <a:moveTo>
                      <a:pt x="646130" y="279883"/>
                    </a:moveTo>
                    <a:cubicBezTo>
                      <a:pt x="646130" y="272300"/>
                      <a:pt x="639976" y="266146"/>
                      <a:pt x="632393" y="266146"/>
                    </a:cubicBezTo>
                    <a:cubicBezTo>
                      <a:pt x="624809" y="266146"/>
                      <a:pt x="618656" y="272300"/>
                      <a:pt x="618656" y="279883"/>
                    </a:cubicBezTo>
                    <a:cubicBezTo>
                      <a:pt x="618656" y="287467"/>
                      <a:pt x="624809" y="293620"/>
                      <a:pt x="632393" y="293620"/>
                    </a:cubicBezTo>
                    <a:cubicBezTo>
                      <a:pt x="632417" y="293620"/>
                      <a:pt x="632450" y="293620"/>
                      <a:pt x="632474" y="293620"/>
                    </a:cubicBezTo>
                    <a:lnTo>
                      <a:pt x="632474" y="293620"/>
                    </a:lnTo>
                    <a:cubicBezTo>
                      <a:pt x="639928" y="293710"/>
                      <a:pt x="646041" y="287744"/>
                      <a:pt x="646130" y="280290"/>
                    </a:cubicBezTo>
                    <a:cubicBezTo>
                      <a:pt x="646130" y="280265"/>
                      <a:pt x="646130" y="280233"/>
                      <a:pt x="646130" y="280209"/>
                    </a:cubicBezTo>
                    <a:lnTo>
                      <a:pt x="646130" y="280209"/>
                    </a:lnTo>
                    <a:close/>
                    <a:moveTo>
                      <a:pt x="441617" y="392301"/>
                    </a:moveTo>
                    <a:cubicBezTo>
                      <a:pt x="441617" y="384717"/>
                      <a:pt x="435464" y="378563"/>
                      <a:pt x="427880" y="378563"/>
                    </a:cubicBezTo>
                    <a:cubicBezTo>
                      <a:pt x="420296" y="378563"/>
                      <a:pt x="414143" y="384717"/>
                      <a:pt x="414143" y="392301"/>
                    </a:cubicBezTo>
                    <a:cubicBezTo>
                      <a:pt x="414143" y="399884"/>
                      <a:pt x="420296" y="406038"/>
                      <a:pt x="427880" y="406038"/>
                    </a:cubicBezTo>
                    <a:lnTo>
                      <a:pt x="427880" y="406038"/>
                    </a:lnTo>
                    <a:cubicBezTo>
                      <a:pt x="435358" y="406086"/>
                      <a:pt x="441487" y="400104"/>
                      <a:pt x="441617" y="392626"/>
                    </a:cubicBezTo>
                    <a:lnTo>
                      <a:pt x="441617" y="392626"/>
                    </a:lnTo>
                    <a:close/>
                    <a:moveTo>
                      <a:pt x="482260" y="392301"/>
                    </a:moveTo>
                    <a:cubicBezTo>
                      <a:pt x="482260" y="384717"/>
                      <a:pt x="476106" y="378563"/>
                      <a:pt x="468522" y="378563"/>
                    </a:cubicBezTo>
                    <a:cubicBezTo>
                      <a:pt x="460938" y="378563"/>
                      <a:pt x="454785" y="384717"/>
                      <a:pt x="454785" y="392301"/>
                    </a:cubicBezTo>
                    <a:cubicBezTo>
                      <a:pt x="454785" y="399884"/>
                      <a:pt x="460938" y="406038"/>
                      <a:pt x="468522" y="406038"/>
                    </a:cubicBezTo>
                    <a:lnTo>
                      <a:pt x="468522" y="406038"/>
                    </a:lnTo>
                    <a:cubicBezTo>
                      <a:pt x="476017" y="406038"/>
                      <a:pt x="482097" y="399958"/>
                      <a:pt x="482097" y="392463"/>
                    </a:cubicBezTo>
                    <a:lnTo>
                      <a:pt x="482097" y="392463"/>
                    </a:lnTo>
                    <a:close/>
                    <a:moveTo>
                      <a:pt x="522902" y="392301"/>
                    </a:moveTo>
                    <a:cubicBezTo>
                      <a:pt x="522902" y="384717"/>
                      <a:pt x="516749" y="378563"/>
                      <a:pt x="509165" y="378563"/>
                    </a:cubicBezTo>
                    <a:cubicBezTo>
                      <a:pt x="501581" y="378563"/>
                      <a:pt x="495428" y="384717"/>
                      <a:pt x="495428" y="392301"/>
                    </a:cubicBezTo>
                    <a:cubicBezTo>
                      <a:pt x="495428" y="399884"/>
                      <a:pt x="501581" y="406038"/>
                      <a:pt x="509165" y="406038"/>
                    </a:cubicBezTo>
                    <a:lnTo>
                      <a:pt x="509165" y="406038"/>
                    </a:lnTo>
                    <a:cubicBezTo>
                      <a:pt x="516659" y="406038"/>
                      <a:pt x="522739" y="399958"/>
                      <a:pt x="522739" y="392463"/>
                    </a:cubicBezTo>
                    <a:lnTo>
                      <a:pt x="522739" y="392463"/>
                    </a:lnTo>
                    <a:close/>
                    <a:moveTo>
                      <a:pt x="563545" y="392301"/>
                    </a:moveTo>
                    <a:cubicBezTo>
                      <a:pt x="563545" y="384717"/>
                      <a:pt x="557391" y="378563"/>
                      <a:pt x="549807" y="378563"/>
                    </a:cubicBezTo>
                    <a:cubicBezTo>
                      <a:pt x="542223" y="378563"/>
                      <a:pt x="536070" y="384717"/>
                      <a:pt x="536070" y="392301"/>
                    </a:cubicBezTo>
                    <a:cubicBezTo>
                      <a:pt x="536070" y="399884"/>
                      <a:pt x="542223" y="406038"/>
                      <a:pt x="549807" y="406038"/>
                    </a:cubicBezTo>
                    <a:lnTo>
                      <a:pt x="549807" y="406038"/>
                    </a:lnTo>
                    <a:cubicBezTo>
                      <a:pt x="557302" y="406127"/>
                      <a:pt x="563455" y="400120"/>
                      <a:pt x="563545" y="392626"/>
                    </a:cubicBezTo>
                    <a:cubicBezTo>
                      <a:pt x="563545" y="392626"/>
                      <a:pt x="563545" y="392626"/>
                      <a:pt x="563545" y="392626"/>
                    </a:cubicBezTo>
                    <a:lnTo>
                      <a:pt x="563545" y="392626"/>
                    </a:lnTo>
                    <a:close/>
                    <a:moveTo>
                      <a:pt x="604187" y="392301"/>
                    </a:moveTo>
                    <a:cubicBezTo>
                      <a:pt x="604187" y="384717"/>
                      <a:pt x="598034" y="378563"/>
                      <a:pt x="590450" y="378563"/>
                    </a:cubicBezTo>
                    <a:cubicBezTo>
                      <a:pt x="582866" y="378563"/>
                      <a:pt x="576713" y="384717"/>
                      <a:pt x="576713" y="392301"/>
                    </a:cubicBezTo>
                    <a:cubicBezTo>
                      <a:pt x="576713" y="399884"/>
                      <a:pt x="582866" y="406038"/>
                      <a:pt x="590450" y="406038"/>
                    </a:cubicBezTo>
                    <a:lnTo>
                      <a:pt x="590450" y="406038"/>
                    </a:lnTo>
                    <a:cubicBezTo>
                      <a:pt x="597904" y="406038"/>
                      <a:pt x="603943" y="399998"/>
                      <a:pt x="603943" y="392544"/>
                    </a:cubicBezTo>
                    <a:cubicBezTo>
                      <a:pt x="603943" y="392520"/>
                      <a:pt x="603943" y="392488"/>
                      <a:pt x="603943" y="392463"/>
                    </a:cubicBezTo>
                    <a:lnTo>
                      <a:pt x="603943" y="392463"/>
                    </a:lnTo>
                    <a:close/>
                    <a:moveTo>
                      <a:pt x="644830" y="392301"/>
                    </a:moveTo>
                    <a:cubicBezTo>
                      <a:pt x="644830" y="384717"/>
                      <a:pt x="638676" y="378563"/>
                      <a:pt x="631092" y="378563"/>
                    </a:cubicBezTo>
                    <a:cubicBezTo>
                      <a:pt x="623508" y="378563"/>
                      <a:pt x="617355" y="384717"/>
                      <a:pt x="617355" y="392301"/>
                    </a:cubicBezTo>
                    <a:cubicBezTo>
                      <a:pt x="617355" y="399884"/>
                      <a:pt x="623508" y="406038"/>
                      <a:pt x="631092" y="406038"/>
                    </a:cubicBezTo>
                    <a:cubicBezTo>
                      <a:pt x="631117" y="406038"/>
                      <a:pt x="631149" y="406038"/>
                      <a:pt x="631173" y="406038"/>
                    </a:cubicBezTo>
                    <a:lnTo>
                      <a:pt x="631173" y="406038"/>
                    </a:lnTo>
                    <a:cubicBezTo>
                      <a:pt x="638627" y="406127"/>
                      <a:pt x="644740" y="400161"/>
                      <a:pt x="644830" y="392707"/>
                    </a:cubicBezTo>
                    <a:cubicBezTo>
                      <a:pt x="644830" y="392683"/>
                      <a:pt x="644830" y="392650"/>
                      <a:pt x="644830" y="392626"/>
                    </a:cubicBezTo>
                    <a:lnTo>
                      <a:pt x="644830" y="392626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92" name="Google Shape;192;p15"/>
            <p:cNvGrpSpPr/>
            <p:nvPr/>
          </p:nvGrpSpPr>
          <p:grpSpPr>
            <a:xfrm>
              <a:off x="7692851" y="-482918"/>
              <a:ext cx="1627340" cy="1899886"/>
              <a:chOff x="7511876" y="-463868"/>
              <a:chExt cx="1627340" cy="1899886"/>
            </a:xfrm>
          </p:grpSpPr>
          <p:sp>
            <p:nvSpPr>
              <p:cNvPr id="193" name="Google Shape;193;p15"/>
              <p:cNvSpPr/>
              <p:nvPr/>
            </p:nvSpPr>
            <p:spPr>
              <a:xfrm>
                <a:off x="7511876" y="-463868"/>
                <a:ext cx="1594671" cy="1823598"/>
              </a:xfrm>
              <a:custGeom>
                <a:avLst/>
                <a:gdLst/>
                <a:ahLst/>
                <a:cxnLst/>
                <a:rect l="l" t="t" r="r" b="b"/>
                <a:pathLst>
                  <a:path w="1822481" h="2084112" extrusionOk="0">
                    <a:moveTo>
                      <a:pt x="1440741" y="2089880"/>
                    </a:moveTo>
                    <a:lnTo>
                      <a:pt x="1211143" y="844745"/>
                    </a:lnTo>
                    <a:lnTo>
                      <a:pt x="1228510" y="841537"/>
                    </a:lnTo>
                    <a:lnTo>
                      <a:pt x="1458113" y="2086671"/>
                    </a:lnTo>
                    <a:close/>
                    <a:moveTo>
                      <a:pt x="1223299" y="852172"/>
                    </a:moveTo>
                    <a:lnTo>
                      <a:pt x="1826542" y="884979"/>
                    </a:lnTo>
                    <a:lnTo>
                      <a:pt x="1827511" y="867351"/>
                    </a:lnTo>
                    <a:lnTo>
                      <a:pt x="1216354" y="834115"/>
                    </a:lnTo>
                    <a:lnTo>
                      <a:pt x="583398" y="1470959"/>
                    </a:lnTo>
                    <a:lnTo>
                      <a:pt x="595919" y="1483411"/>
                    </a:lnTo>
                    <a:close/>
                    <a:moveTo>
                      <a:pt x="928194" y="1527416"/>
                    </a:moveTo>
                    <a:lnTo>
                      <a:pt x="840068" y="1238658"/>
                    </a:lnTo>
                    <a:lnTo>
                      <a:pt x="823184" y="1243816"/>
                    </a:lnTo>
                    <a:lnTo>
                      <a:pt x="911309" y="1532574"/>
                    </a:lnTo>
                    <a:close/>
                    <a:moveTo>
                      <a:pt x="1224796" y="835862"/>
                    </a:moveTo>
                    <a:lnTo>
                      <a:pt x="15015" y="5767"/>
                    </a:lnTo>
                    <a:lnTo>
                      <a:pt x="5030" y="20325"/>
                    </a:lnTo>
                    <a:lnTo>
                      <a:pt x="1214834" y="85043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4" name="Google Shape;194;p15"/>
              <p:cNvSpPr/>
              <p:nvPr/>
            </p:nvSpPr>
            <p:spPr>
              <a:xfrm>
                <a:off x="7991308" y="121335"/>
                <a:ext cx="1147908" cy="1314683"/>
              </a:xfrm>
              <a:custGeom>
                <a:avLst/>
                <a:gdLst/>
                <a:ahLst/>
                <a:cxnLst/>
                <a:rect l="l" t="t" r="r" b="b"/>
                <a:pathLst>
                  <a:path w="1311895" h="1502495" extrusionOk="0">
                    <a:moveTo>
                      <a:pt x="666806" y="348752"/>
                    </a:moveTo>
                    <a:cubicBezTo>
                      <a:pt x="572228" y="348752"/>
                      <a:pt x="495313" y="271820"/>
                      <a:pt x="495313" y="177259"/>
                    </a:cubicBezTo>
                    <a:cubicBezTo>
                      <a:pt x="495313" y="82699"/>
                      <a:pt x="572228" y="5767"/>
                      <a:pt x="666806" y="5767"/>
                    </a:cubicBezTo>
                    <a:cubicBezTo>
                      <a:pt x="761383" y="5767"/>
                      <a:pt x="838299" y="82699"/>
                      <a:pt x="838299" y="177259"/>
                    </a:cubicBezTo>
                    <a:cubicBezTo>
                      <a:pt x="838299" y="271820"/>
                      <a:pt x="761383" y="348752"/>
                      <a:pt x="666806" y="348752"/>
                    </a:cubicBezTo>
                    <a:close/>
                    <a:moveTo>
                      <a:pt x="666806" y="23429"/>
                    </a:moveTo>
                    <a:cubicBezTo>
                      <a:pt x="581982" y="23429"/>
                      <a:pt x="512975" y="92436"/>
                      <a:pt x="512975" y="177259"/>
                    </a:cubicBezTo>
                    <a:cubicBezTo>
                      <a:pt x="512975" y="262083"/>
                      <a:pt x="581982" y="331090"/>
                      <a:pt x="666806" y="331090"/>
                    </a:cubicBezTo>
                    <a:cubicBezTo>
                      <a:pt x="751630" y="331090"/>
                      <a:pt x="820637" y="262083"/>
                      <a:pt x="820637" y="177259"/>
                    </a:cubicBezTo>
                    <a:cubicBezTo>
                      <a:pt x="820637" y="92436"/>
                      <a:pt x="751630" y="23429"/>
                      <a:pt x="666806" y="23429"/>
                    </a:cubicBezTo>
                    <a:close/>
                    <a:moveTo>
                      <a:pt x="666806" y="88954"/>
                    </a:moveTo>
                    <a:cubicBezTo>
                      <a:pt x="715574" y="88954"/>
                      <a:pt x="755111" y="128491"/>
                      <a:pt x="755111" y="177259"/>
                    </a:cubicBezTo>
                    <a:cubicBezTo>
                      <a:pt x="755111" y="177259"/>
                      <a:pt x="755111" y="177265"/>
                      <a:pt x="755111" y="177265"/>
                    </a:cubicBezTo>
                    <a:cubicBezTo>
                      <a:pt x="755111" y="226034"/>
                      <a:pt x="715574" y="265571"/>
                      <a:pt x="666806" y="265571"/>
                    </a:cubicBezTo>
                    <a:cubicBezTo>
                      <a:pt x="618037" y="265576"/>
                      <a:pt x="578501" y="226039"/>
                      <a:pt x="578495" y="177271"/>
                    </a:cubicBezTo>
                    <a:cubicBezTo>
                      <a:pt x="578495" y="177271"/>
                      <a:pt x="578495" y="177265"/>
                      <a:pt x="578495" y="177265"/>
                    </a:cubicBezTo>
                    <a:cubicBezTo>
                      <a:pt x="578495" y="128491"/>
                      <a:pt x="618032" y="88954"/>
                      <a:pt x="666806" y="88954"/>
                    </a:cubicBezTo>
                    <a:close/>
                    <a:moveTo>
                      <a:pt x="49179" y="763095"/>
                    </a:moveTo>
                    <a:cubicBezTo>
                      <a:pt x="73567" y="763095"/>
                      <a:pt x="93335" y="782864"/>
                      <a:pt x="93335" y="807251"/>
                    </a:cubicBezTo>
                    <a:cubicBezTo>
                      <a:pt x="93335" y="831638"/>
                      <a:pt x="73567" y="851406"/>
                      <a:pt x="49179" y="851406"/>
                    </a:cubicBezTo>
                    <a:cubicBezTo>
                      <a:pt x="24798" y="851400"/>
                      <a:pt x="5030" y="831638"/>
                      <a:pt x="5030" y="807251"/>
                    </a:cubicBezTo>
                    <a:cubicBezTo>
                      <a:pt x="5030" y="782869"/>
                      <a:pt x="24792" y="763101"/>
                      <a:pt x="49179" y="763095"/>
                    </a:cubicBezTo>
                    <a:close/>
                    <a:moveTo>
                      <a:pt x="1272770" y="163520"/>
                    </a:moveTo>
                    <a:cubicBezTo>
                      <a:pt x="1297157" y="163520"/>
                      <a:pt x="1316919" y="183282"/>
                      <a:pt x="1316925" y="207669"/>
                    </a:cubicBezTo>
                    <a:cubicBezTo>
                      <a:pt x="1316925" y="232057"/>
                      <a:pt x="1297157" y="251825"/>
                      <a:pt x="1272770" y="251825"/>
                    </a:cubicBezTo>
                    <a:cubicBezTo>
                      <a:pt x="1248383" y="251819"/>
                      <a:pt x="1228620" y="232057"/>
                      <a:pt x="1228620" y="207669"/>
                    </a:cubicBezTo>
                    <a:cubicBezTo>
                      <a:pt x="1228620" y="183288"/>
                      <a:pt x="1248388" y="163520"/>
                      <a:pt x="1272770" y="163520"/>
                    </a:cubicBezTo>
                    <a:close/>
                    <a:moveTo>
                      <a:pt x="901880" y="1331651"/>
                    </a:moveTo>
                    <a:cubicBezTo>
                      <a:pt x="950649" y="1331651"/>
                      <a:pt x="990186" y="1371188"/>
                      <a:pt x="990186" y="1419957"/>
                    </a:cubicBezTo>
                    <a:cubicBezTo>
                      <a:pt x="990186" y="1468725"/>
                      <a:pt x="950649" y="1508262"/>
                      <a:pt x="901880" y="1508262"/>
                    </a:cubicBezTo>
                    <a:cubicBezTo>
                      <a:pt x="853112" y="1508268"/>
                      <a:pt x="813575" y="1468731"/>
                      <a:pt x="813569" y="1419963"/>
                    </a:cubicBezTo>
                    <a:cubicBezTo>
                      <a:pt x="813569" y="1419963"/>
                      <a:pt x="813569" y="1419957"/>
                      <a:pt x="813569" y="1419957"/>
                    </a:cubicBezTo>
                    <a:cubicBezTo>
                      <a:pt x="813552" y="1371188"/>
                      <a:pt x="853077" y="1331640"/>
                      <a:pt x="901846" y="1331622"/>
                    </a:cubicBezTo>
                    <a:cubicBezTo>
                      <a:pt x="901857" y="1331622"/>
                      <a:pt x="901869" y="1331622"/>
                      <a:pt x="901880" y="1331622"/>
                    </a:cubicBezTo>
                    <a:close/>
                    <a:moveTo>
                      <a:pt x="357195" y="905298"/>
                    </a:moveTo>
                    <a:cubicBezTo>
                      <a:pt x="333452" y="899745"/>
                      <a:pt x="318702" y="876002"/>
                      <a:pt x="324255" y="852259"/>
                    </a:cubicBezTo>
                    <a:cubicBezTo>
                      <a:pt x="324255" y="852253"/>
                      <a:pt x="324255" y="852253"/>
                      <a:pt x="324255" y="852253"/>
                    </a:cubicBezTo>
                    <a:cubicBezTo>
                      <a:pt x="329814" y="828510"/>
                      <a:pt x="353563" y="813767"/>
                      <a:pt x="377306" y="819314"/>
                    </a:cubicBezTo>
                    <a:cubicBezTo>
                      <a:pt x="401049" y="824866"/>
                      <a:pt x="415798" y="848609"/>
                      <a:pt x="410245" y="872352"/>
                    </a:cubicBezTo>
                    <a:cubicBezTo>
                      <a:pt x="410245" y="872358"/>
                      <a:pt x="410245" y="872358"/>
                      <a:pt x="410245" y="872358"/>
                    </a:cubicBezTo>
                    <a:cubicBezTo>
                      <a:pt x="410245" y="872451"/>
                      <a:pt x="410205" y="872538"/>
                      <a:pt x="410181" y="872625"/>
                    </a:cubicBezTo>
                    <a:cubicBezTo>
                      <a:pt x="404495" y="896223"/>
                      <a:pt x="380828" y="910804"/>
                      <a:pt x="357195" y="9052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95" name="Google Shape;195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15"/>
          <p:cNvSpPr txBox="1">
            <a:spLocks noGrp="1"/>
          </p:cNvSpPr>
          <p:nvPr>
            <p:ph type="subTitle" idx="1"/>
          </p:nvPr>
        </p:nvSpPr>
        <p:spPr>
          <a:xfrm>
            <a:off x="720100" y="2337701"/>
            <a:ext cx="2379000" cy="18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15"/>
          <p:cNvSpPr txBox="1">
            <a:spLocks noGrp="1"/>
          </p:cNvSpPr>
          <p:nvPr>
            <p:ph type="subTitle" idx="2"/>
          </p:nvPr>
        </p:nvSpPr>
        <p:spPr>
          <a:xfrm>
            <a:off x="3382535" y="2337701"/>
            <a:ext cx="2379000" cy="18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15"/>
          <p:cNvSpPr txBox="1">
            <a:spLocks noGrp="1"/>
          </p:cNvSpPr>
          <p:nvPr>
            <p:ph type="subTitle" idx="3"/>
          </p:nvPr>
        </p:nvSpPr>
        <p:spPr>
          <a:xfrm>
            <a:off x="6045003" y="2337701"/>
            <a:ext cx="2379000" cy="18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5"/>
          <p:cNvSpPr txBox="1">
            <a:spLocks noGrp="1"/>
          </p:cNvSpPr>
          <p:nvPr>
            <p:ph type="subTitle" idx="4"/>
          </p:nvPr>
        </p:nvSpPr>
        <p:spPr>
          <a:xfrm>
            <a:off x="720100" y="1764975"/>
            <a:ext cx="2379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0" name="Google Shape;200;p15"/>
          <p:cNvSpPr txBox="1">
            <a:spLocks noGrp="1"/>
          </p:cNvSpPr>
          <p:nvPr>
            <p:ph type="subTitle" idx="5"/>
          </p:nvPr>
        </p:nvSpPr>
        <p:spPr>
          <a:xfrm>
            <a:off x="3382539" y="1764975"/>
            <a:ext cx="2379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1" name="Google Shape;201;p15"/>
          <p:cNvSpPr txBox="1">
            <a:spLocks noGrp="1"/>
          </p:cNvSpPr>
          <p:nvPr>
            <p:ph type="subTitle" idx="6"/>
          </p:nvPr>
        </p:nvSpPr>
        <p:spPr>
          <a:xfrm>
            <a:off x="6045003" y="1764975"/>
            <a:ext cx="2379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2" name="Google Shape;202;p1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4" name="Google Shape;204;p16"/>
          <p:cNvGrpSpPr/>
          <p:nvPr/>
        </p:nvGrpSpPr>
        <p:grpSpPr>
          <a:xfrm flipH="1">
            <a:off x="-114731" y="-1438121"/>
            <a:ext cx="4702720" cy="8359981"/>
            <a:chOff x="4242018" y="-1456321"/>
            <a:chExt cx="4702720" cy="8359981"/>
          </a:xfrm>
        </p:grpSpPr>
        <p:sp>
          <p:nvSpPr>
            <p:cNvPr id="205" name="Google Shape;205;p16"/>
            <p:cNvSpPr/>
            <p:nvPr/>
          </p:nvSpPr>
          <p:spPr>
            <a:xfrm>
              <a:off x="6441178" y="-1456321"/>
              <a:ext cx="2503560" cy="1995809"/>
            </a:xfrm>
            <a:custGeom>
              <a:avLst/>
              <a:gdLst/>
              <a:ahLst/>
              <a:cxnLst/>
              <a:rect l="l" t="t" r="r" b="b"/>
              <a:pathLst>
                <a:path w="2503560" h="1995809" extrusionOk="0">
                  <a:moveTo>
                    <a:pt x="2359679" y="330860"/>
                  </a:moveTo>
                  <a:cubicBezTo>
                    <a:pt x="2359679" y="330860"/>
                    <a:pt x="2191519" y="19683"/>
                    <a:pt x="1831164" y="1554"/>
                  </a:cubicBezTo>
                  <a:cubicBezTo>
                    <a:pt x="1470810" y="-16575"/>
                    <a:pt x="1342588" y="352392"/>
                    <a:pt x="1080032" y="494714"/>
                  </a:cubicBezTo>
                  <a:cubicBezTo>
                    <a:pt x="942572" y="569313"/>
                    <a:pt x="664597" y="444426"/>
                    <a:pt x="517968" y="487143"/>
                  </a:cubicBezTo>
                  <a:cubicBezTo>
                    <a:pt x="49188" y="623908"/>
                    <a:pt x="-118139" y="1249875"/>
                    <a:pt x="83571" y="1580431"/>
                  </a:cubicBezTo>
                  <a:cubicBezTo>
                    <a:pt x="258122" y="1867020"/>
                    <a:pt x="559227" y="1998506"/>
                    <a:pt x="1014324" y="1996700"/>
                  </a:cubicBezTo>
                  <a:cubicBezTo>
                    <a:pt x="1469421" y="1994894"/>
                    <a:pt x="1789072" y="2010592"/>
                    <a:pt x="2191380" y="1681772"/>
                  </a:cubicBezTo>
                  <a:cubicBezTo>
                    <a:pt x="2593688" y="1352952"/>
                    <a:pt x="2556665" y="741989"/>
                    <a:pt x="2359679" y="330860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16"/>
            <p:cNvSpPr/>
            <p:nvPr/>
          </p:nvSpPr>
          <p:spPr>
            <a:xfrm rot="9110095" flipH="1">
              <a:off x="4518561" y="4601438"/>
              <a:ext cx="2541957" cy="1809429"/>
            </a:xfrm>
            <a:custGeom>
              <a:avLst/>
              <a:gdLst/>
              <a:ahLst/>
              <a:cxnLst/>
              <a:rect l="l" t="t" r="r" b="b"/>
              <a:pathLst>
                <a:path w="2539340" h="1807566" extrusionOk="0">
                  <a:moveTo>
                    <a:pt x="65938" y="1326437"/>
                  </a:moveTo>
                  <a:cubicBezTo>
                    <a:pt x="-119866" y="832095"/>
                    <a:pt x="116574" y="472088"/>
                    <a:pt x="371558" y="397906"/>
                  </a:cubicBezTo>
                  <a:cubicBezTo>
                    <a:pt x="729690" y="293717"/>
                    <a:pt x="1065248" y="672756"/>
                    <a:pt x="1296964" y="618995"/>
                  </a:cubicBezTo>
                  <a:cubicBezTo>
                    <a:pt x="1483462" y="575722"/>
                    <a:pt x="1514579" y="120625"/>
                    <a:pt x="1783734" y="27689"/>
                  </a:cubicBezTo>
                  <a:cubicBezTo>
                    <a:pt x="2117138" y="-87336"/>
                    <a:pt x="2533893" y="179179"/>
                    <a:pt x="2538755" y="616286"/>
                  </a:cubicBezTo>
                  <a:cubicBezTo>
                    <a:pt x="2543201" y="1050614"/>
                    <a:pt x="2096856" y="1427847"/>
                    <a:pt x="1798181" y="1577393"/>
                  </a:cubicBezTo>
                  <a:cubicBezTo>
                    <a:pt x="1503119" y="1725341"/>
                    <a:pt x="1019127" y="1838559"/>
                    <a:pt x="750042" y="1801329"/>
                  </a:cubicBezTo>
                  <a:cubicBezTo>
                    <a:pt x="443727" y="1758890"/>
                    <a:pt x="176795" y="1621291"/>
                    <a:pt x="65938" y="1326437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7" name="Google Shape;207;p16"/>
          <p:cNvSpPr txBox="1">
            <a:spLocks noGrp="1"/>
          </p:cNvSpPr>
          <p:nvPr>
            <p:ph type="title"/>
          </p:nvPr>
        </p:nvSpPr>
        <p:spPr>
          <a:xfrm>
            <a:off x="713225" y="714481"/>
            <a:ext cx="3190800" cy="8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16"/>
          <p:cNvSpPr txBox="1">
            <a:spLocks noGrp="1"/>
          </p:cNvSpPr>
          <p:nvPr>
            <p:ph type="subTitle" idx="1"/>
          </p:nvPr>
        </p:nvSpPr>
        <p:spPr>
          <a:xfrm>
            <a:off x="713225" y="1421206"/>
            <a:ext cx="3190800" cy="10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16"/>
          <p:cNvSpPr txBox="1"/>
          <p:nvPr/>
        </p:nvSpPr>
        <p:spPr>
          <a:xfrm>
            <a:off x="713225" y="3319044"/>
            <a:ext cx="3187800" cy="7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rPr>
              <a:t>CREDITS:</a:t>
            </a:r>
            <a:r>
              <a:rPr lang="en" sz="1100" b="0" i="0" u="none" strike="noStrike" cap="none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rPr>
              <a:t> This presentation template was created by </a:t>
            </a:r>
            <a:r>
              <a:rPr lang="en" sz="1100" b="1" i="0" u="sng" strike="noStrike" cap="none">
                <a:solidFill>
                  <a:schemeClr val="hlink"/>
                </a:solidFill>
                <a:latin typeface="Asap"/>
                <a:ea typeface="Asap"/>
                <a:cs typeface="Asap"/>
                <a:sym typeface="Asap"/>
                <a:hlinkClick r:id="rId2"/>
              </a:rPr>
              <a:t>Slidesgo</a:t>
            </a:r>
            <a:r>
              <a:rPr lang="en" sz="1100" b="0" i="0" u="none" strike="noStrike" cap="none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rPr>
              <a:t>, and includes icons by </a:t>
            </a:r>
            <a:r>
              <a:rPr lang="en" sz="1100" b="1" i="0" u="sng" strike="noStrike" cap="none">
                <a:solidFill>
                  <a:schemeClr val="hlink"/>
                </a:solidFill>
                <a:latin typeface="Asap"/>
                <a:ea typeface="Asap"/>
                <a:cs typeface="Asap"/>
                <a:sym typeface="Asap"/>
                <a:hlinkClick r:id="rId3"/>
              </a:rPr>
              <a:t>Flaticon</a:t>
            </a:r>
            <a:r>
              <a:rPr lang="en" sz="1100" b="0" i="0" u="none" strike="noStrike" cap="none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rPr>
              <a:t>, and infographics &amp; images by </a:t>
            </a:r>
            <a:r>
              <a:rPr lang="en" sz="1100" b="1" i="0" u="sng" strike="noStrike" cap="none">
                <a:solidFill>
                  <a:schemeClr val="hlink"/>
                </a:solidFill>
                <a:latin typeface="Asap"/>
                <a:ea typeface="Asap"/>
                <a:cs typeface="Asap"/>
                <a:sym typeface="Asap"/>
                <a:hlinkClick r:id="rId4"/>
              </a:rPr>
              <a:t>Freepik</a:t>
            </a:r>
            <a:r>
              <a:rPr lang="en" sz="1100" b="1" i="0" u="sng" strike="noStrike" cap="none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rPr>
              <a:t> </a:t>
            </a:r>
            <a:endParaRPr sz="1100" b="1" i="0" u="sng" strike="noStrike" cap="none">
              <a:solidFill>
                <a:schemeClr val="dk1"/>
              </a:solidFill>
              <a:latin typeface="Asap"/>
              <a:ea typeface="Asap"/>
              <a:cs typeface="Asap"/>
              <a:sym typeface="Asap"/>
            </a:endParaRPr>
          </a:p>
        </p:txBody>
      </p:sp>
      <p:sp>
        <p:nvSpPr>
          <p:cNvPr id="210" name="Google Shape;210;p1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0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2" name="Google Shape;212;p17"/>
          <p:cNvGrpSpPr/>
          <p:nvPr/>
        </p:nvGrpSpPr>
        <p:grpSpPr>
          <a:xfrm>
            <a:off x="-1194131" y="-559931"/>
            <a:ext cx="10595334" cy="5978442"/>
            <a:chOff x="-1194131" y="-559931"/>
            <a:chExt cx="10595334" cy="5978442"/>
          </a:xfrm>
        </p:grpSpPr>
        <p:grpSp>
          <p:nvGrpSpPr>
            <p:cNvPr id="213" name="Google Shape;213;p17"/>
            <p:cNvGrpSpPr/>
            <p:nvPr/>
          </p:nvGrpSpPr>
          <p:grpSpPr>
            <a:xfrm>
              <a:off x="-1194131" y="-559931"/>
              <a:ext cx="2269753" cy="2135869"/>
              <a:chOff x="-1194131" y="-559931"/>
              <a:chExt cx="2269753" cy="2135869"/>
            </a:xfrm>
          </p:grpSpPr>
          <p:sp>
            <p:nvSpPr>
              <p:cNvPr id="214" name="Google Shape;214;p17"/>
              <p:cNvSpPr/>
              <p:nvPr/>
            </p:nvSpPr>
            <p:spPr>
              <a:xfrm>
                <a:off x="-1194131" y="-297968"/>
                <a:ext cx="1687691" cy="1873906"/>
              </a:xfrm>
              <a:custGeom>
                <a:avLst/>
                <a:gdLst/>
                <a:ahLst/>
                <a:cxnLst/>
                <a:rect l="l" t="t" r="r" b="b"/>
                <a:pathLst>
                  <a:path w="1928790" h="2141607" extrusionOk="0">
                    <a:moveTo>
                      <a:pt x="1933821" y="1322611"/>
                    </a:moveTo>
                    <a:lnTo>
                      <a:pt x="1933385" y="1304949"/>
                    </a:lnTo>
                    <a:lnTo>
                      <a:pt x="1656981" y="1311645"/>
                    </a:lnTo>
                    <a:cubicBezTo>
                      <a:pt x="1650349" y="1142798"/>
                      <a:pt x="1569993" y="992663"/>
                      <a:pt x="1447187" y="892562"/>
                    </a:cubicBezTo>
                    <a:lnTo>
                      <a:pt x="1640288" y="647577"/>
                    </a:lnTo>
                    <a:lnTo>
                      <a:pt x="1626420" y="636640"/>
                    </a:lnTo>
                    <a:lnTo>
                      <a:pt x="1433308" y="881648"/>
                    </a:lnTo>
                    <a:cubicBezTo>
                      <a:pt x="1336578" y="807477"/>
                      <a:pt x="1218507" y="766472"/>
                      <a:pt x="1096623" y="764731"/>
                    </a:cubicBezTo>
                    <a:lnTo>
                      <a:pt x="1096623" y="23429"/>
                    </a:lnTo>
                    <a:lnTo>
                      <a:pt x="1864744" y="23429"/>
                    </a:lnTo>
                    <a:lnTo>
                      <a:pt x="1864744" y="5767"/>
                    </a:lnTo>
                    <a:lnTo>
                      <a:pt x="1078961" y="5767"/>
                    </a:lnTo>
                    <a:lnTo>
                      <a:pt x="1078961" y="764708"/>
                    </a:lnTo>
                    <a:cubicBezTo>
                      <a:pt x="768868" y="769466"/>
                      <a:pt x="518035" y="1023038"/>
                      <a:pt x="518035" y="1334239"/>
                    </a:cubicBezTo>
                    <a:cubicBezTo>
                      <a:pt x="518035" y="1459790"/>
                      <a:pt x="558941" y="1575917"/>
                      <a:pt x="628000" y="1670193"/>
                    </a:cubicBezTo>
                    <a:lnTo>
                      <a:pt x="5030" y="2140354"/>
                    </a:lnTo>
                    <a:lnTo>
                      <a:pt x="25036" y="2147374"/>
                    </a:lnTo>
                    <a:lnTo>
                      <a:pt x="638717" y="1684258"/>
                    </a:lnTo>
                    <a:cubicBezTo>
                      <a:pt x="743077" y="1817873"/>
                      <a:pt x="905524" y="1904026"/>
                      <a:pt x="1087815" y="1904026"/>
                    </a:cubicBezTo>
                    <a:cubicBezTo>
                      <a:pt x="1401987" y="1904026"/>
                      <a:pt x="1657602" y="1648434"/>
                      <a:pt x="1657602" y="1334239"/>
                    </a:cubicBezTo>
                    <a:cubicBezTo>
                      <a:pt x="1657602" y="1332580"/>
                      <a:pt x="1657492" y="1330944"/>
                      <a:pt x="1657474" y="1329284"/>
                    </a:cubicBezTo>
                    <a:close/>
                    <a:moveTo>
                      <a:pt x="1639330" y="1312063"/>
                    </a:moveTo>
                    <a:lnTo>
                      <a:pt x="1462360" y="1316345"/>
                    </a:lnTo>
                    <a:cubicBezTo>
                      <a:pt x="1457457" y="1210882"/>
                      <a:pt x="1408300" y="1112377"/>
                      <a:pt x="1326969" y="1045058"/>
                    </a:cubicBezTo>
                    <a:lnTo>
                      <a:pt x="1436250" y="906412"/>
                    </a:lnTo>
                    <a:cubicBezTo>
                      <a:pt x="1555069" y="1003380"/>
                      <a:pt x="1632832" y="1148693"/>
                      <a:pt x="1639330" y="1312063"/>
                    </a:cubicBezTo>
                    <a:close/>
                    <a:moveTo>
                      <a:pt x="1096623" y="976881"/>
                    </a:moveTo>
                    <a:cubicBezTo>
                      <a:pt x="1170846" y="978651"/>
                      <a:pt x="1242650" y="1003618"/>
                      <a:pt x="1301955" y="1048278"/>
                    </a:cubicBezTo>
                    <a:lnTo>
                      <a:pt x="1096623" y="1308802"/>
                    </a:lnTo>
                    <a:close/>
                    <a:moveTo>
                      <a:pt x="1078961" y="1329853"/>
                    </a:moveTo>
                    <a:lnTo>
                      <a:pt x="797323" y="1542414"/>
                    </a:lnTo>
                    <a:cubicBezTo>
                      <a:pt x="755117" y="1483689"/>
                      <a:pt x="729970" y="1411932"/>
                      <a:pt x="729970" y="1334257"/>
                    </a:cubicBezTo>
                    <a:cubicBezTo>
                      <a:pt x="729970" y="1139938"/>
                      <a:pt x="885756" y="981633"/>
                      <a:pt x="1078961" y="976887"/>
                    </a:cubicBezTo>
                    <a:close/>
                    <a:moveTo>
                      <a:pt x="1078961" y="1351983"/>
                    </a:moveTo>
                    <a:lnTo>
                      <a:pt x="1078961" y="1359717"/>
                    </a:lnTo>
                    <a:lnTo>
                      <a:pt x="1092150" y="1342983"/>
                    </a:lnTo>
                    <a:lnTo>
                      <a:pt x="1445609" y="1334425"/>
                    </a:lnTo>
                    <a:cubicBezTo>
                      <a:pt x="1445516" y="1531663"/>
                      <a:pt x="1285036" y="1692114"/>
                      <a:pt x="1087815" y="1692114"/>
                    </a:cubicBezTo>
                    <a:cubicBezTo>
                      <a:pt x="974514" y="1692114"/>
                      <a:pt x="873536" y="1639017"/>
                      <a:pt x="807924" y="1556584"/>
                    </a:cubicBezTo>
                    <a:close/>
                    <a:moveTo>
                      <a:pt x="1106348" y="1324967"/>
                    </a:moveTo>
                    <a:lnTo>
                      <a:pt x="1316038" y="1058943"/>
                    </a:lnTo>
                    <a:cubicBezTo>
                      <a:pt x="1393249" y="1122995"/>
                      <a:pt x="1439952" y="1216568"/>
                      <a:pt x="1444733" y="1316774"/>
                    </a:cubicBezTo>
                    <a:close/>
                    <a:moveTo>
                      <a:pt x="1422382" y="895498"/>
                    </a:moveTo>
                    <a:lnTo>
                      <a:pt x="1312875" y="1034428"/>
                    </a:lnTo>
                    <a:cubicBezTo>
                      <a:pt x="1250460" y="987308"/>
                      <a:pt x="1174809" y="960994"/>
                      <a:pt x="1096623" y="959219"/>
                    </a:cubicBezTo>
                    <a:lnTo>
                      <a:pt x="1096623" y="782382"/>
                    </a:lnTo>
                    <a:cubicBezTo>
                      <a:pt x="1214544" y="784128"/>
                      <a:pt x="1328762" y="823793"/>
                      <a:pt x="1422382" y="895510"/>
                    </a:cubicBezTo>
                    <a:close/>
                    <a:moveTo>
                      <a:pt x="535697" y="1334262"/>
                    </a:moveTo>
                    <a:cubicBezTo>
                      <a:pt x="535697" y="1032798"/>
                      <a:pt x="778605" y="787146"/>
                      <a:pt x="1078961" y="782393"/>
                    </a:cubicBezTo>
                    <a:lnTo>
                      <a:pt x="1078961" y="959230"/>
                    </a:lnTo>
                    <a:cubicBezTo>
                      <a:pt x="876020" y="963988"/>
                      <a:pt x="712308" y="1130207"/>
                      <a:pt x="712308" y="1334262"/>
                    </a:cubicBezTo>
                    <a:cubicBezTo>
                      <a:pt x="712308" y="1415924"/>
                      <a:pt x="738807" y="1491354"/>
                      <a:pt x="783241" y="1553009"/>
                    </a:cubicBezTo>
                    <a:lnTo>
                      <a:pt x="642094" y="1659540"/>
                    </a:lnTo>
                    <a:cubicBezTo>
                      <a:pt x="575274" y="1568264"/>
                      <a:pt x="535697" y="1455821"/>
                      <a:pt x="535697" y="1334262"/>
                    </a:cubicBezTo>
                    <a:close/>
                    <a:moveTo>
                      <a:pt x="1639876" y="1334262"/>
                    </a:moveTo>
                    <a:cubicBezTo>
                      <a:pt x="1639876" y="1638692"/>
                      <a:pt x="1392199" y="1886369"/>
                      <a:pt x="1087775" y="1886369"/>
                    </a:cubicBezTo>
                    <a:cubicBezTo>
                      <a:pt x="911234" y="1886369"/>
                      <a:pt x="753898" y="1802979"/>
                      <a:pt x="652764" y="1673622"/>
                    </a:cubicBezTo>
                    <a:lnTo>
                      <a:pt x="793807" y="1567179"/>
                    </a:lnTo>
                    <a:cubicBezTo>
                      <a:pt x="862686" y="1653883"/>
                      <a:pt x="968740" y="1709753"/>
                      <a:pt x="1087815" y="1709753"/>
                    </a:cubicBezTo>
                    <a:cubicBezTo>
                      <a:pt x="1294859" y="1709753"/>
                      <a:pt x="1463300" y="1541312"/>
                      <a:pt x="1463300" y="1334262"/>
                    </a:cubicBezTo>
                    <a:cubicBezTo>
                      <a:pt x="1463300" y="1334176"/>
                      <a:pt x="1463300" y="1334094"/>
                      <a:pt x="1463300" y="1334007"/>
                    </a:cubicBezTo>
                    <a:lnTo>
                      <a:pt x="1639812" y="1329737"/>
                    </a:lnTo>
                    <a:cubicBezTo>
                      <a:pt x="1639789" y="1331251"/>
                      <a:pt x="1639893" y="1332742"/>
                      <a:pt x="1639893" y="1334262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5" name="Google Shape;215;p17"/>
              <p:cNvSpPr/>
              <p:nvPr/>
            </p:nvSpPr>
            <p:spPr>
              <a:xfrm>
                <a:off x="-397817" y="220552"/>
                <a:ext cx="951075" cy="790293"/>
              </a:xfrm>
              <a:custGeom>
                <a:avLst/>
                <a:gdLst/>
                <a:ahLst/>
                <a:cxnLst/>
                <a:rect l="l" t="t" r="r" b="b"/>
                <a:pathLst>
                  <a:path w="1086943" h="903192" extrusionOk="0">
                    <a:moveTo>
                      <a:pt x="176543" y="908959"/>
                    </a:moveTo>
                    <a:cubicBezTo>
                      <a:pt x="163116" y="908954"/>
                      <a:pt x="149742" y="907369"/>
                      <a:pt x="136687" y="904242"/>
                    </a:cubicBezTo>
                    <a:cubicBezTo>
                      <a:pt x="44715" y="882263"/>
                      <a:pt x="-12229" y="789548"/>
                      <a:pt x="9744" y="697581"/>
                    </a:cubicBezTo>
                    <a:lnTo>
                      <a:pt x="9744" y="697581"/>
                    </a:lnTo>
                    <a:cubicBezTo>
                      <a:pt x="31735" y="605603"/>
                      <a:pt x="124467" y="548671"/>
                      <a:pt x="216405" y="570644"/>
                    </a:cubicBezTo>
                    <a:cubicBezTo>
                      <a:pt x="308342" y="592618"/>
                      <a:pt x="365321" y="685338"/>
                      <a:pt x="343336" y="777305"/>
                    </a:cubicBezTo>
                    <a:cubicBezTo>
                      <a:pt x="324548" y="855926"/>
                      <a:pt x="254068" y="908959"/>
                      <a:pt x="176543" y="908959"/>
                    </a:cubicBezTo>
                    <a:close/>
                    <a:moveTo>
                      <a:pt x="26925" y="701689"/>
                    </a:moveTo>
                    <a:lnTo>
                      <a:pt x="26925" y="701689"/>
                    </a:lnTo>
                    <a:cubicBezTo>
                      <a:pt x="7197" y="784187"/>
                      <a:pt x="58298" y="867345"/>
                      <a:pt x="140789" y="887067"/>
                    </a:cubicBezTo>
                    <a:cubicBezTo>
                      <a:pt x="223281" y="906789"/>
                      <a:pt x="306445" y="855694"/>
                      <a:pt x="326161" y="773197"/>
                    </a:cubicBezTo>
                    <a:cubicBezTo>
                      <a:pt x="345878" y="690700"/>
                      <a:pt x="294829" y="607541"/>
                      <a:pt x="212303" y="587819"/>
                    </a:cubicBezTo>
                    <a:cubicBezTo>
                      <a:pt x="129776" y="568097"/>
                      <a:pt x="46653" y="619204"/>
                      <a:pt x="26925" y="701689"/>
                    </a:cubicBezTo>
                    <a:close/>
                    <a:moveTo>
                      <a:pt x="176398" y="648999"/>
                    </a:moveTo>
                    <a:cubicBezTo>
                      <a:pt x="225172" y="648999"/>
                      <a:pt x="264709" y="688536"/>
                      <a:pt x="264709" y="737310"/>
                    </a:cubicBezTo>
                    <a:cubicBezTo>
                      <a:pt x="264709" y="786078"/>
                      <a:pt x="225172" y="825615"/>
                      <a:pt x="176404" y="825615"/>
                    </a:cubicBezTo>
                    <a:cubicBezTo>
                      <a:pt x="176404" y="825615"/>
                      <a:pt x="176398" y="825615"/>
                      <a:pt x="176398" y="825615"/>
                    </a:cubicBezTo>
                    <a:cubicBezTo>
                      <a:pt x="127630" y="825615"/>
                      <a:pt x="88093" y="786078"/>
                      <a:pt x="88093" y="737310"/>
                    </a:cubicBezTo>
                    <a:cubicBezTo>
                      <a:pt x="88087" y="688541"/>
                      <a:pt x="127624" y="649004"/>
                      <a:pt x="176392" y="648999"/>
                    </a:cubicBezTo>
                    <a:cubicBezTo>
                      <a:pt x="176392" y="648999"/>
                      <a:pt x="176398" y="648999"/>
                      <a:pt x="176398" y="648999"/>
                    </a:cubicBezTo>
                    <a:close/>
                    <a:moveTo>
                      <a:pt x="1047817" y="682025"/>
                    </a:moveTo>
                    <a:cubicBezTo>
                      <a:pt x="1072205" y="682025"/>
                      <a:pt x="1091973" y="701794"/>
                      <a:pt x="1091973" y="726181"/>
                    </a:cubicBezTo>
                    <a:cubicBezTo>
                      <a:pt x="1091973" y="750568"/>
                      <a:pt x="1072205" y="770336"/>
                      <a:pt x="1047817" y="770336"/>
                    </a:cubicBezTo>
                    <a:cubicBezTo>
                      <a:pt x="1023436" y="770331"/>
                      <a:pt x="1003668" y="750568"/>
                      <a:pt x="1003668" y="726181"/>
                    </a:cubicBezTo>
                    <a:cubicBezTo>
                      <a:pt x="1003668" y="701800"/>
                      <a:pt x="1023436" y="682031"/>
                      <a:pt x="1047817" y="682025"/>
                    </a:cubicBezTo>
                    <a:close/>
                    <a:moveTo>
                      <a:pt x="723910" y="5767"/>
                    </a:moveTo>
                    <a:cubicBezTo>
                      <a:pt x="748297" y="5772"/>
                      <a:pt x="768059" y="25541"/>
                      <a:pt x="768059" y="49922"/>
                    </a:cubicBezTo>
                    <a:cubicBezTo>
                      <a:pt x="768059" y="74309"/>
                      <a:pt x="748297" y="94072"/>
                      <a:pt x="723910" y="94078"/>
                    </a:cubicBezTo>
                    <a:cubicBezTo>
                      <a:pt x="699522" y="94078"/>
                      <a:pt x="679754" y="74309"/>
                      <a:pt x="679754" y="49922"/>
                    </a:cubicBezTo>
                    <a:cubicBezTo>
                      <a:pt x="679754" y="25535"/>
                      <a:pt x="699522" y="5767"/>
                      <a:pt x="723910" y="576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6" name="Google Shape;216;p17"/>
              <p:cNvSpPr/>
              <p:nvPr/>
            </p:nvSpPr>
            <p:spPr>
              <a:xfrm>
                <a:off x="481797" y="-559931"/>
                <a:ext cx="593825" cy="371934"/>
              </a:xfrm>
              <a:custGeom>
                <a:avLst/>
                <a:gdLst/>
                <a:ahLst/>
                <a:cxnLst/>
                <a:rect l="l" t="t" r="r" b="b"/>
                <a:pathLst>
                  <a:path w="678657" h="425067" extrusionOk="0">
                    <a:moveTo>
                      <a:pt x="68497" y="32523"/>
                    </a:moveTo>
                    <a:lnTo>
                      <a:pt x="18870" y="32523"/>
                    </a:lnTo>
                    <a:cubicBezTo>
                      <a:pt x="12140" y="32621"/>
                      <a:pt x="6604" y="27248"/>
                      <a:pt x="6506" y="20518"/>
                    </a:cubicBezTo>
                    <a:cubicBezTo>
                      <a:pt x="6506" y="20518"/>
                      <a:pt x="6506" y="20512"/>
                      <a:pt x="6506" y="20512"/>
                    </a:cubicBezTo>
                    <a:lnTo>
                      <a:pt x="6506" y="20332"/>
                    </a:lnTo>
                    <a:cubicBezTo>
                      <a:pt x="6511" y="13503"/>
                      <a:pt x="12047" y="7973"/>
                      <a:pt x="18870" y="7973"/>
                    </a:cubicBezTo>
                    <a:lnTo>
                      <a:pt x="68497" y="7973"/>
                    </a:lnTo>
                    <a:cubicBezTo>
                      <a:pt x="75327" y="7973"/>
                      <a:pt x="80856" y="13503"/>
                      <a:pt x="80862" y="20332"/>
                    </a:cubicBezTo>
                    <a:cubicBezTo>
                      <a:pt x="80862" y="27063"/>
                      <a:pt x="75408" y="32517"/>
                      <a:pt x="68677" y="32517"/>
                    </a:cubicBezTo>
                    <a:close/>
                    <a:moveTo>
                      <a:pt x="80862" y="77201"/>
                    </a:moveTo>
                    <a:cubicBezTo>
                      <a:pt x="80862" y="70371"/>
                      <a:pt x="75327" y="64836"/>
                      <a:pt x="68497" y="64836"/>
                    </a:cubicBezTo>
                    <a:lnTo>
                      <a:pt x="18870" y="64836"/>
                    </a:lnTo>
                    <a:cubicBezTo>
                      <a:pt x="12041" y="64836"/>
                      <a:pt x="6506" y="70371"/>
                      <a:pt x="6506" y="77201"/>
                    </a:cubicBezTo>
                    <a:cubicBezTo>
                      <a:pt x="6511" y="84030"/>
                      <a:pt x="12047" y="89559"/>
                      <a:pt x="18870" y="89559"/>
                    </a:cubicBezTo>
                    <a:lnTo>
                      <a:pt x="68497" y="89559"/>
                    </a:lnTo>
                    <a:cubicBezTo>
                      <a:pt x="75327" y="89559"/>
                      <a:pt x="80856" y="84030"/>
                      <a:pt x="80862" y="77201"/>
                    </a:cubicBezTo>
                    <a:close/>
                    <a:moveTo>
                      <a:pt x="80862" y="134063"/>
                    </a:moveTo>
                    <a:cubicBezTo>
                      <a:pt x="80862" y="127332"/>
                      <a:pt x="75408" y="121878"/>
                      <a:pt x="68677" y="121878"/>
                    </a:cubicBezTo>
                    <a:lnTo>
                      <a:pt x="18870" y="121878"/>
                    </a:lnTo>
                    <a:cubicBezTo>
                      <a:pt x="12140" y="121780"/>
                      <a:pt x="6604" y="127153"/>
                      <a:pt x="6506" y="133883"/>
                    </a:cubicBezTo>
                    <a:cubicBezTo>
                      <a:pt x="6506" y="133883"/>
                      <a:pt x="6506" y="133883"/>
                      <a:pt x="6506" y="133883"/>
                    </a:cubicBezTo>
                    <a:lnTo>
                      <a:pt x="6506" y="134063"/>
                    </a:lnTo>
                    <a:cubicBezTo>
                      <a:pt x="6506" y="140892"/>
                      <a:pt x="12041" y="146428"/>
                      <a:pt x="18870" y="146428"/>
                    </a:cubicBezTo>
                    <a:lnTo>
                      <a:pt x="68497" y="146428"/>
                    </a:lnTo>
                    <a:cubicBezTo>
                      <a:pt x="75321" y="146422"/>
                      <a:pt x="80850" y="140898"/>
                      <a:pt x="80856" y="134075"/>
                    </a:cubicBezTo>
                    <a:close/>
                    <a:moveTo>
                      <a:pt x="80862" y="190926"/>
                    </a:moveTo>
                    <a:cubicBezTo>
                      <a:pt x="80862" y="184195"/>
                      <a:pt x="75408" y="178741"/>
                      <a:pt x="68677" y="178741"/>
                    </a:cubicBezTo>
                    <a:lnTo>
                      <a:pt x="18870" y="178741"/>
                    </a:lnTo>
                    <a:cubicBezTo>
                      <a:pt x="12093" y="177929"/>
                      <a:pt x="5937" y="182762"/>
                      <a:pt x="5119" y="189539"/>
                    </a:cubicBezTo>
                    <a:cubicBezTo>
                      <a:pt x="4306" y="196316"/>
                      <a:pt x="9140" y="202472"/>
                      <a:pt x="15917" y="203291"/>
                    </a:cubicBezTo>
                    <a:cubicBezTo>
                      <a:pt x="16897" y="203406"/>
                      <a:pt x="17889" y="203406"/>
                      <a:pt x="18870" y="203291"/>
                    </a:cubicBezTo>
                    <a:lnTo>
                      <a:pt x="68497" y="203291"/>
                    </a:lnTo>
                    <a:cubicBezTo>
                      <a:pt x="75315" y="203285"/>
                      <a:pt x="80844" y="197761"/>
                      <a:pt x="80856" y="190943"/>
                    </a:cubicBezTo>
                    <a:close/>
                    <a:moveTo>
                      <a:pt x="80862" y="247788"/>
                    </a:moveTo>
                    <a:cubicBezTo>
                      <a:pt x="80862" y="241058"/>
                      <a:pt x="75408" y="235604"/>
                      <a:pt x="68677" y="235604"/>
                    </a:cubicBezTo>
                    <a:lnTo>
                      <a:pt x="18870" y="235604"/>
                    </a:lnTo>
                    <a:cubicBezTo>
                      <a:pt x="12093" y="234791"/>
                      <a:pt x="5937" y="239624"/>
                      <a:pt x="5119" y="246402"/>
                    </a:cubicBezTo>
                    <a:cubicBezTo>
                      <a:pt x="4306" y="253179"/>
                      <a:pt x="9140" y="259335"/>
                      <a:pt x="15917" y="260153"/>
                    </a:cubicBezTo>
                    <a:cubicBezTo>
                      <a:pt x="16897" y="260269"/>
                      <a:pt x="17889" y="260269"/>
                      <a:pt x="18870" y="260153"/>
                    </a:cubicBezTo>
                    <a:lnTo>
                      <a:pt x="68497" y="260153"/>
                    </a:lnTo>
                    <a:cubicBezTo>
                      <a:pt x="75327" y="260153"/>
                      <a:pt x="80862" y="254618"/>
                      <a:pt x="80862" y="247788"/>
                    </a:cubicBezTo>
                    <a:close/>
                    <a:moveTo>
                      <a:pt x="80862" y="304651"/>
                    </a:moveTo>
                    <a:cubicBezTo>
                      <a:pt x="80862" y="297920"/>
                      <a:pt x="75408" y="292466"/>
                      <a:pt x="68677" y="292466"/>
                    </a:cubicBezTo>
                    <a:lnTo>
                      <a:pt x="18870" y="292466"/>
                    </a:lnTo>
                    <a:cubicBezTo>
                      <a:pt x="12093" y="291654"/>
                      <a:pt x="5931" y="296487"/>
                      <a:pt x="5119" y="303270"/>
                    </a:cubicBezTo>
                    <a:cubicBezTo>
                      <a:pt x="5119" y="303270"/>
                      <a:pt x="5119" y="303270"/>
                      <a:pt x="5119" y="303270"/>
                    </a:cubicBezTo>
                    <a:cubicBezTo>
                      <a:pt x="4306" y="310047"/>
                      <a:pt x="9140" y="316203"/>
                      <a:pt x="15917" y="317016"/>
                    </a:cubicBezTo>
                    <a:cubicBezTo>
                      <a:pt x="15917" y="317016"/>
                      <a:pt x="15917" y="317016"/>
                      <a:pt x="15917" y="317016"/>
                    </a:cubicBezTo>
                    <a:cubicBezTo>
                      <a:pt x="16897" y="317138"/>
                      <a:pt x="17889" y="317138"/>
                      <a:pt x="18870" y="317016"/>
                    </a:cubicBezTo>
                    <a:lnTo>
                      <a:pt x="68497" y="317016"/>
                    </a:lnTo>
                    <a:cubicBezTo>
                      <a:pt x="75321" y="317021"/>
                      <a:pt x="80856" y="311486"/>
                      <a:pt x="80862" y="304663"/>
                    </a:cubicBezTo>
                    <a:cubicBezTo>
                      <a:pt x="80862" y="304663"/>
                      <a:pt x="80862" y="304657"/>
                      <a:pt x="80862" y="304657"/>
                    </a:cubicBezTo>
                    <a:close/>
                    <a:moveTo>
                      <a:pt x="80862" y="361514"/>
                    </a:moveTo>
                    <a:cubicBezTo>
                      <a:pt x="80862" y="354783"/>
                      <a:pt x="75408" y="349329"/>
                      <a:pt x="68677" y="349329"/>
                    </a:cubicBezTo>
                    <a:lnTo>
                      <a:pt x="18870" y="349329"/>
                    </a:lnTo>
                    <a:cubicBezTo>
                      <a:pt x="12093" y="348516"/>
                      <a:pt x="5937" y="353350"/>
                      <a:pt x="5119" y="360127"/>
                    </a:cubicBezTo>
                    <a:cubicBezTo>
                      <a:pt x="4306" y="366904"/>
                      <a:pt x="9140" y="373060"/>
                      <a:pt x="15917" y="373878"/>
                    </a:cubicBezTo>
                    <a:cubicBezTo>
                      <a:pt x="16897" y="373994"/>
                      <a:pt x="17889" y="373994"/>
                      <a:pt x="18870" y="373878"/>
                    </a:cubicBezTo>
                    <a:lnTo>
                      <a:pt x="68497" y="373878"/>
                    </a:lnTo>
                    <a:cubicBezTo>
                      <a:pt x="75327" y="373878"/>
                      <a:pt x="80862" y="368343"/>
                      <a:pt x="80862" y="361514"/>
                    </a:cubicBezTo>
                    <a:close/>
                    <a:moveTo>
                      <a:pt x="80862" y="418562"/>
                    </a:moveTo>
                    <a:cubicBezTo>
                      <a:pt x="80862" y="411732"/>
                      <a:pt x="75327" y="406197"/>
                      <a:pt x="68497" y="406197"/>
                    </a:cubicBezTo>
                    <a:lnTo>
                      <a:pt x="18870" y="406197"/>
                    </a:lnTo>
                    <a:cubicBezTo>
                      <a:pt x="12093" y="405385"/>
                      <a:pt x="5937" y="410218"/>
                      <a:pt x="5119" y="416995"/>
                    </a:cubicBezTo>
                    <a:cubicBezTo>
                      <a:pt x="4306" y="423772"/>
                      <a:pt x="9140" y="429928"/>
                      <a:pt x="15917" y="430747"/>
                    </a:cubicBezTo>
                    <a:cubicBezTo>
                      <a:pt x="16897" y="430863"/>
                      <a:pt x="17889" y="430863"/>
                      <a:pt x="18870" y="430747"/>
                    </a:cubicBezTo>
                    <a:lnTo>
                      <a:pt x="68497" y="430747"/>
                    </a:lnTo>
                    <a:cubicBezTo>
                      <a:pt x="75228" y="430845"/>
                      <a:pt x="80763" y="425472"/>
                      <a:pt x="80862" y="418742"/>
                    </a:cubicBezTo>
                    <a:cubicBezTo>
                      <a:pt x="80862" y="418742"/>
                      <a:pt x="80862" y="418736"/>
                      <a:pt x="80862" y="418736"/>
                    </a:cubicBezTo>
                    <a:close/>
                    <a:moveTo>
                      <a:pt x="267012" y="20292"/>
                    </a:moveTo>
                    <a:cubicBezTo>
                      <a:pt x="267017" y="13532"/>
                      <a:pt x="261586" y="8025"/>
                      <a:pt x="254827" y="7933"/>
                    </a:cubicBezTo>
                    <a:lnTo>
                      <a:pt x="124124" y="7933"/>
                    </a:lnTo>
                    <a:cubicBezTo>
                      <a:pt x="117335" y="8025"/>
                      <a:pt x="111858" y="13503"/>
                      <a:pt x="111765" y="20292"/>
                    </a:cubicBezTo>
                    <a:cubicBezTo>
                      <a:pt x="111858" y="27051"/>
                      <a:pt x="117364" y="32476"/>
                      <a:pt x="124124" y="32476"/>
                    </a:cubicBezTo>
                    <a:lnTo>
                      <a:pt x="254821" y="32476"/>
                    </a:lnTo>
                    <a:cubicBezTo>
                      <a:pt x="261552" y="32476"/>
                      <a:pt x="267006" y="27022"/>
                      <a:pt x="267006" y="20292"/>
                    </a:cubicBezTo>
                    <a:close/>
                    <a:moveTo>
                      <a:pt x="267012" y="77154"/>
                    </a:moveTo>
                    <a:cubicBezTo>
                      <a:pt x="267012" y="70394"/>
                      <a:pt x="261586" y="64888"/>
                      <a:pt x="254827" y="64789"/>
                    </a:cubicBezTo>
                    <a:lnTo>
                      <a:pt x="124124" y="64789"/>
                    </a:lnTo>
                    <a:cubicBezTo>
                      <a:pt x="117295" y="64795"/>
                      <a:pt x="111765" y="70325"/>
                      <a:pt x="111765" y="77154"/>
                    </a:cubicBezTo>
                    <a:cubicBezTo>
                      <a:pt x="111765" y="83977"/>
                      <a:pt x="117300" y="89513"/>
                      <a:pt x="124124" y="89513"/>
                    </a:cubicBezTo>
                    <a:lnTo>
                      <a:pt x="254821" y="89513"/>
                    </a:lnTo>
                    <a:cubicBezTo>
                      <a:pt x="261581" y="89420"/>
                      <a:pt x="267012" y="83914"/>
                      <a:pt x="267006" y="77154"/>
                    </a:cubicBezTo>
                    <a:close/>
                    <a:moveTo>
                      <a:pt x="267012" y="134017"/>
                    </a:moveTo>
                    <a:cubicBezTo>
                      <a:pt x="267012" y="127286"/>
                      <a:pt x="261557" y="121832"/>
                      <a:pt x="254827" y="121832"/>
                    </a:cubicBezTo>
                    <a:lnTo>
                      <a:pt x="124124" y="121832"/>
                    </a:lnTo>
                    <a:cubicBezTo>
                      <a:pt x="117364" y="121826"/>
                      <a:pt x="111858" y="127257"/>
                      <a:pt x="111765" y="134017"/>
                    </a:cubicBezTo>
                    <a:cubicBezTo>
                      <a:pt x="111858" y="140806"/>
                      <a:pt x="117335" y="146283"/>
                      <a:pt x="124124" y="146381"/>
                    </a:cubicBezTo>
                    <a:lnTo>
                      <a:pt x="254821" y="146381"/>
                    </a:lnTo>
                    <a:cubicBezTo>
                      <a:pt x="261581" y="146283"/>
                      <a:pt x="267006" y="140776"/>
                      <a:pt x="267006" y="134017"/>
                    </a:cubicBezTo>
                    <a:close/>
                    <a:moveTo>
                      <a:pt x="267012" y="190879"/>
                    </a:moveTo>
                    <a:cubicBezTo>
                      <a:pt x="267012" y="184149"/>
                      <a:pt x="261557" y="178694"/>
                      <a:pt x="254827" y="178694"/>
                    </a:cubicBezTo>
                    <a:lnTo>
                      <a:pt x="124124" y="178694"/>
                    </a:lnTo>
                    <a:cubicBezTo>
                      <a:pt x="117347" y="177882"/>
                      <a:pt x="111191" y="182716"/>
                      <a:pt x="110378" y="189492"/>
                    </a:cubicBezTo>
                    <a:cubicBezTo>
                      <a:pt x="110378" y="189492"/>
                      <a:pt x="110378" y="189492"/>
                      <a:pt x="110378" y="189492"/>
                    </a:cubicBezTo>
                    <a:cubicBezTo>
                      <a:pt x="109560" y="196270"/>
                      <a:pt x="114394" y="202426"/>
                      <a:pt x="121170" y="203244"/>
                    </a:cubicBezTo>
                    <a:cubicBezTo>
                      <a:pt x="121170" y="203244"/>
                      <a:pt x="121176" y="203244"/>
                      <a:pt x="121176" y="203244"/>
                    </a:cubicBezTo>
                    <a:cubicBezTo>
                      <a:pt x="122157" y="203360"/>
                      <a:pt x="123143" y="203360"/>
                      <a:pt x="124124" y="203244"/>
                    </a:cubicBezTo>
                    <a:lnTo>
                      <a:pt x="254821" y="203244"/>
                    </a:lnTo>
                    <a:cubicBezTo>
                      <a:pt x="261552" y="203244"/>
                      <a:pt x="267006" y="197790"/>
                      <a:pt x="267006" y="191059"/>
                    </a:cubicBezTo>
                    <a:cubicBezTo>
                      <a:pt x="267006" y="191001"/>
                      <a:pt x="267006" y="190937"/>
                      <a:pt x="267006" y="190879"/>
                    </a:cubicBezTo>
                    <a:close/>
                    <a:moveTo>
                      <a:pt x="267012" y="247742"/>
                    </a:moveTo>
                    <a:cubicBezTo>
                      <a:pt x="267012" y="241011"/>
                      <a:pt x="261557" y="235557"/>
                      <a:pt x="254827" y="235557"/>
                    </a:cubicBezTo>
                    <a:lnTo>
                      <a:pt x="124124" y="235557"/>
                    </a:lnTo>
                    <a:cubicBezTo>
                      <a:pt x="117347" y="234745"/>
                      <a:pt x="111191" y="239578"/>
                      <a:pt x="110378" y="246355"/>
                    </a:cubicBezTo>
                    <a:cubicBezTo>
                      <a:pt x="110378" y="246355"/>
                      <a:pt x="110378" y="246355"/>
                      <a:pt x="110378" y="246355"/>
                    </a:cubicBezTo>
                    <a:cubicBezTo>
                      <a:pt x="109560" y="253132"/>
                      <a:pt x="114394" y="259288"/>
                      <a:pt x="121170" y="260107"/>
                    </a:cubicBezTo>
                    <a:cubicBezTo>
                      <a:pt x="121170" y="260107"/>
                      <a:pt x="121176" y="260107"/>
                      <a:pt x="121176" y="260107"/>
                    </a:cubicBezTo>
                    <a:cubicBezTo>
                      <a:pt x="122157" y="260228"/>
                      <a:pt x="123143" y="260228"/>
                      <a:pt x="124124" y="260107"/>
                    </a:cubicBezTo>
                    <a:lnTo>
                      <a:pt x="254821" y="260107"/>
                    </a:lnTo>
                    <a:cubicBezTo>
                      <a:pt x="261552" y="260107"/>
                      <a:pt x="267006" y="254653"/>
                      <a:pt x="267006" y="247922"/>
                    </a:cubicBezTo>
                    <a:cubicBezTo>
                      <a:pt x="267006" y="247864"/>
                      <a:pt x="267006" y="247806"/>
                      <a:pt x="267006" y="247742"/>
                    </a:cubicBezTo>
                    <a:close/>
                    <a:moveTo>
                      <a:pt x="423494" y="304605"/>
                    </a:moveTo>
                    <a:cubicBezTo>
                      <a:pt x="423494" y="297874"/>
                      <a:pt x="418040" y="292420"/>
                      <a:pt x="411309" y="292420"/>
                    </a:cubicBezTo>
                    <a:lnTo>
                      <a:pt x="280606" y="292420"/>
                    </a:lnTo>
                    <a:cubicBezTo>
                      <a:pt x="273829" y="291601"/>
                      <a:pt x="267673" y="296435"/>
                      <a:pt x="266855" y="303212"/>
                    </a:cubicBezTo>
                    <a:cubicBezTo>
                      <a:pt x="266855" y="303212"/>
                      <a:pt x="266855" y="303218"/>
                      <a:pt x="266855" y="303218"/>
                    </a:cubicBezTo>
                    <a:cubicBezTo>
                      <a:pt x="266043" y="310001"/>
                      <a:pt x="270882" y="316151"/>
                      <a:pt x="277659" y="316969"/>
                    </a:cubicBezTo>
                    <a:cubicBezTo>
                      <a:pt x="278639" y="317085"/>
                      <a:pt x="279626" y="317085"/>
                      <a:pt x="280606" y="316969"/>
                    </a:cubicBezTo>
                    <a:lnTo>
                      <a:pt x="411123" y="316969"/>
                    </a:lnTo>
                    <a:cubicBezTo>
                      <a:pt x="417953" y="316969"/>
                      <a:pt x="423488" y="311434"/>
                      <a:pt x="423488" y="304605"/>
                    </a:cubicBezTo>
                    <a:close/>
                    <a:moveTo>
                      <a:pt x="423494" y="361467"/>
                    </a:moveTo>
                    <a:cubicBezTo>
                      <a:pt x="423494" y="354736"/>
                      <a:pt x="418040" y="349282"/>
                      <a:pt x="411309" y="349282"/>
                    </a:cubicBezTo>
                    <a:lnTo>
                      <a:pt x="280606" y="349282"/>
                    </a:lnTo>
                    <a:cubicBezTo>
                      <a:pt x="273829" y="348470"/>
                      <a:pt x="267673" y="353303"/>
                      <a:pt x="266855" y="360080"/>
                    </a:cubicBezTo>
                    <a:cubicBezTo>
                      <a:pt x="266043" y="366857"/>
                      <a:pt x="270882" y="373014"/>
                      <a:pt x="277659" y="373832"/>
                    </a:cubicBezTo>
                    <a:cubicBezTo>
                      <a:pt x="278639" y="373948"/>
                      <a:pt x="279626" y="373948"/>
                      <a:pt x="280606" y="373832"/>
                    </a:cubicBezTo>
                    <a:lnTo>
                      <a:pt x="411123" y="373832"/>
                    </a:lnTo>
                    <a:cubicBezTo>
                      <a:pt x="417953" y="373832"/>
                      <a:pt x="423488" y="368296"/>
                      <a:pt x="423488" y="361467"/>
                    </a:cubicBezTo>
                    <a:close/>
                    <a:moveTo>
                      <a:pt x="423494" y="418515"/>
                    </a:moveTo>
                    <a:cubicBezTo>
                      <a:pt x="423494" y="411686"/>
                      <a:pt x="417958" y="406151"/>
                      <a:pt x="411129" y="406151"/>
                    </a:cubicBezTo>
                    <a:lnTo>
                      <a:pt x="280606" y="406151"/>
                    </a:lnTo>
                    <a:cubicBezTo>
                      <a:pt x="273829" y="405338"/>
                      <a:pt x="267673" y="410172"/>
                      <a:pt x="266855" y="416949"/>
                    </a:cubicBezTo>
                    <a:cubicBezTo>
                      <a:pt x="266043" y="423726"/>
                      <a:pt x="270876" y="429888"/>
                      <a:pt x="277659" y="430700"/>
                    </a:cubicBezTo>
                    <a:cubicBezTo>
                      <a:pt x="277659" y="430700"/>
                      <a:pt x="277659" y="430700"/>
                      <a:pt x="277659" y="430700"/>
                    </a:cubicBezTo>
                    <a:cubicBezTo>
                      <a:pt x="278639" y="430816"/>
                      <a:pt x="279626" y="430816"/>
                      <a:pt x="280606" y="430700"/>
                    </a:cubicBezTo>
                    <a:lnTo>
                      <a:pt x="411123" y="430700"/>
                    </a:lnTo>
                    <a:cubicBezTo>
                      <a:pt x="417854" y="430799"/>
                      <a:pt x="423390" y="425426"/>
                      <a:pt x="423488" y="418695"/>
                    </a:cubicBezTo>
                    <a:cubicBezTo>
                      <a:pt x="423488" y="418695"/>
                      <a:pt x="423488" y="418690"/>
                      <a:pt x="423488" y="418690"/>
                    </a:cubicBezTo>
                    <a:lnTo>
                      <a:pt x="423488" y="418515"/>
                    </a:lnTo>
                    <a:close/>
                    <a:moveTo>
                      <a:pt x="324588" y="20245"/>
                    </a:moveTo>
                    <a:cubicBezTo>
                      <a:pt x="324686" y="12348"/>
                      <a:pt x="318368" y="5867"/>
                      <a:pt x="310471" y="5768"/>
                    </a:cubicBezTo>
                    <a:cubicBezTo>
                      <a:pt x="310471" y="5768"/>
                      <a:pt x="310465" y="5768"/>
                      <a:pt x="310459" y="5768"/>
                    </a:cubicBezTo>
                    <a:cubicBezTo>
                      <a:pt x="302562" y="5670"/>
                      <a:pt x="296081" y="11988"/>
                      <a:pt x="295983" y="19885"/>
                    </a:cubicBezTo>
                    <a:cubicBezTo>
                      <a:pt x="295983" y="19885"/>
                      <a:pt x="295983" y="19891"/>
                      <a:pt x="295983" y="19897"/>
                    </a:cubicBezTo>
                    <a:cubicBezTo>
                      <a:pt x="295884" y="27794"/>
                      <a:pt x="302208" y="34275"/>
                      <a:pt x="310111" y="34374"/>
                    </a:cubicBezTo>
                    <a:cubicBezTo>
                      <a:pt x="310111" y="34374"/>
                      <a:pt x="310111" y="34374"/>
                      <a:pt x="310111" y="34374"/>
                    </a:cubicBezTo>
                    <a:lnTo>
                      <a:pt x="310285" y="34374"/>
                    </a:lnTo>
                    <a:cubicBezTo>
                      <a:pt x="318118" y="34379"/>
                      <a:pt x="324495" y="28078"/>
                      <a:pt x="324588" y="20245"/>
                    </a:cubicBezTo>
                    <a:close/>
                    <a:moveTo>
                      <a:pt x="367154" y="20245"/>
                    </a:moveTo>
                    <a:cubicBezTo>
                      <a:pt x="367252" y="12348"/>
                      <a:pt x="360934" y="5867"/>
                      <a:pt x="353037" y="5768"/>
                    </a:cubicBezTo>
                    <a:cubicBezTo>
                      <a:pt x="353037" y="5768"/>
                      <a:pt x="353031" y="5768"/>
                      <a:pt x="353025" y="5768"/>
                    </a:cubicBezTo>
                    <a:cubicBezTo>
                      <a:pt x="345128" y="5658"/>
                      <a:pt x="338635" y="11965"/>
                      <a:pt x="338519" y="19868"/>
                    </a:cubicBezTo>
                    <a:cubicBezTo>
                      <a:pt x="338519" y="19874"/>
                      <a:pt x="338519" y="19885"/>
                      <a:pt x="338519" y="19897"/>
                    </a:cubicBezTo>
                    <a:cubicBezTo>
                      <a:pt x="338426" y="27794"/>
                      <a:pt x="344751" y="34275"/>
                      <a:pt x="352648" y="34374"/>
                    </a:cubicBezTo>
                    <a:cubicBezTo>
                      <a:pt x="352770" y="34374"/>
                      <a:pt x="352886" y="34374"/>
                      <a:pt x="353002" y="34374"/>
                    </a:cubicBezTo>
                    <a:cubicBezTo>
                      <a:pt x="360800" y="34588"/>
                      <a:pt x="367293" y="28438"/>
                      <a:pt x="367508" y="20645"/>
                    </a:cubicBezTo>
                    <a:cubicBezTo>
                      <a:pt x="367508" y="20628"/>
                      <a:pt x="367508" y="20616"/>
                      <a:pt x="367508" y="20605"/>
                    </a:cubicBezTo>
                    <a:cubicBezTo>
                      <a:pt x="367508" y="20483"/>
                      <a:pt x="367508" y="20367"/>
                      <a:pt x="367508" y="20245"/>
                    </a:cubicBezTo>
                    <a:close/>
                    <a:moveTo>
                      <a:pt x="409893" y="20245"/>
                    </a:moveTo>
                    <a:cubicBezTo>
                      <a:pt x="409992" y="12348"/>
                      <a:pt x="403673" y="5867"/>
                      <a:pt x="395776" y="5768"/>
                    </a:cubicBezTo>
                    <a:cubicBezTo>
                      <a:pt x="395776" y="5768"/>
                      <a:pt x="395771" y="5768"/>
                      <a:pt x="395765" y="5768"/>
                    </a:cubicBezTo>
                    <a:cubicBezTo>
                      <a:pt x="387868" y="5652"/>
                      <a:pt x="381375" y="11959"/>
                      <a:pt x="381259" y="19856"/>
                    </a:cubicBezTo>
                    <a:cubicBezTo>
                      <a:pt x="381259" y="19868"/>
                      <a:pt x="381259" y="19880"/>
                      <a:pt x="381259" y="19897"/>
                    </a:cubicBezTo>
                    <a:cubicBezTo>
                      <a:pt x="381160" y="27794"/>
                      <a:pt x="387485" y="34275"/>
                      <a:pt x="395382" y="34374"/>
                    </a:cubicBezTo>
                    <a:lnTo>
                      <a:pt x="395562" y="34374"/>
                    </a:lnTo>
                    <a:cubicBezTo>
                      <a:pt x="403395" y="34379"/>
                      <a:pt x="409771" y="28078"/>
                      <a:pt x="409864" y="20245"/>
                    </a:cubicBezTo>
                    <a:close/>
                    <a:moveTo>
                      <a:pt x="452459" y="20245"/>
                    </a:moveTo>
                    <a:cubicBezTo>
                      <a:pt x="452558" y="12348"/>
                      <a:pt x="446233" y="5867"/>
                      <a:pt x="438331" y="5768"/>
                    </a:cubicBezTo>
                    <a:cubicBezTo>
                      <a:pt x="438331" y="5768"/>
                      <a:pt x="438331" y="5768"/>
                      <a:pt x="438331" y="5768"/>
                    </a:cubicBezTo>
                    <a:cubicBezTo>
                      <a:pt x="430433" y="5658"/>
                      <a:pt x="423941" y="11965"/>
                      <a:pt x="423825" y="19868"/>
                    </a:cubicBezTo>
                    <a:cubicBezTo>
                      <a:pt x="423825" y="19874"/>
                      <a:pt x="423825" y="19885"/>
                      <a:pt x="423825" y="19897"/>
                    </a:cubicBezTo>
                    <a:cubicBezTo>
                      <a:pt x="423732" y="27794"/>
                      <a:pt x="430056" y="34275"/>
                      <a:pt x="437953" y="34374"/>
                    </a:cubicBezTo>
                    <a:cubicBezTo>
                      <a:pt x="438075" y="34374"/>
                      <a:pt x="438191" y="34374"/>
                      <a:pt x="438307" y="34374"/>
                    </a:cubicBezTo>
                    <a:cubicBezTo>
                      <a:pt x="446111" y="34374"/>
                      <a:pt x="452436" y="28049"/>
                      <a:pt x="452436" y="20245"/>
                    </a:cubicBezTo>
                    <a:close/>
                    <a:moveTo>
                      <a:pt x="495199" y="20245"/>
                    </a:moveTo>
                    <a:cubicBezTo>
                      <a:pt x="495297" y="12348"/>
                      <a:pt x="488979" y="5867"/>
                      <a:pt x="481082" y="5768"/>
                    </a:cubicBezTo>
                    <a:cubicBezTo>
                      <a:pt x="481082" y="5768"/>
                      <a:pt x="481076" y="5768"/>
                      <a:pt x="481070" y="5768"/>
                    </a:cubicBezTo>
                    <a:cubicBezTo>
                      <a:pt x="473168" y="5658"/>
                      <a:pt x="466675" y="11977"/>
                      <a:pt x="466564" y="19880"/>
                    </a:cubicBezTo>
                    <a:cubicBezTo>
                      <a:pt x="466564" y="19885"/>
                      <a:pt x="466564" y="19891"/>
                      <a:pt x="466564" y="19897"/>
                    </a:cubicBezTo>
                    <a:cubicBezTo>
                      <a:pt x="466472" y="27800"/>
                      <a:pt x="472796" y="34281"/>
                      <a:pt x="480699" y="34374"/>
                    </a:cubicBezTo>
                    <a:cubicBezTo>
                      <a:pt x="480815" y="34374"/>
                      <a:pt x="480931" y="34374"/>
                      <a:pt x="481047" y="34374"/>
                    </a:cubicBezTo>
                    <a:cubicBezTo>
                      <a:pt x="488851" y="34374"/>
                      <a:pt x="495176" y="28049"/>
                      <a:pt x="495176" y="20245"/>
                    </a:cubicBezTo>
                    <a:close/>
                    <a:moveTo>
                      <a:pt x="537939" y="20245"/>
                    </a:moveTo>
                    <a:cubicBezTo>
                      <a:pt x="538037" y="12348"/>
                      <a:pt x="531719" y="5867"/>
                      <a:pt x="523822" y="5768"/>
                    </a:cubicBezTo>
                    <a:cubicBezTo>
                      <a:pt x="523822" y="5768"/>
                      <a:pt x="523816" y="5768"/>
                      <a:pt x="523810" y="5768"/>
                    </a:cubicBezTo>
                    <a:cubicBezTo>
                      <a:pt x="515913" y="5670"/>
                      <a:pt x="509432" y="11988"/>
                      <a:pt x="509333" y="19885"/>
                    </a:cubicBezTo>
                    <a:cubicBezTo>
                      <a:pt x="509333" y="19885"/>
                      <a:pt x="509333" y="19891"/>
                      <a:pt x="509333" y="19897"/>
                    </a:cubicBezTo>
                    <a:cubicBezTo>
                      <a:pt x="509235" y="27794"/>
                      <a:pt x="515559" y="34275"/>
                      <a:pt x="523462" y="34374"/>
                    </a:cubicBezTo>
                    <a:cubicBezTo>
                      <a:pt x="523462" y="34374"/>
                      <a:pt x="523462" y="34374"/>
                      <a:pt x="523462" y="34374"/>
                    </a:cubicBezTo>
                    <a:lnTo>
                      <a:pt x="523636" y="34374"/>
                    </a:lnTo>
                    <a:cubicBezTo>
                      <a:pt x="531469" y="34379"/>
                      <a:pt x="537846" y="28078"/>
                      <a:pt x="537939" y="20245"/>
                    </a:cubicBezTo>
                    <a:close/>
                    <a:moveTo>
                      <a:pt x="324588" y="133970"/>
                    </a:moveTo>
                    <a:cubicBezTo>
                      <a:pt x="324588" y="126067"/>
                      <a:pt x="318188" y="119668"/>
                      <a:pt x="310285" y="119662"/>
                    </a:cubicBezTo>
                    <a:cubicBezTo>
                      <a:pt x="302382" y="119662"/>
                      <a:pt x="295977" y="126067"/>
                      <a:pt x="295977" y="133970"/>
                    </a:cubicBezTo>
                    <a:cubicBezTo>
                      <a:pt x="295930" y="141867"/>
                      <a:pt x="302301" y="148308"/>
                      <a:pt x="310198" y="148354"/>
                    </a:cubicBezTo>
                    <a:cubicBezTo>
                      <a:pt x="310227" y="148354"/>
                      <a:pt x="310250" y="148354"/>
                      <a:pt x="310279" y="148354"/>
                    </a:cubicBezTo>
                    <a:lnTo>
                      <a:pt x="310279" y="148354"/>
                    </a:lnTo>
                    <a:cubicBezTo>
                      <a:pt x="318072" y="148453"/>
                      <a:pt x="324472" y="142221"/>
                      <a:pt x="324582" y="134429"/>
                    </a:cubicBezTo>
                    <a:cubicBezTo>
                      <a:pt x="324582" y="134312"/>
                      <a:pt x="324582" y="134191"/>
                      <a:pt x="324582" y="134075"/>
                    </a:cubicBezTo>
                    <a:close/>
                    <a:moveTo>
                      <a:pt x="367154" y="133970"/>
                    </a:moveTo>
                    <a:cubicBezTo>
                      <a:pt x="367159" y="126073"/>
                      <a:pt x="360760" y="119673"/>
                      <a:pt x="352862" y="119668"/>
                    </a:cubicBezTo>
                    <a:cubicBezTo>
                      <a:pt x="352857" y="119668"/>
                      <a:pt x="352851" y="119668"/>
                      <a:pt x="352845" y="119668"/>
                    </a:cubicBezTo>
                    <a:cubicBezTo>
                      <a:pt x="344948" y="119668"/>
                      <a:pt x="338542" y="126073"/>
                      <a:pt x="338542" y="133970"/>
                    </a:cubicBezTo>
                    <a:cubicBezTo>
                      <a:pt x="338542" y="141873"/>
                      <a:pt x="344948" y="148279"/>
                      <a:pt x="352851" y="148279"/>
                    </a:cubicBezTo>
                    <a:lnTo>
                      <a:pt x="353025" y="148279"/>
                    </a:lnTo>
                    <a:cubicBezTo>
                      <a:pt x="360823" y="148494"/>
                      <a:pt x="367316" y="142343"/>
                      <a:pt x="367531" y="134550"/>
                    </a:cubicBezTo>
                    <a:cubicBezTo>
                      <a:pt x="367531" y="134533"/>
                      <a:pt x="367531" y="134522"/>
                      <a:pt x="367531" y="134510"/>
                    </a:cubicBezTo>
                    <a:cubicBezTo>
                      <a:pt x="367531" y="134330"/>
                      <a:pt x="367531" y="134156"/>
                      <a:pt x="367531" y="133976"/>
                    </a:cubicBezTo>
                    <a:close/>
                    <a:moveTo>
                      <a:pt x="409893" y="133970"/>
                    </a:moveTo>
                    <a:cubicBezTo>
                      <a:pt x="409893" y="126067"/>
                      <a:pt x="403493" y="119668"/>
                      <a:pt x="395591" y="119662"/>
                    </a:cubicBezTo>
                    <a:cubicBezTo>
                      <a:pt x="387688" y="119662"/>
                      <a:pt x="381282" y="126067"/>
                      <a:pt x="381282" y="133970"/>
                    </a:cubicBezTo>
                    <a:cubicBezTo>
                      <a:pt x="381282" y="141867"/>
                      <a:pt x="387688" y="148273"/>
                      <a:pt x="395585" y="148273"/>
                    </a:cubicBezTo>
                    <a:cubicBezTo>
                      <a:pt x="395585" y="148273"/>
                      <a:pt x="395591" y="148273"/>
                      <a:pt x="395591" y="148273"/>
                    </a:cubicBezTo>
                    <a:lnTo>
                      <a:pt x="395591" y="148273"/>
                    </a:lnTo>
                    <a:cubicBezTo>
                      <a:pt x="403383" y="148371"/>
                      <a:pt x="409783" y="142140"/>
                      <a:pt x="409893" y="134347"/>
                    </a:cubicBezTo>
                    <a:cubicBezTo>
                      <a:pt x="409893" y="134231"/>
                      <a:pt x="409893" y="134110"/>
                      <a:pt x="409893" y="133993"/>
                    </a:cubicBezTo>
                    <a:close/>
                    <a:moveTo>
                      <a:pt x="452459" y="133970"/>
                    </a:moveTo>
                    <a:cubicBezTo>
                      <a:pt x="452465" y="126073"/>
                      <a:pt x="446065" y="119673"/>
                      <a:pt x="438168" y="119668"/>
                    </a:cubicBezTo>
                    <a:cubicBezTo>
                      <a:pt x="438162" y="119668"/>
                      <a:pt x="438156" y="119668"/>
                      <a:pt x="438151" y="119668"/>
                    </a:cubicBezTo>
                    <a:cubicBezTo>
                      <a:pt x="430254" y="119668"/>
                      <a:pt x="423848" y="126073"/>
                      <a:pt x="423848" y="133970"/>
                    </a:cubicBezTo>
                    <a:cubicBezTo>
                      <a:pt x="423848" y="141873"/>
                      <a:pt x="430254" y="148279"/>
                      <a:pt x="438156" y="148279"/>
                    </a:cubicBezTo>
                    <a:lnTo>
                      <a:pt x="438331" y="148279"/>
                    </a:lnTo>
                    <a:cubicBezTo>
                      <a:pt x="446129" y="148284"/>
                      <a:pt x="452453" y="141960"/>
                      <a:pt x="452459" y="134162"/>
                    </a:cubicBezTo>
                    <a:cubicBezTo>
                      <a:pt x="452459" y="134162"/>
                      <a:pt x="452459" y="134156"/>
                      <a:pt x="452459" y="134156"/>
                    </a:cubicBezTo>
                    <a:lnTo>
                      <a:pt x="452459" y="133976"/>
                    </a:lnTo>
                    <a:close/>
                    <a:moveTo>
                      <a:pt x="495199" y="133970"/>
                    </a:moveTo>
                    <a:cubicBezTo>
                      <a:pt x="495205" y="126073"/>
                      <a:pt x="488805" y="119673"/>
                      <a:pt x="480908" y="119668"/>
                    </a:cubicBezTo>
                    <a:cubicBezTo>
                      <a:pt x="480902" y="119668"/>
                      <a:pt x="480896" y="119668"/>
                      <a:pt x="480891" y="119668"/>
                    </a:cubicBezTo>
                    <a:cubicBezTo>
                      <a:pt x="472993" y="119668"/>
                      <a:pt x="466588" y="126073"/>
                      <a:pt x="466588" y="133970"/>
                    </a:cubicBezTo>
                    <a:cubicBezTo>
                      <a:pt x="466588" y="141873"/>
                      <a:pt x="472993" y="148279"/>
                      <a:pt x="480896" y="148279"/>
                    </a:cubicBezTo>
                    <a:lnTo>
                      <a:pt x="481070" y="148279"/>
                    </a:lnTo>
                    <a:cubicBezTo>
                      <a:pt x="488869" y="148284"/>
                      <a:pt x="495193" y="141960"/>
                      <a:pt x="495199" y="134162"/>
                    </a:cubicBezTo>
                    <a:cubicBezTo>
                      <a:pt x="495199" y="134162"/>
                      <a:pt x="495199" y="134156"/>
                      <a:pt x="495199" y="134156"/>
                    </a:cubicBezTo>
                    <a:lnTo>
                      <a:pt x="495199" y="133976"/>
                    </a:lnTo>
                    <a:close/>
                    <a:moveTo>
                      <a:pt x="537939" y="133970"/>
                    </a:moveTo>
                    <a:cubicBezTo>
                      <a:pt x="537944" y="126073"/>
                      <a:pt x="531539" y="119668"/>
                      <a:pt x="523642" y="119662"/>
                    </a:cubicBezTo>
                    <a:cubicBezTo>
                      <a:pt x="523642" y="119662"/>
                      <a:pt x="523636" y="119662"/>
                      <a:pt x="523636" y="119662"/>
                    </a:cubicBezTo>
                    <a:cubicBezTo>
                      <a:pt x="515733" y="119662"/>
                      <a:pt x="509327" y="126067"/>
                      <a:pt x="509327" y="133970"/>
                    </a:cubicBezTo>
                    <a:cubicBezTo>
                      <a:pt x="509281" y="141867"/>
                      <a:pt x="515652" y="148308"/>
                      <a:pt x="523549" y="148354"/>
                    </a:cubicBezTo>
                    <a:cubicBezTo>
                      <a:pt x="523578" y="148354"/>
                      <a:pt x="523601" y="148354"/>
                      <a:pt x="523630" y="148354"/>
                    </a:cubicBezTo>
                    <a:lnTo>
                      <a:pt x="523630" y="148354"/>
                    </a:lnTo>
                    <a:cubicBezTo>
                      <a:pt x="531423" y="148453"/>
                      <a:pt x="537823" y="142221"/>
                      <a:pt x="537933" y="134429"/>
                    </a:cubicBezTo>
                    <a:cubicBezTo>
                      <a:pt x="537933" y="134312"/>
                      <a:pt x="537933" y="134191"/>
                      <a:pt x="537933" y="134075"/>
                    </a:cubicBezTo>
                    <a:close/>
                    <a:moveTo>
                      <a:pt x="470295" y="298396"/>
                    </a:moveTo>
                    <a:cubicBezTo>
                      <a:pt x="470295" y="290499"/>
                      <a:pt x="463890" y="284093"/>
                      <a:pt x="455993" y="284093"/>
                    </a:cubicBezTo>
                    <a:cubicBezTo>
                      <a:pt x="448090" y="284093"/>
                      <a:pt x="441684" y="290499"/>
                      <a:pt x="441684" y="298402"/>
                    </a:cubicBezTo>
                    <a:cubicBezTo>
                      <a:pt x="441690" y="306305"/>
                      <a:pt x="448090" y="312704"/>
                      <a:pt x="455993" y="312704"/>
                    </a:cubicBezTo>
                    <a:lnTo>
                      <a:pt x="456167" y="312704"/>
                    </a:lnTo>
                    <a:cubicBezTo>
                      <a:pt x="463971" y="312704"/>
                      <a:pt x="470295" y="306380"/>
                      <a:pt x="470301" y="298576"/>
                    </a:cubicBezTo>
                    <a:cubicBezTo>
                      <a:pt x="470295" y="298634"/>
                      <a:pt x="470290" y="298564"/>
                      <a:pt x="470290" y="298500"/>
                    </a:cubicBezTo>
                    <a:close/>
                    <a:moveTo>
                      <a:pt x="513041" y="298396"/>
                    </a:moveTo>
                    <a:cubicBezTo>
                      <a:pt x="513035" y="290493"/>
                      <a:pt x="506635" y="284093"/>
                      <a:pt x="498733" y="284093"/>
                    </a:cubicBezTo>
                    <a:cubicBezTo>
                      <a:pt x="490830" y="284093"/>
                      <a:pt x="484430" y="290493"/>
                      <a:pt x="484424" y="298396"/>
                    </a:cubicBezTo>
                    <a:cubicBezTo>
                      <a:pt x="484424" y="306299"/>
                      <a:pt x="490830" y="312704"/>
                      <a:pt x="498733" y="312704"/>
                    </a:cubicBezTo>
                    <a:lnTo>
                      <a:pt x="498733" y="312704"/>
                    </a:lnTo>
                    <a:cubicBezTo>
                      <a:pt x="506525" y="312803"/>
                      <a:pt x="512925" y="306572"/>
                      <a:pt x="513041" y="298779"/>
                    </a:cubicBezTo>
                    <a:close/>
                    <a:moveTo>
                      <a:pt x="555601" y="298396"/>
                    </a:moveTo>
                    <a:cubicBezTo>
                      <a:pt x="555601" y="290499"/>
                      <a:pt x="549195" y="284093"/>
                      <a:pt x="541298" y="284093"/>
                    </a:cubicBezTo>
                    <a:cubicBezTo>
                      <a:pt x="533395" y="284093"/>
                      <a:pt x="526990" y="290499"/>
                      <a:pt x="526990" y="298402"/>
                    </a:cubicBezTo>
                    <a:cubicBezTo>
                      <a:pt x="526996" y="306305"/>
                      <a:pt x="533395" y="312704"/>
                      <a:pt x="541298" y="312704"/>
                    </a:cubicBezTo>
                    <a:lnTo>
                      <a:pt x="541472" y="312704"/>
                    </a:lnTo>
                    <a:cubicBezTo>
                      <a:pt x="549276" y="312704"/>
                      <a:pt x="555601" y="306380"/>
                      <a:pt x="555601" y="298576"/>
                    </a:cubicBezTo>
                    <a:lnTo>
                      <a:pt x="555601" y="298396"/>
                    </a:lnTo>
                    <a:close/>
                    <a:moveTo>
                      <a:pt x="598341" y="298396"/>
                    </a:moveTo>
                    <a:cubicBezTo>
                      <a:pt x="598341" y="290499"/>
                      <a:pt x="591935" y="284093"/>
                      <a:pt x="584038" y="284093"/>
                    </a:cubicBezTo>
                    <a:cubicBezTo>
                      <a:pt x="576141" y="284093"/>
                      <a:pt x="569735" y="290493"/>
                      <a:pt x="569730" y="298396"/>
                    </a:cubicBezTo>
                    <a:cubicBezTo>
                      <a:pt x="569730" y="306299"/>
                      <a:pt x="576135" y="312704"/>
                      <a:pt x="584038" y="312704"/>
                    </a:cubicBezTo>
                    <a:lnTo>
                      <a:pt x="584038" y="312704"/>
                    </a:lnTo>
                    <a:cubicBezTo>
                      <a:pt x="591830" y="312803"/>
                      <a:pt x="598231" y="306572"/>
                      <a:pt x="598341" y="298779"/>
                    </a:cubicBezTo>
                    <a:cubicBezTo>
                      <a:pt x="598341" y="298738"/>
                      <a:pt x="598341" y="298634"/>
                      <a:pt x="598335" y="298500"/>
                    </a:cubicBezTo>
                    <a:close/>
                    <a:moveTo>
                      <a:pt x="640906" y="298396"/>
                    </a:moveTo>
                    <a:cubicBezTo>
                      <a:pt x="640906" y="290499"/>
                      <a:pt x="634501" y="284093"/>
                      <a:pt x="626604" y="284093"/>
                    </a:cubicBezTo>
                    <a:cubicBezTo>
                      <a:pt x="618701" y="284093"/>
                      <a:pt x="612295" y="290499"/>
                      <a:pt x="612295" y="298402"/>
                    </a:cubicBezTo>
                    <a:cubicBezTo>
                      <a:pt x="612301" y="306305"/>
                      <a:pt x="618701" y="312704"/>
                      <a:pt x="626604" y="312704"/>
                    </a:cubicBezTo>
                    <a:lnTo>
                      <a:pt x="626778" y="312704"/>
                    </a:lnTo>
                    <a:cubicBezTo>
                      <a:pt x="634582" y="312704"/>
                      <a:pt x="640906" y="306380"/>
                      <a:pt x="640906" y="298576"/>
                    </a:cubicBezTo>
                    <a:lnTo>
                      <a:pt x="640906" y="298396"/>
                    </a:lnTo>
                    <a:close/>
                    <a:moveTo>
                      <a:pt x="683646" y="298396"/>
                    </a:moveTo>
                    <a:cubicBezTo>
                      <a:pt x="683646" y="290499"/>
                      <a:pt x="677241" y="284093"/>
                      <a:pt x="669343" y="284093"/>
                    </a:cubicBezTo>
                    <a:cubicBezTo>
                      <a:pt x="661447" y="284093"/>
                      <a:pt x="655041" y="290493"/>
                      <a:pt x="655035" y="298396"/>
                    </a:cubicBezTo>
                    <a:cubicBezTo>
                      <a:pt x="655035" y="306299"/>
                      <a:pt x="661441" y="312704"/>
                      <a:pt x="669343" y="312704"/>
                    </a:cubicBezTo>
                    <a:lnTo>
                      <a:pt x="669343" y="312704"/>
                    </a:lnTo>
                    <a:cubicBezTo>
                      <a:pt x="677136" y="312803"/>
                      <a:pt x="683536" y="306572"/>
                      <a:pt x="683646" y="298779"/>
                    </a:cubicBezTo>
                    <a:cubicBezTo>
                      <a:pt x="683646" y="298657"/>
                      <a:pt x="683646" y="298541"/>
                      <a:pt x="683646" y="298419"/>
                    </a:cubicBezTo>
                    <a:close/>
                    <a:moveTo>
                      <a:pt x="470295" y="415672"/>
                    </a:moveTo>
                    <a:cubicBezTo>
                      <a:pt x="470295" y="407769"/>
                      <a:pt x="463896" y="401370"/>
                      <a:pt x="455993" y="401364"/>
                    </a:cubicBezTo>
                    <a:cubicBezTo>
                      <a:pt x="448090" y="401364"/>
                      <a:pt x="441684" y="407769"/>
                      <a:pt x="441684" y="415672"/>
                    </a:cubicBezTo>
                    <a:cubicBezTo>
                      <a:pt x="441678" y="423569"/>
                      <a:pt x="448078" y="429969"/>
                      <a:pt x="455975" y="429975"/>
                    </a:cubicBezTo>
                    <a:cubicBezTo>
                      <a:pt x="455981" y="429975"/>
                      <a:pt x="455987" y="429975"/>
                      <a:pt x="455993" y="429975"/>
                    </a:cubicBezTo>
                    <a:lnTo>
                      <a:pt x="456167" y="429975"/>
                    </a:lnTo>
                    <a:cubicBezTo>
                      <a:pt x="463971" y="429998"/>
                      <a:pt x="470313" y="423691"/>
                      <a:pt x="470336" y="415887"/>
                    </a:cubicBezTo>
                    <a:cubicBezTo>
                      <a:pt x="470336" y="415521"/>
                      <a:pt x="470336" y="415156"/>
                      <a:pt x="470295" y="414790"/>
                    </a:cubicBezTo>
                    <a:close/>
                    <a:moveTo>
                      <a:pt x="513041" y="415672"/>
                    </a:moveTo>
                    <a:cubicBezTo>
                      <a:pt x="513041" y="407769"/>
                      <a:pt x="506635" y="401364"/>
                      <a:pt x="498733" y="401364"/>
                    </a:cubicBezTo>
                    <a:cubicBezTo>
                      <a:pt x="490830" y="401364"/>
                      <a:pt x="484424" y="407769"/>
                      <a:pt x="484424" y="415672"/>
                    </a:cubicBezTo>
                    <a:cubicBezTo>
                      <a:pt x="484424" y="423575"/>
                      <a:pt x="490830" y="429975"/>
                      <a:pt x="498733" y="429975"/>
                    </a:cubicBezTo>
                    <a:lnTo>
                      <a:pt x="498733" y="429975"/>
                    </a:lnTo>
                    <a:cubicBezTo>
                      <a:pt x="506531" y="430097"/>
                      <a:pt x="512954" y="423877"/>
                      <a:pt x="513076" y="416078"/>
                    </a:cubicBezTo>
                    <a:cubicBezTo>
                      <a:pt x="513076" y="416067"/>
                      <a:pt x="513076" y="416061"/>
                      <a:pt x="513076" y="416049"/>
                    </a:cubicBezTo>
                    <a:cubicBezTo>
                      <a:pt x="513076" y="415620"/>
                      <a:pt x="513076" y="415197"/>
                      <a:pt x="513041" y="414773"/>
                    </a:cubicBezTo>
                    <a:close/>
                    <a:moveTo>
                      <a:pt x="555601" y="415672"/>
                    </a:moveTo>
                    <a:cubicBezTo>
                      <a:pt x="555601" y="407769"/>
                      <a:pt x="549201" y="401370"/>
                      <a:pt x="541298" y="401364"/>
                    </a:cubicBezTo>
                    <a:cubicBezTo>
                      <a:pt x="533395" y="401364"/>
                      <a:pt x="526990" y="407769"/>
                      <a:pt x="526990" y="415672"/>
                    </a:cubicBezTo>
                    <a:cubicBezTo>
                      <a:pt x="526984" y="423569"/>
                      <a:pt x="533384" y="429969"/>
                      <a:pt x="541281" y="429975"/>
                    </a:cubicBezTo>
                    <a:cubicBezTo>
                      <a:pt x="541287" y="429975"/>
                      <a:pt x="541292" y="429975"/>
                      <a:pt x="541298" y="429975"/>
                    </a:cubicBezTo>
                    <a:lnTo>
                      <a:pt x="541472" y="429975"/>
                    </a:lnTo>
                    <a:cubicBezTo>
                      <a:pt x="549276" y="429998"/>
                      <a:pt x="555618" y="423691"/>
                      <a:pt x="555641" y="415887"/>
                    </a:cubicBezTo>
                    <a:cubicBezTo>
                      <a:pt x="555641" y="415521"/>
                      <a:pt x="555641" y="415156"/>
                      <a:pt x="555601" y="414790"/>
                    </a:cubicBezTo>
                    <a:close/>
                    <a:moveTo>
                      <a:pt x="598341" y="415672"/>
                    </a:moveTo>
                    <a:cubicBezTo>
                      <a:pt x="598346" y="407775"/>
                      <a:pt x="591941" y="401370"/>
                      <a:pt x="584044" y="401364"/>
                    </a:cubicBezTo>
                    <a:cubicBezTo>
                      <a:pt x="584044" y="401364"/>
                      <a:pt x="584038" y="401364"/>
                      <a:pt x="584038" y="401364"/>
                    </a:cubicBezTo>
                    <a:cubicBezTo>
                      <a:pt x="576135" y="401364"/>
                      <a:pt x="569730" y="407769"/>
                      <a:pt x="569730" y="415672"/>
                    </a:cubicBezTo>
                    <a:cubicBezTo>
                      <a:pt x="569735" y="423575"/>
                      <a:pt x="576135" y="429975"/>
                      <a:pt x="584038" y="429975"/>
                    </a:cubicBezTo>
                    <a:lnTo>
                      <a:pt x="584038" y="429975"/>
                    </a:lnTo>
                    <a:cubicBezTo>
                      <a:pt x="591842" y="430097"/>
                      <a:pt x="598259" y="423865"/>
                      <a:pt x="598381" y="416067"/>
                    </a:cubicBezTo>
                    <a:cubicBezTo>
                      <a:pt x="598381" y="416061"/>
                      <a:pt x="598381" y="416055"/>
                      <a:pt x="598381" y="416049"/>
                    </a:cubicBezTo>
                    <a:cubicBezTo>
                      <a:pt x="598381" y="415620"/>
                      <a:pt x="598381" y="415197"/>
                      <a:pt x="598341" y="414773"/>
                    </a:cubicBezTo>
                    <a:close/>
                    <a:moveTo>
                      <a:pt x="640906" y="415672"/>
                    </a:moveTo>
                    <a:cubicBezTo>
                      <a:pt x="640906" y="407769"/>
                      <a:pt x="634507" y="401370"/>
                      <a:pt x="626604" y="401364"/>
                    </a:cubicBezTo>
                    <a:cubicBezTo>
                      <a:pt x="618701" y="401364"/>
                      <a:pt x="612295" y="407769"/>
                      <a:pt x="612295" y="415672"/>
                    </a:cubicBezTo>
                    <a:cubicBezTo>
                      <a:pt x="612290" y="423569"/>
                      <a:pt x="618689" y="429969"/>
                      <a:pt x="626586" y="429975"/>
                    </a:cubicBezTo>
                    <a:cubicBezTo>
                      <a:pt x="626592" y="429975"/>
                      <a:pt x="626598" y="429975"/>
                      <a:pt x="626604" y="429975"/>
                    </a:cubicBezTo>
                    <a:lnTo>
                      <a:pt x="626778" y="429975"/>
                    </a:lnTo>
                    <a:cubicBezTo>
                      <a:pt x="634582" y="429998"/>
                      <a:pt x="640924" y="423691"/>
                      <a:pt x="640947" y="415887"/>
                    </a:cubicBezTo>
                    <a:cubicBezTo>
                      <a:pt x="640947" y="415521"/>
                      <a:pt x="640947" y="415156"/>
                      <a:pt x="640906" y="414790"/>
                    </a:cubicBezTo>
                    <a:close/>
                    <a:moveTo>
                      <a:pt x="683646" y="415672"/>
                    </a:moveTo>
                    <a:cubicBezTo>
                      <a:pt x="683652" y="407775"/>
                      <a:pt x="677246" y="401370"/>
                      <a:pt x="669349" y="401364"/>
                    </a:cubicBezTo>
                    <a:cubicBezTo>
                      <a:pt x="669349" y="401364"/>
                      <a:pt x="669343" y="401364"/>
                      <a:pt x="669343" y="401364"/>
                    </a:cubicBezTo>
                    <a:cubicBezTo>
                      <a:pt x="661441" y="401364"/>
                      <a:pt x="655035" y="407769"/>
                      <a:pt x="655035" y="415672"/>
                    </a:cubicBezTo>
                    <a:cubicBezTo>
                      <a:pt x="655041" y="423575"/>
                      <a:pt x="661441" y="429975"/>
                      <a:pt x="669343" y="429975"/>
                    </a:cubicBezTo>
                    <a:lnTo>
                      <a:pt x="669343" y="429975"/>
                    </a:lnTo>
                    <a:cubicBezTo>
                      <a:pt x="677148" y="430097"/>
                      <a:pt x="683565" y="423865"/>
                      <a:pt x="683687" y="416067"/>
                    </a:cubicBezTo>
                    <a:cubicBezTo>
                      <a:pt x="683687" y="416061"/>
                      <a:pt x="683687" y="416055"/>
                      <a:pt x="683687" y="416049"/>
                    </a:cubicBezTo>
                    <a:cubicBezTo>
                      <a:pt x="683687" y="415620"/>
                      <a:pt x="683687" y="415197"/>
                      <a:pt x="683646" y="41477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7" name="Google Shape;217;p17"/>
              <p:cNvSpPr/>
              <p:nvPr/>
            </p:nvSpPr>
            <p:spPr>
              <a:xfrm>
                <a:off x="481797" y="-151591"/>
                <a:ext cx="593786" cy="371876"/>
              </a:xfrm>
              <a:custGeom>
                <a:avLst/>
                <a:gdLst/>
                <a:ahLst/>
                <a:cxnLst/>
                <a:rect l="l" t="t" r="r" b="b"/>
                <a:pathLst>
                  <a:path w="678612" h="425001" extrusionOk="0">
                    <a:moveTo>
                      <a:pt x="68497" y="32459"/>
                    </a:moveTo>
                    <a:lnTo>
                      <a:pt x="18870" y="32459"/>
                    </a:lnTo>
                    <a:cubicBezTo>
                      <a:pt x="12093" y="33271"/>
                      <a:pt x="5937" y="28438"/>
                      <a:pt x="5119" y="21661"/>
                    </a:cubicBezTo>
                    <a:cubicBezTo>
                      <a:pt x="4306" y="14884"/>
                      <a:pt x="9140" y="8727"/>
                      <a:pt x="15917" y="7909"/>
                    </a:cubicBezTo>
                    <a:cubicBezTo>
                      <a:pt x="16897" y="7793"/>
                      <a:pt x="17889" y="7793"/>
                      <a:pt x="18870" y="7909"/>
                    </a:cubicBezTo>
                    <a:lnTo>
                      <a:pt x="68497" y="7909"/>
                    </a:lnTo>
                    <a:cubicBezTo>
                      <a:pt x="75274" y="7097"/>
                      <a:pt x="81431" y="11930"/>
                      <a:pt x="82249" y="18707"/>
                    </a:cubicBezTo>
                    <a:cubicBezTo>
                      <a:pt x="83061" y="25484"/>
                      <a:pt x="78228" y="31641"/>
                      <a:pt x="71451" y="32459"/>
                    </a:cubicBezTo>
                    <a:cubicBezTo>
                      <a:pt x="70470" y="32575"/>
                      <a:pt x="69478" y="32575"/>
                      <a:pt x="68497" y="32459"/>
                    </a:cubicBezTo>
                    <a:close/>
                    <a:moveTo>
                      <a:pt x="80862" y="77137"/>
                    </a:moveTo>
                    <a:cubicBezTo>
                      <a:pt x="80862" y="70307"/>
                      <a:pt x="75327" y="64772"/>
                      <a:pt x="68497" y="64772"/>
                    </a:cubicBezTo>
                    <a:lnTo>
                      <a:pt x="18870" y="64772"/>
                    </a:lnTo>
                    <a:cubicBezTo>
                      <a:pt x="12093" y="63960"/>
                      <a:pt x="5931" y="68793"/>
                      <a:pt x="5119" y="75576"/>
                    </a:cubicBezTo>
                    <a:cubicBezTo>
                      <a:pt x="5119" y="75576"/>
                      <a:pt x="5119" y="75576"/>
                      <a:pt x="5119" y="75576"/>
                    </a:cubicBezTo>
                    <a:cubicBezTo>
                      <a:pt x="4306" y="82353"/>
                      <a:pt x="9140" y="88509"/>
                      <a:pt x="15917" y="89321"/>
                    </a:cubicBezTo>
                    <a:cubicBezTo>
                      <a:pt x="15917" y="89321"/>
                      <a:pt x="15917" y="89321"/>
                      <a:pt x="15917" y="89321"/>
                    </a:cubicBezTo>
                    <a:cubicBezTo>
                      <a:pt x="16897" y="89443"/>
                      <a:pt x="17889" y="89443"/>
                      <a:pt x="18870" y="89321"/>
                    </a:cubicBezTo>
                    <a:lnTo>
                      <a:pt x="68497" y="89321"/>
                    </a:lnTo>
                    <a:cubicBezTo>
                      <a:pt x="75228" y="89420"/>
                      <a:pt x="80763" y="84047"/>
                      <a:pt x="80862" y="77316"/>
                    </a:cubicBezTo>
                    <a:cubicBezTo>
                      <a:pt x="80862" y="77316"/>
                      <a:pt x="80862" y="77316"/>
                      <a:pt x="80862" y="77316"/>
                    </a:cubicBezTo>
                    <a:close/>
                    <a:moveTo>
                      <a:pt x="80862" y="133999"/>
                    </a:moveTo>
                    <a:cubicBezTo>
                      <a:pt x="80862" y="127176"/>
                      <a:pt x="75327" y="121640"/>
                      <a:pt x="68503" y="121640"/>
                    </a:cubicBezTo>
                    <a:cubicBezTo>
                      <a:pt x="68503" y="121640"/>
                      <a:pt x="68497" y="121640"/>
                      <a:pt x="68497" y="121640"/>
                    </a:cubicBezTo>
                    <a:lnTo>
                      <a:pt x="18870" y="121640"/>
                    </a:lnTo>
                    <a:cubicBezTo>
                      <a:pt x="12093" y="120822"/>
                      <a:pt x="5937" y="125655"/>
                      <a:pt x="5119" y="132427"/>
                    </a:cubicBezTo>
                    <a:cubicBezTo>
                      <a:pt x="5119" y="132433"/>
                      <a:pt x="5119" y="132433"/>
                      <a:pt x="5119" y="132438"/>
                    </a:cubicBezTo>
                    <a:cubicBezTo>
                      <a:pt x="4306" y="139215"/>
                      <a:pt x="9140" y="145372"/>
                      <a:pt x="15917" y="146190"/>
                    </a:cubicBezTo>
                    <a:cubicBezTo>
                      <a:pt x="16897" y="146306"/>
                      <a:pt x="17889" y="146306"/>
                      <a:pt x="18870" y="146190"/>
                    </a:cubicBezTo>
                    <a:lnTo>
                      <a:pt x="68497" y="146190"/>
                    </a:lnTo>
                    <a:cubicBezTo>
                      <a:pt x="75228" y="146288"/>
                      <a:pt x="80763" y="140915"/>
                      <a:pt x="80862" y="134185"/>
                    </a:cubicBezTo>
                    <a:cubicBezTo>
                      <a:pt x="80862" y="134185"/>
                      <a:pt x="80862" y="134179"/>
                      <a:pt x="80862" y="134179"/>
                    </a:cubicBezTo>
                    <a:close/>
                    <a:moveTo>
                      <a:pt x="80862" y="190862"/>
                    </a:moveTo>
                    <a:cubicBezTo>
                      <a:pt x="80862" y="184032"/>
                      <a:pt x="75327" y="178497"/>
                      <a:pt x="68497" y="178497"/>
                    </a:cubicBezTo>
                    <a:lnTo>
                      <a:pt x="18870" y="178497"/>
                    </a:lnTo>
                    <a:cubicBezTo>
                      <a:pt x="12093" y="177685"/>
                      <a:pt x="5937" y="182518"/>
                      <a:pt x="5119" y="189295"/>
                    </a:cubicBezTo>
                    <a:cubicBezTo>
                      <a:pt x="4306" y="196072"/>
                      <a:pt x="9140" y="202229"/>
                      <a:pt x="15917" y="203047"/>
                    </a:cubicBezTo>
                    <a:cubicBezTo>
                      <a:pt x="16897" y="203163"/>
                      <a:pt x="17889" y="203163"/>
                      <a:pt x="18870" y="203047"/>
                    </a:cubicBezTo>
                    <a:lnTo>
                      <a:pt x="68497" y="203047"/>
                    </a:lnTo>
                    <a:cubicBezTo>
                      <a:pt x="75228" y="203145"/>
                      <a:pt x="80763" y="197772"/>
                      <a:pt x="80862" y="191042"/>
                    </a:cubicBezTo>
                    <a:cubicBezTo>
                      <a:pt x="80862" y="191042"/>
                      <a:pt x="80862" y="191036"/>
                      <a:pt x="80862" y="191036"/>
                    </a:cubicBezTo>
                    <a:close/>
                    <a:moveTo>
                      <a:pt x="80862" y="247724"/>
                    </a:moveTo>
                    <a:cubicBezTo>
                      <a:pt x="80862" y="240895"/>
                      <a:pt x="75327" y="235360"/>
                      <a:pt x="68497" y="235360"/>
                    </a:cubicBezTo>
                    <a:lnTo>
                      <a:pt x="18870" y="235360"/>
                    </a:lnTo>
                    <a:cubicBezTo>
                      <a:pt x="12093" y="234547"/>
                      <a:pt x="5937" y="239381"/>
                      <a:pt x="5119" y="246158"/>
                    </a:cubicBezTo>
                    <a:cubicBezTo>
                      <a:pt x="4306" y="252935"/>
                      <a:pt x="9140" y="259091"/>
                      <a:pt x="15917" y="259909"/>
                    </a:cubicBezTo>
                    <a:cubicBezTo>
                      <a:pt x="16897" y="260025"/>
                      <a:pt x="17889" y="260025"/>
                      <a:pt x="18870" y="259909"/>
                    </a:cubicBezTo>
                    <a:lnTo>
                      <a:pt x="68497" y="259909"/>
                    </a:lnTo>
                    <a:cubicBezTo>
                      <a:pt x="75228" y="260008"/>
                      <a:pt x="80763" y="254635"/>
                      <a:pt x="80862" y="247904"/>
                    </a:cubicBezTo>
                    <a:cubicBezTo>
                      <a:pt x="80862" y="247904"/>
                      <a:pt x="80862" y="247898"/>
                      <a:pt x="80862" y="247898"/>
                    </a:cubicBezTo>
                    <a:close/>
                    <a:moveTo>
                      <a:pt x="80862" y="304587"/>
                    </a:moveTo>
                    <a:cubicBezTo>
                      <a:pt x="80856" y="297758"/>
                      <a:pt x="75327" y="292228"/>
                      <a:pt x="68497" y="292228"/>
                    </a:cubicBezTo>
                    <a:lnTo>
                      <a:pt x="18870" y="292228"/>
                    </a:lnTo>
                    <a:cubicBezTo>
                      <a:pt x="12041" y="292228"/>
                      <a:pt x="6506" y="297763"/>
                      <a:pt x="6506" y="304593"/>
                    </a:cubicBezTo>
                    <a:cubicBezTo>
                      <a:pt x="6506" y="311323"/>
                      <a:pt x="11960" y="316778"/>
                      <a:pt x="18690" y="316778"/>
                    </a:cubicBezTo>
                    <a:lnTo>
                      <a:pt x="68497" y="316778"/>
                    </a:lnTo>
                    <a:cubicBezTo>
                      <a:pt x="75228" y="316876"/>
                      <a:pt x="80763" y="311503"/>
                      <a:pt x="80862" y="304773"/>
                    </a:cubicBezTo>
                    <a:cubicBezTo>
                      <a:pt x="80862" y="304773"/>
                      <a:pt x="80862" y="304773"/>
                      <a:pt x="80862" y="304773"/>
                    </a:cubicBezTo>
                    <a:close/>
                    <a:moveTo>
                      <a:pt x="80862" y="361450"/>
                    </a:moveTo>
                    <a:cubicBezTo>
                      <a:pt x="80862" y="354719"/>
                      <a:pt x="75408" y="349265"/>
                      <a:pt x="68677" y="349265"/>
                    </a:cubicBezTo>
                    <a:lnTo>
                      <a:pt x="18870" y="349265"/>
                    </a:lnTo>
                    <a:cubicBezTo>
                      <a:pt x="12140" y="349166"/>
                      <a:pt x="6604" y="354539"/>
                      <a:pt x="6506" y="361270"/>
                    </a:cubicBezTo>
                    <a:cubicBezTo>
                      <a:pt x="6506" y="361270"/>
                      <a:pt x="6506" y="361275"/>
                      <a:pt x="6506" y="361275"/>
                    </a:cubicBezTo>
                    <a:lnTo>
                      <a:pt x="6506" y="361450"/>
                    </a:lnTo>
                    <a:cubicBezTo>
                      <a:pt x="6506" y="368279"/>
                      <a:pt x="12041" y="373814"/>
                      <a:pt x="18870" y="373814"/>
                    </a:cubicBezTo>
                    <a:lnTo>
                      <a:pt x="68497" y="373814"/>
                    </a:lnTo>
                    <a:cubicBezTo>
                      <a:pt x="75123" y="373820"/>
                      <a:pt x="80578" y="368604"/>
                      <a:pt x="80862" y="361983"/>
                    </a:cubicBezTo>
                    <a:close/>
                    <a:moveTo>
                      <a:pt x="80862" y="418312"/>
                    </a:moveTo>
                    <a:cubicBezTo>
                      <a:pt x="80862" y="411581"/>
                      <a:pt x="75408" y="406127"/>
                      <a:pt x="68677" y="406127"/>
                    </a:cubicBezTo>
                    <a:lnTo>
                      <a:pt x="18870" y="406127"/>
                    </a:lnTo>
                    <a:cubicBezTo>
                      <a:pt x="12093" y="405315"/>
                      <a:pt x="5931" y="410148"/>
                      <a:pt x="5119" y="416931"/>
                    </a:cubicBezTo>
                    <a:cubicBezTo>
                      <a:pt x="5119" y="416931"/>
                      <a:pt x="5119" y="416931"/>
                      <a:pt x="5119" y="416931"/>
                    </a:cubicBezTo>
                    <a:cubicBezTo>
                      <a:pt x="4306" y="423708"/>
                      <a:pt x="9140" y="429864"/>
                      <a:pt x="15917" y="430677"/>
                    </a:cubicBezTo>
                    <a:cubicBezTo>
                      <a:pt x="15917" y="430677"/>
                      <a:pt x="15917" y="430677"/>
                      <a:pt x="15917" y="430677"/>
                    </a:cubicBezTo>
                    <a:cubicBezTo>
                      <a:pt x="16897" y="430799"/>
                      <a:pt x="17889" y="430799"/>
                      <a:pt x="18870" y="430677"/>
                    </a:cubicBezTo>
                    <a:lnTo>
                      <a:pt x="68497" y="430677"/>
                    </a:lnTo>
                    <a:cubicBezTo>
                      <a:pt x="75327" y="430671"/>
                      <a:pt x="80856" y="425141"/>
                      <a:pt x="80856" y="418312"/>
                    </a:cubicBezTo>
                    <a:close/>
                    <a:moveTo>
                      <a:pt x="267006" y="20274"/>
                    </a:moveTo>
                    <a:cubicBezTo>
                      <a:pt x="267104" y="13543"/>
                      <a:pt x="261731" y="8008"/>
                      <a:pt x="255001" y="7909"/>
                    </a:cubicBezTo>
                    <a:cubicBezTo>
                      <a:pt x="255001" y="7909"/>
                      <a:pt x="255001" y="7909"/>
                      <a:pt x="255001" y="7909"/>
                    </a:cubicBezTo>
                    <a:lnTo>
                      <a:pt x="124124" y="7909"/>
                    </a:lnTo>
                    <a:cubicBezTo>
                      <a:pt x="117347" y="7097"/>
                      <a:pt x="111191" y="11930"/>
                      <a:pt x="110378" y="18707"/>
                    </a:cubicBezTo>
                    <a:cubicBezTo>
                      <a:pt x="110378" y="18707"/>
                      <a:pt x="110378" y="18707"/>
                      <a:pt x="110378" y="18707"/>
                    </a:cubicBezTo>
                    <a:cubicBezTo>
                      <a:pt x="109560" y="25484"/>
                      <a:pt x="114394" y="31641"/>
                      <a:pt x="121170" y="32459"/>
                    </a:cubicBezTo>
                    <a:cubicBezTo>
                      <a:pt x="121170" y="32459"/>
                      <a:pt x="121176" y="32459"/>
                      <a:pt x="121176" y="32459"/>
                    </a:cubicBezTo>
                    <a:cubicBezTo>
                      <a:pt x="122157" y="32575"/>
                      <a:pt x="123143" y="32575"/>
                      <a:pt x="124124" y="32459"/>
                    </a:cubicBezTo>
                    <a:lnTo>
                      <a:pt x="254821" y="32459"/>
                    </a:lnTo>
                    <a:cubicBezTo>
                      <a:pt x="261552" y="32459"/>
                      <a:pt x="267006" y="27005"/>
                      <a:pt x="267006" y="20274"/>
                    </a:cubicBezTo>
                    <a:close/>
                    <a:moveTo>
                      <a:pt x="267006" y="77137"/>
                    </a:moveTo>
                    <a:cubicBezTo>
                      <a:pt x="267104" y="70406"/>
                      <a:pt x="261731" y="64871"/>
                      <a:pt x="255001" y="64772"/>
                    </a:cubicBezTo>
                    <a:cubicBezTo>
                      <a:pt x="255001" y="64772"/>
                      <a:pt x="255001" y="64772"/>
                      <a:pt x="255001" y="64772"/>
                    </a:cubicBezTo>
                    <a:lnTo>
                      <a:pt x="124124" y="64772"/>
                    </a:lnTo>
                    <a:cubicBezTo>
                      <a:pt x="117347" y="63960"/>
                      <a:pt x="111191" y="68793"/>
                      <a:pt x="110378" y="75570"/>
                    </a:cubicBezTo>
                    <a:cubicBezTo>
                      <a:pt x="110378" y="75570"/>
                      <a:pt x="110378" y="75576"/>
                      <a:pt x="110378" y="75576"/>
                    </a:cubicBezTo>
                    <a:cubicBezTo>
                      <a:pt x="109566" y="82353"/>
                      <a:pt x="114399" y="88509"/>
                      <a:pt x="121176" y="89321"/>
                    </a:cubicBezTo>
                    <a:cubicBezTo>
                      <a:pt x="121176" y="89321"/>
                      <a:pt x="121176" y="89321"/>
                      <a:pt x="121176" y="89321"/>
                    </a:cubicBezTo>
                    <a:cubicBezTo>
                      <a:pt x="122157" y="89443"/>
                      <a:pt x="123143" y="89443"/>
                      <a:pt x="124124" y="89321"/>
                    </a:cubicBezTo>
                    <a:lnTo>
                      <a:pt x="254821" y="89321"/>
                    </a:lnTo>
                    <a:cubicBezTo>
                      <a:pt x="261552" y="89321"/>
                      <a:pt x="267006" y="83867"/>
                      <a:pt x="267006" y="77137"/>
                    </a:cubicBezTo>
                    <a:close/>
                    <a:moveTo>
                      <a:pt x="267006" y="133999"/>
                    </a:moveTo>
                    <a:cubicBezTo>
                      <a:pt x="267104" y="127274"/>
                      <a:pt x="261726" y="121739"/>
                      <a:pt x="255001" y="121640"/>
                    </a:cubicBezTo>
                    <a:lnTo>
                      <a:pt x="124124" y="121640"/>
                    </a:lnTo>
                    <a:cubicBezTo>
                      <a:pt x="117353" y="120822"/>
                      <a:pt x="111196" y="125650"/>
                      <a:pt x="110378" y="132427"/>
                    </a:cubicBezTo>
                    <a:cubicBezTo>
                      <a:pt x="110378" y="132427"/>
                      <a:pt x="110378" y="132433"/>
                      <a:pt x="110378" y="132438"/>
                    </a:cubicBezTo>
                    <a:cubicBezTo>
                      <a:pt x="109566" y="139215"/>
                      <a:pt x="114399" y="145372"/>
                      <a:pt x="121176" y="146190"/>
                    </a:cubicBezTo>
                    <a:cubicBezTo>
                      <a:pt x="122157" y="146306"/>
                      <a:pt x="123143" y="146306"/>
                      <a:pt x="124124" y="146190"/>
                    </a:cubicBezTo>
                    <a:lnTo>
                      <a:pt x="254821" y="146190"/>
                    </a:lnTo>
                    <a:cubicBezTo>
                      <a:pt x="261552" y="146190"/>
                      <a:pt x="267006" y="140736"/>
                      <a:pt x="267006" y="134005"/>
                    </a:cubicBezTo>
                    <a:close/>
                    <a:moveTo>
                      <a:pt x="267006" y="190862"/>
                    </a:moveTo>
                    <a:cubicBezTo>
                      <a:pt x="267104" y="184131"/>
                      <a:pt x="261731" y="178596"/>
                      <a:pt x="255001" y="178497"/>
                    </a:cubicBezTo>
                    <a:cubicBezTo>
                      <a:pt x="255001" y="178497"/>
                      <a:pt x="255001" y="178497"/>
                      <a:pt x="255001" y="178497"/>
                    </a:cubicBezTo>
                    <a:lnTo>
                      <a:pt x="124124" y="178497"/>
                    </a:lnTo>
                    <a:cubicBezTo>
                      <a:pt x="117347" y="177685"/>
                      <a:pt x="111191" y="182518"/>
                      <a:pt x="110378" y="189295"/>
                    </a:cubicBezTo>
                    <a:cubicBezTo>
                      <a:pt x="110378" y="189295"/>
                      <a:pt x="110378" y="189295"/>
                      <a:pt x="110378" y="189295"/>
                    </a:cubicBezTo>
                    <a:cubicBezTo>
                      <a:pt x="109566" y="196072"/>
                      <a:pt x="114399" y="202229"/>
                      <a:pt x="121176" y="203047"/>
                    </a:cubicBezTo>
                    <a:cubicBezTo>
                      <a:pt x="122157" y="203163"/>
                      <a:pt x="123143" y="203163"/>
                      <a:pt x="124124" y="203047"/>
                    </a:cubicBezTo>
                    <a:lnTo>
                      <a:pt x="254821" y="203047"/>
                    </a:lnTo>
                    <a:cubicBezTo>
                      <a:pt x="261552" y="203047"/>
                      <a:pt x="267006" y="197592"/>
                      <a:pt x="267006" y="190862"/>
                    </a:cubicBezTo>
                    <a:close/>
                    <a:moveTo>
                      <a:pt x="267006" y="247724"/>
                    </a:moveTo>
                    <a:cubicBezTo>
                      <a:pt x="267104" y="240994"/>
                      <a:pt x="261731" y="235458"/>
                      <a:pt x="255001" y="235360"/>
                    </a:cubicBezTo>
                    <a:cubicBezTo>
                      <a:pt x="255001" y="235360"/>
                      <a:pt x="255001" y="235360"/>
                      <a:pt x="255001" y="235360"/>
                    </a:cubicBezTo>
                    <a:lnTo>
                      <a:pt x="124124" y="235360"/>
                    </a:lnTo>
                    <a:cubicBezTo>
                      <a:pt x="117347" y="234547"/>
                      <a:pt x="111191" y="239381"/>
                      <a:pt x="110378" y="246158"/>
                    </a:cubicBezTo>
                    <a:cubicBezTo>
                      <a:pt x="110378" y="246158"/>
                      <a:pt x="110378" y="246158"/>
                      <a:pt x="110378" y="246158"/>
                    </a:cubicBezTo>
                    <a:cubicBezTo>
                      <a:pt x="109560" y="252935"/>
                      <a:pt x="114394" y="259091"/>
                      <a:pt x="121170" y="259909"/>
                    </a:cubicBezTo>
                    <a:cubicBezTo>
                      <a:pt x="121170" y="259909"/>
                      <a:pt x="121176" y="259909"/>
                      <a:pt x="121176" y="259909"/>
                    </a:cubicBezTo>
                    <a:cubicBezTo>
                      <a:pt x="122157" y="260025"/>
                      <a:pt x="123143" y="260025"/>
                      <a:pt x="124124" y="259909"/>
                    </a:cubicBezTo>
                    <a:lnTo>
                      <a:pt x="254821" y="259909"/>
                    </a:lnTo>
                    <a:cubicBezTo>
                      <a:pt x="261552" y="259909"/>
                      <a:pt x="267006" y="254455"/>
                      <a:pt x="267006" y="247724"/>
                    </a:cubicBezTo>
                    <a:close/>
                    <a:moveTo>
                      <a:pt x="423488" y="304587"/>
                    </a:moveTo>
                    <a:cubicBezTo>
                      <a:pt x="423488" y="297758"/>
                      <a:pt x="417953" y="292222"/>
                      <a:pt x="411123" y="292222"/>
                    </a:cubicBezTo>
                    <a:lnTo>
                      <a:pt x="280606" y="292222"/>
                    </a:lnTo>
                    <a:cubicBezTo>
                      <a:pt x="273777" y="292222"/>
                      <a:pt x="268242" y="297758"/>
                      <a:pt x="268242" y="304587"/>
                    </a:cubicBezTo>
                    <a:cubicBezTo>
                      <a:pt x="268242" y="311318"/>
                      <a:pt x="273696" y="316772"/>
                      <a:pt x="280427" y="316772"/>
                    </a:cubicBezTo>
                    <a:lnTo>
                      <a:pt x="411123" y="316772"/>
                    </a:lnTo>
                    <a:cubicBezTo>
                      <a:pt x="417854" y="316870"/>
                      <a:pt x="423390" y="311497"/>
                      <a:pt x="423488" y="304767"/>
                    </a:cubicBezTo>
                    <a:cubicBezTo>
                      <a:pt x="423488" y="304767"/>
                      <a:pt x="423488" y="304767"/>
                      <a:pt x="423488" y="304767"/>
                    </a:cubicBezTo>
                    <a:close/>
                    <a:moveTo>
                      <a:pt x="423488" y="361450"/>
                    </a:moveTo>
                    <a:cubicBezTo>
                      <a:pt x="423488" y="354719"/>
                      <a:pt x="418034" y="349265"/>
                      <a:pt x="411303" y="349265"/>
                    </a:cubicBezTo>
                    <a:lnTo>
                      <a:pt x="280606" y="349265"/>
                    </a:lnTo>
                    <a:cubicBezTo>
                      <a:pt x="273876" y="349166"/>
                      <a:pt x="268346" y="354545"/>
                      <a:pt x="268247" y="361275"/>
                    </a:cubicBezTo>
                    <a:cubicBezTo>
                      <a:pt x="268247" y="361275"/>
                      <a:pt x="268247" y="361275"/>
                      <a:pt x="268247" y="361275"/>
                    </a:cubicBezTo>
                    <a:cubicBezTo>
                      <a:pt x="268247" y="361334"/>
                      <a:pt x="268247" y="361391"/>
                      <a:pt x="268247" y="361450"/>
                    </a:cubicBezTo>
                    <a:cubicBezTo>
                      <a:pt x="268247" y="368279"/>
                      <a:pt x="273783" y="373814"/>
                      <a:pt x="280612" y="373814"/>
                    </a:cubicBezTo>
                    <a:lnTo>
                      <a:pt x="411123" y="373814"/>
                    </a:lnTo>
                    <a:cubicBezTo>
                      <a:pt x="417750" y="373820"/>
                      <a:pt x="423204" y="368604"/>
                      <a:pt x="423488" y="361983"/>
                    </a:cubicBezTo>
                    <a:close/>
                    <a:moveTo>
                      <a:pt x="423488" y="418312"/>
                    </a:moveTo>
                    <a:cubicBezTo>
                      <a:pt x="423488" y="411581"/>
                      <a:pt x="418034" y="406127"/>
                      <a:pt x="411303" y="406127"/>
                    </a:cubicBezTo>
                    <a:lnTo>
                      <a:pt x="280606" y="406127"/>
                    </a:lnTo>
                    <a:cubicBezTo>
                      <a:pt x="273829" y="405315"/>
                      <a:pt x="267673" y="410154"/>
                      <a:pt x="266855" y="416931"/>
                    </a:cubicBezTo>
                    <a:cubicBezTo>
                      <a:pt x="266043" y="423708"/>
                      <a:pt x="270876" y="429864"/>
                      <a:pt x="277653" y="430677"/>
                    </a:cubicBezTo>
                    <a:cubicBezTo>
                      <a:pt x="277653" y="430677"/>
                      <a:pt x="277659" y="430677"/>
                      <a:pt x="277659" y="430677"/>
                    </a:cubicBezTo>
                    <a:cubicBezTo>
                      <a:pt x="278639" y="430799"/>
                      <a:pt x="279626" y="430799"/>
                      <a:pt x="280606" y="430677"/>
                    </a:cubicBezTo>
                    <a:lnTo>
                      <a:pt x="411123" y="430677"/>
                    </a:lnTo>
                    <a:cubicBezTo>
                      <a:pt x="417953" y="430677"/>
                      <a:pt x="423482" y="425147"/>
                      <a:pt x="423488" y="418318"/>
                    </a:cubicBezTo>
                    <a:close/>
                    <a:moveTo>
                      <a:pt x="324582" y="20274"/>
                    </a:moveTo>
                    <a:cubicBezTo>
                      <a:pt x="324692" y="12377"/>
                      <a:pt x="318385" y="5878"/>
                      <a:pt x="310482" y="5768"/>
                    </a:cubicBezTo>
                    <a:cubicBezTo>
                      <a:pt x="310477" y="5768"/>
                      <a:pt x="310465" y="5768"/>
                      <a:pt x="310453" y="5768"/>
                    </a:cubicBezTo>
                    <a:cubicBezTo>
                      <a:pt x="302557" y="5670"/>
                      <a:pt x="296075" y="11988"/>
                      <a:pt x="295977" y="19885"/>
                    </a:cubicBezTo>
                    <a:cubicBezTo>
                      <a:pt x="295977" y="19885"/>
                      <a:pt x="295977" y="19891"/>
                      <a:pt x="295977" y="19897"/>
                    </a:cubicBezTo>
                    <a:cubicBezTo>
                      <a:pt x="295866" y="27800"/>
                      <a:pt x="302185" y="34292"/>
                      <a:pt x="310088" y="34403"/>
                    </a:cubicBezTo>
                    <a:cubicBezTo>
                      <a:pt x="310094" y="34403"/>
                      <a:pt x="310100" y="34403"/>
                      <a:pt x="310105" y="34403"/>
                    </a:cubicBezTo>
                    <a:lnTo>
                      <a:pt x="310279" y="34403"/>
                    </a:lnTo>
                    <a:cubicBezTo>
                      <a:pt x="318113" y="34403"/>
                      <a:pt x="324489" y="28107"/>
                      <a:pt x="324582" y="20274"/>
                    </a:cubicBezTo>
                    <a:close/>
                    <a:moveTo>
                      <a:pt x="367148" y="20274"/>
                    </a:moveTo>
                    <a:cubicBezTo>
                      <a:pt x="367258" y="12377"/>
                      <a:pt x="360951" y="5878"/>
                      <a:pt x="353048" y="5768"/>
                    </a:cubicBezTo>
                    <a:cubicBezTo>
                      <a:pt x="353042" y="5768"/>
                      <a:pt x="353031" y="5768"/>
                      <a:pt x="353019" y="5768"/>
                    </a:cubicBezTo>
                    <a:cubicBezTo>
                      <a:pt x="345117" y="5658"/>
                      <a:pt x="338624" y="11977"/>
                      <a:pt x="338513" y="19879"/>
                    </a:cubicBezTo>
                    <a:cubicBezTo>
                      <a:pt x="338513" y="19885"/>
                      <a:pt x="338513" y="19891"/>
                      <a:pt x="338513" y="19897"/>
                    </a:cubicBezTo>
                    <a:cubicBezTo>
                      <a:pt x="338409" y="27800"/>
                      <a:pt x="344728" y="34298"/>
                      <a:pt x="352636" y="34403"/>
                    </a:cubicBezTo>
                    <a:cubicBezTo>
                      <a:pt x="352636" y="34403"/>
                      <a:pt x="352642" y="34403"/>
                      <a:pt x="352642" y="34403"/>
                    </a:cubicBezTo>
                    <a:lnTo>
                      <a:pt x="352996" y="34403"/>
                    </a:lnTo>
                    <a:cubicBezTo>
                      <a:pt x="360794" y="34611"/>
                      <a:pt x="367293" y="28461"/>
                      <a:pt x="367502" y="20663"/>
                    </a:cubicBezTo>
                    <a:cubicBezTo>
                      <a:pt x="367502" y="20651"/>
                      <a:pt x="367502" y="20639"/>
                      <a:pt x="367502" y="20628"/>
                    </a:cubicBezTo>
                    <a:cubicBezTo>
                      <a:pt x="367502" y="20512"/>
                      <a:pt x="367502" y="20390"/>
                      <a:pt x="367502" y="20274"/>
                    </a:cubicBezTo>
                    <a:close/>
                    <a:moveTo>
                      <a:pt x="409888" y="20274"/>
                    </a:moveTo>
                    <a:cubicBezTo>
                      <a:pt x="409998" y="12377"/>
                      <a:pt x="403691" y="5878"/>
                      <a:pt x="395788" y="5768"/>
                    </a:cubicBezTo>
                    <a:cubicBezTo>
                      <a:pt x="395782" y="5768"/>
                      <a:pt x="395771" y="5768"/>
                      <a:pt x="395759" y="5768"/>
                    </a:cubicBezTo>
                    <a:cubicBezTo>
                      <a:pt x="387862" y="5652"/>
                      <a:pt x="381369" y="11959"/>
                      <a:pt x="381253" y="19856"/>
                    </a:cubicBezTo>
                    <a:cubicBezTo>
                      <a:pt x="381253" y="19868"/>
                      <a:pt x="381253" y="19885"/>
                      <a:pt x="381253" y="19897"/>
                    </a:cubicBezTo>
                    <a:cubicBezTo>
                      <a:pt x="381143" y="27800"/>
                      <a:pt x="387462" y="34292"/>
                      <a:pt x="395364" y="34403"/>
                    </a:cubicBezTo>
                    <a:cubicBezTo>
                      <a:pt x="395364" y="34403"/>
                      <a:pt x="395370" y="34403"/>
                      <a:pt x="395376" y="34403"/>
                    </a:cubicBezTo>
                    <a:lnTo>
                      <a:pt x="395556" y="34403"/>
                    </a:lnTo>
                    <a:cubicBezTo>
                      <a:pt x="403401" y="34420"/>
                      <a:pt x="409795" y="28119"/>
                      <a:pt x="409888" y="20274"/>
                    </a:cubicBezTo>
                    <a:close/>
                    <a:moveTo>
                      <a:pt x="452453" y="20274"/>
                    </a:moveTo>
                    <a:cubicBezTo>
                      <a:pt x="452563" y="12371"/>
                      <a:pt x="446245" y="5878"/>
                      <a:pt x="438342" y="5768"/>
                    </a:cubicBezTo>
                    <a:cubicBezTo>
                      <a:pt x="438336" y="5768"/>
                      <a:pt x="438331" y="5768"/>
                      <a:pt x="438325" y="5768"/>
                    </a:cubicBezTo>
                    <a:cubicBezTo>
                      <a:pt x="430422" y="5658"/>
                      <a:pt x="423929" y="11977"/>
                      <a:pt x="423819" y="19879"/>
                    </a:cubicBezTo>
                    <a:cubicBezTo>
                      <a:pt x="423819" y="19885"/>
                      <a:pt x="423819" y="19891"/>
                      <a:pt x="423819" y="19897"/>
                    </a:cubicBezTo>
                    <a:cubicBezTo>
                      <a:pt x="423715" y="27800"/>
                      <a:pt x="430033" y="34298"/>
                      <a:pt x="437942" y="34403"/>
                    </a:cubicBezTo>
                    <a:cubicBezTo>
                      <a:pt x="437942" y="34403"/>
                      <a:pt x="437948" y="34403"/>
                      <a:pt x="437948" y="34403"/>
                    </a:cubicBezTo>
                    <a:lnTo>
                      <a:pt x="438301" y="34403"/>
                    </a:lnTo>
                    <a:cubicBezTo>
                      <a:pt x="446106" y="34403"/>
                      <a:pt x="452430" y="28078"/>
                      <a:pt x="452430" y="20274"/>
                    </a:cubicBezTo>
                    <a:close/>
                    <a:moveTo>
                      <a:pt x="495193" y="20274"/>
                    </a:moveTo>
                    <a:cubicBezTo>
                      <a:pt x="495303" y="12377"/>
                      <a:pt x="488996" y="5878"/>
                      <a:pt x="481093" y="5768"/>
                    </a:cubicBezTo>
                    <a:cubicBezTo>
                      <a:pt x="481088" y="5768"/>
                      <a:pt x="481076" y="5768"/>
                      <a:pt x="481064" y="5768"/>
                    </a:cubicBezTo>
                    <a:cubicBezTo>
                      <a:pt x="473162" y="5664"/>
                      <a:pt x="466663" y="11982"/>
                      <a:pt x="466559" y="19891"/>
                    </a:cubicBezTo>
                    <a:cubicBezTo>
                      <a:pt x="466559" y="19891"/>
                      <a:pt x="466559" y="19897"/>
                      <a:pt x="466559" y="19897"/>
                    </a:cubicBezTo>
                    <a:cubicBezTo>
                      <a:pt x="466454" y="27800"/>
                      <a:pt x="472773" y="34298"/>
                      <a:pt x="480681" y="34403"/>
                    </a:cubicBezTo>
                    <a:cubicBezTo>
                      <a:pt x="480681" y="34403"/>
                      <a:pt x="480687" y="34403"/>
                      <a:pt x="480693" y="34403"/>
                    </a:cubicBezTo>
                    <a:lnTo>
                      <a:pt x="481041" y="34403"/>
                    </a:lnTo>
                    <a:cubicBezTo>
                      <a:pt x="488845" y="34403"/>
                      <a:pt x="495170" y="28078"/>
                      <a:pt x="495170" y="20274"/>
                    </a:cubicBezTo>
                    <a:close/>
                    <a:moveTo>
                      <a:pt x="537933" y="20274"/>
                    </a:moveTo>
                    <a:cubicBezTo>
                      <a:pt x="538043" y="12377"/>
                      <a:pt x="531736" y="5878"/>
                      <a:pt x="523833" y="5768"/>
                    </a:cubicBezTo>
                    <a:cubicBezTo>
                      <a:pt x="523828" y="5768"/>
                      <a:pt x="523816" y="5768"/>
                      <a:pt x="523804" y="5768"/>
                    </a:cubicBezTo>
                    <a:cubicBezTo>
                      <a:pt x="515907" y="5670"/>
                      <a:pt x="509426" y="11988"/>
                      <a:pt x="509327" y="19885"/>
                    </a:cubicBezTo>
                    <a:cubicBezTo>
                      <a:pt x="509327" y="19885"/>
                      <a:pt x="509327" y="19891"/>
                      <a:pt x="509327" y="19897"/>
                    </a:cubicBezTo>
                    <a:cubicBezTo>
                      <a:pt x="509217" y="27800"/>
                      <a:pt x="515536" y="34292"/>
                      <a:pt x="523439" y="34403"/>
                    </a:cubicBezTo>
                    <a:cubicBezTo>
                      <a:pt x="523445" y="34403"/>
                      <a:pt x="523450" y="34403"/>
                      <a:pt x="523456" y="34403"/>
                    </a:cubicBezTo>
                    <a:lnTo>
                      <a:pt x="523630" y="34403"/>
                    </a:lnTo>
                    <a:cubicBezTo>
                      <a:pt x="531463" y="34403"/>
                      <a:pt x="537840" y="28107"/>
                      <a:pt x="537933" y="20274"/>
                    </a:cubicBezTo>
                    <a:close/>
                    <a:moveTo>
                      <a:pt x="324582" y="133999"/>
                    </a:moveTo>
                    <a:cubicBezTo>
                      <a:pt x="324698" y="126102"/>
                      <a:pt x="318391" y="119609"/>
                      <a:pt x="310494" y="119493"/>
                    </a:cubicBezTo>
                    <a:cubicBezTo>
                      <a:pt x="310482" y="119493"/>
                      <a:pt x="310465" y="119493"/>
                      <a:pt x="310453" y="119493"/>
                    </a:cubicBezTo>
                    <a:cubicBezTo>
                      <a:pt x="302557" y="119395"/>
                      <a:pt x="296075" y="125713"/>
                      <a:pt x="295977" y="133610"/>
                    </a:cubicBezTo>
                    <a:cubicBezTo>
                      <a:pt x="295977" y="133610"/>
                      <a:pt x="295977" y="133616"/>
                      <a:pt x="295977" y="133616"/>
                    </a:cubicBezTo>
                    <a:cubicBezTo>
                      <a:pt x="295866" y="141513"/>
                      <a:pt x="302174" y="148006"/>
                      <a:pt x="310076" y="148122"/>
                    </a:cubicBezTo>
                    <a:cubicBezTo>
                      <a:pt x="310082" y="148122"/>
                      <a:pt x="310094" y="148122"/>
                      <a:pt x="310105" y="148122"/>
                    </a:cubicBezTo>
                    <a:lnTo>
                      <a:pt x="310279" y="148122"/>
                    </a:lnTo>
                    <a:cubicBezTo>
                      <a:pt x="318113" y="148128"/>
                      <a:pt x="324489" y="141826"/>
                      <a:pt x="324582" y="133993"/>
                    </a:cubicBezTo>
                    <a:close/>
                    <a:moveTo>
                      <a:pt x="367148" y="133999"/>
                    </a:moveTo>
                    <a:cubicBezTo>
                      <a:pt x="367246" y="126102"/>
                      <a:pt x="360928" y="119621"/>
                      <a:pt x="353031" y="119522"/>
                    </a:cubicBezTo>
                    <a:cubicBezTo>
                      <a:pt x="353031" y="119522"/>
                      <a:pt x="353025" y="119522"/>
                      <a:pt x="353019" y="119522"/>
                    </a:cubicBezTo>
                    <a:cubicBezTo>
                      <a:pt x="345122" y="119412"/>
                      <a:pt x="338629" y="125719"/>
                      <a:pt x="338513" y="133622"/>
                    </a:cubicBezTo>
                    <a:cubicBezTo>
                      <a:pt x="338513" y="133628"/>
                      <a:pt x="338513" y="133639"/>
                      <a:pt x="338513" y="133651"/>
                    </a:cubicBezTo>
                    <a:cubicBezTo>
                      <a:pt x="338403" y="141554"/>
                      <a:pt x="344722" y="148047"/>
                      <a:pt x="352625" y="148157"/>
                    </a:cubicBezTo>
                    <a:cubicBezTo>
                      <a:pt x="352630" y="148157"/>
                      <a:pt x="352636" y="148157"/>
                      <a:pt x="352642" y="148157"/>
                    </a:cubicBezTo>
                    <a:lnTo>
                      <a:pt x="352996" y="148157"/>
                    </a:lnTo>
                    <a:cubicBezTo>
                      <a:pt x="360794" y="148371"/>
                      <a:pt x="367287" y="142221"/>
                      <a:pt x="367502" y="134429"/>
                    </a:cubicBezTo>
                    <a:cubicBezTo>
                      <a:pt x="367502" y="134411"/>
                      <a:pt x="367502" y="134399"/>
                      <a:pt x="367502" y="134388"/>
                    </a:cubicBezTo>
                    <a:cubicBezTo>
                      <a:pt x="367502" y="134266"/>
                      <a:pt x="367502" y="134150"/>
                      <a:pt x="367502" y="134028"/>
                    </a:cubicBezTo>
                    <a:close/>
                    <a:moveTo>
                      <a:pt x="409888" y="133999"/>
                    </a:moveTo>
                    <a:cubicBezTo>
                      <a:pt x="410004" y="126102"/>
                      <a:pt x="403697" y="119609"/>
                      <a:pt x="395799" y="119493"/>
                    </a:cubicBezTo>
                    <a:cubicBezTo>
                      <a:pt x="395782" y="119493"/>
                      <a:pt x="395765" y="119493"/>
                      <a:pt x="395747" y="119493"/>
                    </a:cubicBezTo>
                    <a:cubicBezTo>
                      <a:pt x="387850" y="119377"/>
                      <a:pt x="381358" y="125684"/>
                      <a:pt x="381242" y="133581"/>
                    </a:cubicBezTo>
                    <a:cubicBezTo>
                      <a:pt x="381242" y="133593"/>
                      <a:pt x="381242" y="133605"/>
                      <a:pt x="381242" y="133616"/>
                    </a:cubicBezTo>
                    <a:cubicBezTo>
                      <a:pt x="381131" y="141513"/>
                      <a:pt x="387439" y="148012"/>
                      <a:pt x="395341" y="148122"/>
                    </a:cubicBezTo>
                    <a:cubicBezTo>
                      <a:pt x="395347" y="148122"/>
                      <a:pt x="395359" y="148122"/>
                      <a:pt x="395364" y="148122"/>
                    </a:cubicBezTo>
                    <a:lnTo>
                      <a:pt x="395544" y="148122"/>
                    </a:lnTo>
                    <a:cubicBezTo>
                      <a:pt x="403377" y="148128"/>
                      <a:pt x="409754" y="141826"/>
                      <a:pt x="409847" y="133993"/>
                    </a:cubicBezTo>
                    <a:close/>
                    <a:moveTo>
                      <a:pt x="452453" y="133999"/>
                    </a:moveTo>
                    <a:cubicBezTo>
                      <a:pt x="452552" y="126102"/>
                      <a:pt x="446227" y="119621"/>
                      <a:pt x="438325" y="119522"/>
                    </a:cubicBezTo>
                    <a:cubicBezTo>
                      <a:pt x="438325" y="119522"/>
                      <a:pt x="438325" y="119522"/>
                      <a:pt x="438325" y="119522"/>
                    </a:cubicBezTo>
                    <a:cubicBezTo>
                      <a:pt x="430428" y="119412"/>
                      <a:pt x="423935" y="125719"/>
                      <a:pt x="423819" y="133622"/>
                    </a:cubicBezTo>
                    <a:cubicBezTo>
                      <a:pt x="423819" y="133628"/>
                      <a:pt x="423819" y="133639"/>
                      <a:pt x="423819" y="133651"/>
                    </a:cubicBezTo>
                    <a:cubicBezTo>
                      <a:pt x="423709" y="141554"/>
                      <a:pt x="430027" y="148047"/>
                      <a:pt x="437930" y="148157"/>
                    </a:cubicBezTo>
                    <a:cubicBezTo>
                      <a:pt x="437936" y="148157"/>
                      <a:pt x="437942" y="148157"/>
                      <a:pt x="437948" y="148157"/>
                    </a:cubicBezTo>
                    <a:lnTo>
                      <a:pt x="438301" y="148157"/>
                    </a:lnTo>
                    <a:cubicBezTo>
                      <a:pt x="446106" y="148157"/>
                      <a:pt x="452430" y="141832"/>
                      <a:pt x="452430" y="134028"/>
                    </a:cubicBezTo>
                    <a:close/>
                    <a:moveTo>
                      <a:pt x="495193" y="133999"/>
                    </a:moveTo>
                    <a:cubicBezTo>
                      <a:pt x="495309" y="126102"/>
                      <a:pt x="489002" y="119609"/>
                      <a:pt x="481105" y="119493"/>
                    </a:cubicBezTo>
                    <a:cubicBezTo>
                      <a:pt x="481088" y="119493"/>
                      <a:pt x="481064" y="119493"/>
                      <a:pt x="481041" y="119493"/>
                    </a:cubicBezTo>
                    <a:cubicBezTo>
                      <a:pt x="473138" y="119383"/>
                      <a:pt x="466646" y="125702"/>
                      <a:pt x="466535" y="133605"/>
                    </a:cubicBezTo>
                    <a:cubicBezTo>
                      <a:pt x="466535" y="133610"/>
                      <a:pt x="466535" y="133616"/>
                      <a:pt x="466535" y="133622"/>
                    </a:cubicBezTo>
                    <a:cubicBezTo>
                      <a:pt x="466425" y="141525"/>
                      <a:pt x="472744" y="148017"/>
                      <a:pt x="480647" y="148128"/>
                    </a:cubicBezTo>
                    <a:cubicBezTo>
                      <a:pt x="480653" y="148128"/>
                      <a:pt x="480664" y="148128"/>
                      <a:pt x="480670" y="148128"/>
                    </a:cubicBezTo>
                    <a:lnTo>
                      <a:pt x="481018" y="148128"/>
                    </a:lnTo>
                    <a:cubicBezTo>
                      <a:pt x="488822" y="148128"/>
                      <a:pt x="495147" y="141803"/>
                      <a:pt x="495147" y="133999"/>
                    </a:cubicBezTo>
                    <a:close/>
                    <a:moveTo>
                      <a:pt x="537933" y="133999"/>
                    </a:moveTo>
                    <a:cubicBezTo>
                      <a:pt x="538049" y="126102"/>
                      <a:pt x="531742" y="119609"/>
                      <a:pt x="523845" y="119493"/>
                    </a:cubicBezTo>
                    <a:cubicBezTo>
                      <a:pt x="523833" y="119493"/>
                      <a:pt x="523816" y="119493"/>
                      <a:pt x="523804" y="119493"/>
                    </a:cubicBezTo>
                    <a:cubicBezTo>
                      <a:pt x="515907" y="119395"/>
                      <a:pt x="509426" y="125713"/>
                      <a:pt x="509327" y="133610"/>
                    </a:cubicBezTo>
                    <a:cubicBezTo>
                      <a:pt x="509327" y="133610"/>
                      <a:pt x="509327" y="133616"/>
                      <a:pt x="509327" y="133616"/>
                    </a:cubicBezTo>
                    <a:cubicBezTo>
                      <a:pt x="509217" y="141513"/>
                      <a:pt x="515524" y="148006"/>
                      <a:pt x="523427" y="148122"/>
                    </a:cubicBezTo>
                    <a:cubicBezTo>
                      <a:pt x="523433" y="148122"/>
                      <a:pt x="523445" y="148122"/>
                      <a:pt x="523456" y="148122"/>
                    </a:cubicBezTo>
                    <a:lnTo>
                      <a:pt x="523630" y="148122"/>
                    </a:lnTo>
                    <a:cubicBezTo>
                      <a:pt x="531463" y="148128"/>
                      <a:pt x="537840" y="141826"/>
                      <a:pt x="537933" y="133993"/>
                    </a:cubicBezTo>
                    <a:close/>
                    <a:moveTo>
                      <a:pt x="470290" y="297549"/>
                    </a:moveTo>
                    <a:cubicBezTo>
                      <a:pt x="470400" y="289652"/>
                      <a:pt x="464093" y="283159"/>
                      <a:pt x="456190" y="283043"/>
                    </a:cubicBezTo>
                    <a:cubicBezTo>
                      <a:pt x="456184" y="283043"/>
                      <a:pt x="456173" y="283043"/>
                      <a:pt x="456161" y="283043"/>
                    </a:cubicBezTo>
                    <a:cubicBezTo>
                      <a:pt x="448264" y="282944"/>
                      <a:pt x="441783" y="289269"/>
                      <a:pt x="441684" y="297172"/>
                    </a:cubicBezTo>
                    <a:cubicBezTo>
                      <a:pt x="441684" y="297172"/>
                      <a:pt x="441684" y="297172"/>
                      <a:pt x="441684" y="297172"/>
                    </a:cubicBezTo>
                    <a:cubicBezTo>
                      <a:pt x="441574" y="305069"/>
                      <a:pt x="447881" y="311567"/>
                      <a:pt x="455784" y="311677"/>
                    </a:cubicBezTo>
                    <a:cubicBezTo>
                      <a:pt x="455790" y="311677"/>
                      <a:pt x="455801" y="311677"/>
                      <a:pt x="455813" y="311677"/>
                    </a:cubicBezTo>
                    <a:lnTo>
                      <a:pt x="456161" y="311677"/>
                    </a:lnTo>
                    <a:cubicBezTo>
                      <a:pt x="463965" y="311677"/>
                      <a:pt x="470290" y="305353"/>
                      <a:pt x="470290" y="297549"/>
                    </a:cubicBezTo>
                    <a:close/>
                    <a:moveTo>
                      <a:pt x="513029" y="297549"/>
                    </a:moveTo>
                    <a:cubicBezTo>
                      <a:pt x="513139" y="289652"/>
                      <a:pt x="506833" y="283159"/>
                      <a:pt x="498930" y="283043"/>
                    </a:cubicBezTo>
                    <a:cubicBezTo>
                      <a:pt x="498924" y="283043"/>
                      <a:pt x="498912" y="283043"/>
                      <a:pt x="498907" y="283043"/>
                    </a:cubicBezTo>
                    <a:cubicBezTo>
                      <a:pt x="491010" y="282933"/>
                      <a:pt x="484511" y="289240"/>
                      <a:pt x="484401" y="297143"/>
                    </a:cubicBezTo>
                    <a:cubicBezTo>
                      <a:pt x="484401" y="297148"/>
                      <a:pt x="484401" y="297160"/>
                      <a:pt x="484401" y="297172"/>
                    </a:cubicBezTo>
                    <a:cubicBezTo>
                      <a:pt x="484291" y="305074"/>
                      <a:pt x="490609" y="311567"/>
                      <a:pt x="498512" y="311677"/>
                    </a:cubicBezTo>
                    <a:cubicBezTo>
                      <a:pt x="498518" y="311677"/>
                      <a:pt x="498524" y="311677"/>
                      <a:pt x="498529" y="311677"/>
                    </a:cubicBezTo>
                    <a:lnTo>
                      <a:pt x="498703" y="311677"/>
                    </a:lnTo>
                    <a:cubicBezTo>
                      <a:pt x="506537" y="311677"/>
                      <a:pt x="512907" y="305382"/>
                      <a:pt x="513012" y="297549"/>
                    </a:cubicBezTo>
                    <a:close/>
                    <a:moveTo>
                      <a:pt x="555595" y="297549"/>
                    </a:moveTo>
                    <a:cubicBezTo>
                      <a:pt x="555705" y="289652"/>
                      <a:pt x="549398" y="283159"/>
                      <a:pt x="541495" y="283043"/>
                    </a:cubicBezTo>
                    <a:cubicBezTo>
                      <a:pt x="541490" y="283043"/>
                      <a:pt x="541478" y="283043"/>
                      <a:pt x="541467" y="283043"/>
                    </a:cubicBezTo>
                    <a:cubicBezTo>
                      <a:pt x="533569" y="282933"/>
                      <a:pt x="527071" y="289240"/>
                      <a:pt x="526961" y="297143"/>
                    </a:cubicBezTo>
                    <a:cubicBezTo>
                      <a:pt x="526961" y="297148"/>
                      <a:pt x="526961" y="297160"/>
                      <a:pt x="526961" y="297172"/>
                    </a:cubicBezTo>
                    <a:cubicBezTo>
                      <a:pt x="526851" y="305069"/>
                      <a:pt x="533157" y="311561"/>
                      <a:pt x="541060" y="311677"/>
                    </a:cubicBezTo>
                    <a:cubicBezTo>
                      <a:pt x="541066" y="311677"/>
                      <a:pt x="541078" y="311677"/>
                      <a:pt x="541089" y="311677"/>
                    </a:cubicBezTo>
                    <a:lnTo>
                      <a:pt x="541437" y="311677"/>
                    </a:lnTo>
                    <a:cubicBezTo>
                      <a:pt x="549242" y="311677"/>
                      <a:pt x="555566" y="305353"/>
                      <a:pt x="555566" y="297549"/>
                    </a:cubicBezTo>
                    <a:close/>
                    <a:moveTo>
                      <a:pt x="598335" y="297549"/>
                    </a:moveTo>
                    <a:cubicBezTo>
                      <a:pt x="598445" y="289652"/>
                      <a:pt x="592138" y="283159"/>
                      <a:pt x="584235" y="283043"/>
                    </a:cubicBezTo>
                    <a:cubicBezTo>
                      <a:pt x="584229" y="283043"/>
                      <a:pt x="584218" y="283043"/>
                      <a:pt x="584212" y="283043"/>
                    </a:cubicBezTo>
                    <a:cubicBezTo>
                      <a:pt x="576315" y="282933"/>
                      <a:pt x="569817" y="289240"/>
                      <a:pt x="569706" y="297143"/>
                    </a:cubicBezTo>
                    <a:cubicBezTo>
                      <a:pt x="569706" y="297148"/>
                      <a:pt x="569706" y="297160"/>
                      <a:pt x="569706" y="297172"/>
                    </a:cubicBezTo>
                    <a:cubicBezTo>
                      <a:pt x="569596" y="305074"/>
                      <a:pt x="575915" y="311567"/>
                      <a:pt x="583817" y="311677"/>
                    </a:cubicBezTo>
                    <a:cubicBezTo>
                      <a:pt x="583823" y="311677"/>
                      <a:pt x="583829" y="311677"/>
                      <a:pt x="583835" y="311677"/>
                    </a:cubicBezTo>
                    <a:lnTo>
                      <a:pt x="584009" y="311677"/>
                    </a:lnTo>
                    <a:cubicBezTo>
                      <a:pt x="591842" y="311677"/>
                      <a:pt x="598219" y="305382"/>
                      <a:pt x="598312" y="297549"/>
                    </a:cubicBezTo>
                    <a:close/>
                    <a:moveTo>
                      <a:pt x="640900" y="297549"/>
                    </a:moveTo>
                    <a:cubicBezTo>
                      <a:pt x="641011" y="289652"/>
                      <a:pt x="634704" y="283159"/>
                      <a:pt x="626801" y="283043"/>
                    </a:cubicBezTo>
                    <a:cubicBezTo>
                      <a:pt x="626795" y="283043"/>
                      <a:pt x="626784" y="283043"/>
                      <a:pt x="626772" y="283043"/>
                    </a:cubicBezTo>
                    <a:cubicBezTo>
                      <a:pt x="618869" y="282939"/>
                      <a:pt x="612371" y="289257"/>
                      <a:pt x="612266" y="297166"/>
                    </a:cubicBezTo>
                    <a:cubicBezTo>
                      <a:pt x="612266" y="297166"/>
                      <a:pt x="612266" y="297172"/>
                      <a:pt x="612266" y="297172"/>
                    </a:cubicBezTo>
                    <a:cubicBezTo>
                      <a:pt x="612162" y="305074"/>
                      <a:pt x="618481" y="311573"/>
                      <a:pt x="626389" y="311677"/>
                    </a:cubicBezTo>
                    <a:cubicBezTo>
                      <a:pt x="626389" y="311677"/>
                      <a:pt x="626395" y="311677"/>
                      <a:pt x="626401" y="311677"/>
                    </a:cubicBezTo>
                    <a:lnTo>
                      <a:pt x="626749" y="311677"/>
                    </a:lnTo>
                    <a:cubicBezTo>
                      <a:pt x="634553" y="311677"/>
                      <a:pt x="640878" y="305353"/>
                      <a:pt x="640878" y="297549"/>
                    </a:cubicBezTo>
                    <a:close/>
                    <a:moveTo>
                      <a:pt x="683640" y="297549"/>
                    </a:moveTo>
                    <a:cubicBezTo>
                      <a:pt x="683751" y="289652"/>
                      <a:pt x="677444" y="283159"/>
                      <a:pt x="669541" y="283043"/>
                    </a:cubicBezTo>
                    <a:cubicBezTo>
                      <a:pt x="669535" y="283043"/>
                      <a:pt x="669523" y="283043"/>
                      <a:pt x="669512" y="283043"/>
                    </a:cubicBezTo>
                    <a:cubicBezTo>
                      <a:pt x="661615" y="282944"/>
                      <a:pt x="655134" y="289263"/>
                      <a:pt x="655035" y="297160"/>
                    </a:cubicBezTo>
                    <a:cubicBezTo>
                      <a:pt x="655035" y="297160"/>
                      <a:pt x="655035" y="297166"/>
                      <a:pt x="655035" y="297172"/>
                    </a:cubicBezTo>
                    <a:cubicBezTo>
                      <a:pt x="654925" y="305074"/>
                      <a:pt x="661243" y="311567"/>
                      <a:pt x="669146" y="311677"/>
                    </a:cubicBezTo>
                    <a:cubicBezTo>
                      <a:pt x="669152" y="311677"/>
                      <a:pt x="669158" y="311677"/>
                      <a:pt x="669164" y="311677"/>
                    </a:cubicBezTo>
                    <a:lnTo>
                      <a:pt x="669338" y="311677"/>
                    </a:lnTo>
                    <a:cubicBezTo>
                      <a:pt x="677171" y="311677"/>
                      <a:pt x="683547" y="305382"/>
                      <a:pt x="683640" y="297549"/>
                    </a:cubicBezTo>
                    <a:close/>
                    <a:moveTo>
                      <a:pt x="470290" y="414993"/>
                    </a:moveTo>
                    <a:cubicBezTo>
                      <a:pt x="470290" y="407096"/>
                      <a:pt x="463884" y="400690"/>
                      <a:pt x="455987" y="400690"/>
                    </a:cubicBezTo>
                    <a:cubicBezTo>
                      <a:pt x="448084" y="400690"/>
                      <a:pt x="441678" y="407096"/>
                      <a:pt x="441678" y="414999"/>
                    </a:cubicBezTo>
                    <a:cubicBezTo>
                      <a:pt x="441684" y="422902"/>
                      <a:pt x="448084" y="429302"/>
                      <a:pt x="455987" y="429302"/>
                    </a:cubicBezTo>
                    <a:lnTo>
                      <a:pt x="456161" y="429302"/>
                    </a:lnTo>
                    <a:cubicBezTo>
                      <a:pt x="464000" y="429203"/>
                      <a:pt x="470301" y="422815"/>
                      <a:pt x="470290" y="414976"/>
                    </a:cubicBezTo>
                    <a:close/>
                    <a:moveTo>
                      <a:pt x="513035" y="414993"/>
                    </a:moveTo>
                    <a:cubicBezTo>
                      <a:pt x="513029" y="407090"/>
                      <a:pt x="506629" y="400690"/>
                      <a:pt x="498727" y="400690"/>
                    </a:cubicBezTo>
                    <a:cubicBezTo>
                      <a:pt x="490824" y="400690"/>
                      <a:pt x="484424" y="407090"/>
                      <a:pt x="484418" y="414993"/>
                    </a:cubicBezTo>
                    <a:cubicBezTo>
                      <a:pt x="484418" y="422896"/>
                      <a:pt x="490824" y="429302"/>
                      <a:pt x="498727" y="429302"/>
                    </a:cubicBezTo>
                    <a:lnTo>
                      <a:pt x="498727" y="429302"/>
                    </a:lnTo>
                    <a:cubicBezTo>
                      <a:pt x="506629" y="429302"/>
                      <a:pt x="513035" y="422896"/>
                      <a:pt x="513035" y="414993"/>
                    </a:cubicBezTo>
                    <a:cubicBezTo>
                      <a:pt x="513035" y="414987"/>
                      <a:pt x="513035" y="414982"/>
                      <a:pt x="513035" y="414976"/>
                    </a:cubicBezTo>
                    <a:close/>
                    <a:moveTo>
                      <a:pt x="555595" y="414993"/>
                    </a:moveTo>
                    <a:cubicBezTo>
                      <a:pt x="555595" y="407096"/>
                      <a:pt x="549189" y="400690"/>
                      <a:pt x="541292" y="400690"/>
                    </a:cubicBezTo>
                    <a:cubicBezTo>
                      <a:pt x="533390" y="400690"/>
                      <a:pt x="526984" y="407096"/>
                      <a:pt x="526984" y="414999"/>
                    </a:cubicBezTo>
                    <a:cubicBezTo>
                      <a:pt x="526990" y="422902"/>
                      <a:pt x="533390" y="429302"/>
                      <a:pt x="541292" y="429302"/>
                    </a:cubicBezTo>
                    <a:lnTo>
                      <a:pt x="541467" y="429302"/>
                    </a:lnTo>
                    <a:cubicBezTo>
                      <a:pt x="549300" y="429203"/>
                      <a:pt x="555595" y="422826"/>
                      <a:pt x="555595" y="414993"/>
                    </a:cubicBezTo>
                    <a:close/>
                    <a:moveTo>
                      <a:pt x="598335" y="414993"/>
                    </a:moveTo>
                    <a:cubicBezTo>
                      <a:pt x="598335" y="407096"/>
                      <a:pt x="591929" y="400690"/>
                      <a:pt x="584032" y="400690"/>
                    </a:cubicBezTo>
                    <a:cubicBezTo>
                      <a:pt x="576129" y="400690"/>
                      <a:pt x="569730" y="407090"/>
                      <a:pt x="569724" y="414993"/>
                    </a:cubicBezTo>
                    <a:cubicBezTo>
                      <a:pt x="569724" y="422896"/>
                      <a:pt x="576129" y="429302"/>
                      <a:pt x="584032" y="429302"/>
                    </a:cubicBezTo>
                    <a:lnTo>
                      <a:pt x="584032" y="429302"/>
                    </a:lnTo>
                    <a:cubicBezTo>
                      <a:pt x="591929" y="429302"/>
                      <a:pt x="598335" y="422896"/>
                      <a:pt x="598335" y="414999"/>
                    </a:cubicBezTo>
                    <a:cubicBezTo>
                      <a:pt x="598335" y="414993"/>
                      <a:pt x="598335" y="414982"/>
                      <a:pt x="598335" y="414976"/>
                    </a:cubicBezTo>
                    <a:close/>
                    <a:moveTo>
                      <a:pt x="640900" y="414993"/>
                    </a:moveTo>
                    <a:cubicBezTo>
                      <a:pt x="640900" y="407096"/>
                      <a:pt x="634495" y="400690"/>
                      <a:pt x="626598" y="400690"/>
                    </a:cubicBezTo>
                    <a:cubicBezTo>
                      <a:pt x="618695" y="400690"/>
                      <a:pt x="612290" y="407096"/>
                      <a:pt x="612290" y="414999"/>
                    </a:cubicBezTo>
                    <a:cubicBezTo>
                      <a:pt x="612295" y="422902"/>
                      <a:pt x="618695" y="429302"/>
                      <a:pt x="626598" y="429302"/>
                    </a:cubicBezTo>
                    <a:lnTo>
                      <a:pt x="626772" y="429302"/>
                    </a:lnTo>
                    <a:cubicBezTo>
                      <a:pt x="634605" y="429203"/>
                      <a:pt x="640900" y="422826"/>
                      <a:pt x="640900" y="414993"/>
                    </a:cubicBezTo>
                    <a:close/>
                    <a:moveTo>
                      <a:pt x="683640" y="414993"/>
                    </a:moveTo>
                    <a:cubicBezTo>
                      <a:pt x="683640" y="407096"/>
                      <a:pt x="677235" y="400690"/>
                      <a:pt x="669338" y="400690"/>
                    </a:cubicBezTo>
                    <a:cubicBezTo>
                      <a:pt x="661435" y="400690"/>
                      <a:pt x="655035" y="407090"/>
                      <a:pt x="655029" y="414993"/>
                    </a:cubicBezTo>
                    <a:cubicBezTo>
                      <a:pt x="655029" y="422896"/>
                      <a:pt x="661435" y="429302"/>
                      <a:pt x="669338" y="429302"/>
                    </a:cubicBezTo>
                    <a:lnTo>
                      <a:pt x="669338" y="429302"/>
                    </a:lnTo>
                    <a:cubicBezTo>
                      <a:pt x="677235" y="429302"/>
                      <a:pt x="683640" y="422896"/>
                      <a:pt x="683640" y="414999"/>
                    </a:cubicBezTo>
                    <a:cubicBezTo>
                      <a:pt x="683640" y="414999"/>
                      <a:pt x="683640" y="414993"/>
                      <a:pt x="683640" y="4149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8" name="Google Shape;218;p17"/>
            <p:cNvGrpSpPr/>
            <p:nvPr/>
          </p:nvGrpSpPr>
          <p:grpSpPr>
            <a:xfrm>
              <a:off x="7474336" y="3174083"/>
              <a:ext cx="1926867" cy="2244428"/>
              <a:chOff x="7474336" y="3174083"/>
              <a:chExt cx="1926867" cy="2244428"/>
            </a:xfrm>
          </p:grpSpPr>
          <p:sp>
            <p:nvSpPr>
              <p:cNvPr id="219" name="Google Shape;219;p17"/>
              <p:cNvSpPr/>
              <p:nvPr/>
            </p:nvSpPr>
            <p:spPr>
              <a:xfrm>
                <a:off x="8503837" y="3925685"/>
                <a:ext cx="292080" cy="402729"/>
              </a:xfrm>
              <a:custGeom>
                <a:avLst/>
                <a:gdLst/>
                <a:ahLst/>
                <a:cxnLst/>
                <a:rect l="l" t="t" r="r" b="b"/>
                <a:pathLst>
                  <a:path w="333806" h="460262" extrusionOk="0">
                    <a:moveTo>
                      <a:pt x="330005" y="5767"/>
                    </a:moveTo>
                    <a:lnTo>
                      <a:pt x="97043" y="5767"/>
                    </a:lnTo>
                    <a:cubicBezTo>
                      <a:pt x="94762" y="5765"/>
                      <a:pt x="92563" y="6649"/>
                      <a:pt x="90921" y="8233"/>
                    </a:cubicBezTo>
                    <a:lnTo>
                      <a:pt x="7733" y="88246"/>
                    </a:lnTo>
                    <a:cubicBezTo>
                      <a:pt x="6666" y="89337"/>
                      <a:pt x="5900" y="90690"/>
                      <a:pt x="5523" y="92169"/>
                    </a:cubicBezTo>
                    <a:cubicBezTo>
                      <a:pt x="5424" y="92538"/>
                      <a:pt x="5349" y="92914"/>
                      <a:pt x="5296" y="93294"/>
                    </a:cubicBezTo>
                    <a:cubicBezTo>
                      <a:pt x="5175" y="93726"/>
                      <a:pt x="5082" y="94166"/>
                      <a:pt x="5030" y="94612"/>
                    </a:cubicBezTo>
                    <a:lnTo>
                      <a:pt x="5030" y="457198"/>
                    </a:lnTo>
                    <a:cubicBezTo>
                      <a:pt x="5024" y="462072"/>
                      <a:pt x="8975" y="466025"/>
                      <a:pt x="13849" y="466029"/>
                    </a:cubicBezTo>
                    <a:cubicBezTo>
                      <a:pt x="13855" y="466029"/>
                      <a:pt x="13855" y="466029"/>
                      <a:pt x="13861" y="466029"/>
                    </a:cubicBezTo>
                    <a:lnTo>
                      <a:pt x="330005" y="466029"/>
                    </a:lnTo>
                    <a:cubicBezTo>
                      <a:pt x="334879" y="466032"/>
                      <a:pt x="338831" y="462083"/>
                      <a:pt x="338836" y="457209"/>
                    </a:cubicBezTo>
                    <a:cubicBezTo>
                      <a:pt x="338836" y="457205"/>
                      <a:pt x="338836" y="457202"/>
                      <a:pt x="338836" y="457198"/>
                    </a:cubicBezTo>
                    <a:lnTo>
                      <a:pt x="338836" y="14598"/>
                    </a:lnTo>
                    <a:cubicBezTo>
                      <a:pt x="338842" y="9724"/>
                      <a:pt x="334891" y="5770"/>
                      <a:pt x="330017" y="5767"/>
                    </a:cubicBezTo>
                    <a:cubicBezTo>
                      <a:pt x="330011" y="5767"/>
                      <a:pt x="330011" y="5767"/>
                      <a:pt x="330005" y="5767"/>
                    </a:cubicBezTo>
                    <a:close/>
                    <a:moveTo>
                      <a:pt x="91043" y="34871"/>
                    </a:moveTo>
                    <a:lnTo>
                      <a:pt x="91043" y="85780"/>
                    </a:lnTo>
                    <a:lnTo>
                      <a:pt x="36316" y="85780"/>
                    </a:lnTo>
                    <a:close/>
                    <a:moveTo>
                      <a:pt x="321174" y="448366"/>
                    </a:moveTo>
                    <a:lnTo>
                      <a:pt x="22692" y="448366"/>
                    </a:lnTo>
                    <a:lnTo>
                      <a:pt x="22692" y="103460"/>
                    </a:lnTo>
                    <a:lnTo>
                      <a:pt x="99862" y="103460"/>
                    </a:lnTo>
                    <a:cubicBezTo>
                      <a:pt x="104736" y="103464"/>
                      <a:pt x="108688" y="99514"/>
                      <a:pt x="108694" y="94641"/>
                    </a:cubicBezTo>
                    <a:cubicBezTo>
                      <a:pt x="108694" y="94636"/>
                      <a:pt x="108694" y="94633"/>
                      <a:pt x="108694" y="94629"/>
                    </a:cubicBezTo>
                    <a:lnTo>
                      <a:pt x="108694" y="23446"/>
                    </a:lnTo>
                    <a:lnTo>
                      <a:pt x="321163" y="2344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0" name="Google Shape;220;p17"/>
              <p:cNvSpPr/>
              <p:nvPr/>
            </p:nvSpPr>
            <p:spPr>
              <a:xfrm>
                <a:off x="8806477" y="3925685"/>
                <a:ext cx="292075" cy="402729"/>
              </a:xfrm>
              <a:custGeom>
                <a:avLst/>
                <a:gdLst/>
                <a:ahLst/>
                <a:cxnLst/>
                <a:rect l="l" t="t" r="r" b="b"/>
                <a:pathLst>
                  <a:path w="333800" h="460262" extrusionOk="0">
                    <a:moveTo>
                      <a:pt x="330005" y="5767"/>
                    </a:moveTo>
                    <a:lnTo>
                      <a:pt x="97048" y="5767"/>
                    </a:lnTo>
                    <a:cubicBezTo>
                      <a:pt x="94768" y="5765"/>
                      <a:pt x="92569" y="6649"/>
                      <a:pt x="90927" y="8233"/>
                    </a:cubicBezTo>
                    <a:lnTo>
                      <a:pt x="7739" y="88246"/>
                    </a:lnTo>
                    <a:cubicBezTo>
                      <a:pt x="6672" y="89337"/>
                      <a:pt x="5906" y="90690"/>
                      <a:pt x="5529" y="92169"/>
                    </a:cubicBezTo>
                    <a:cubicBezTo>
                      <a:pt x="5424" y="92538"/>
                      <a:pt x="5349" y="92914"/>
                      <a:pt x="5302" y="93294"/>
                    </a:cubicBezTo>
                    <a:cubicBezTo>
                      <a:pt x="5175" y="93726"/>
                      <a:pt x="5088" y="94166"/>
                      <a:pt x="5030" y="94612"/>
                    </a:cubicBezTo>
                    <a:lnTo>
                      <a:pt x="5030" y="457198"/>
                    </a:lnTo>
                    <a:cubicBezTo>
                      <a:pt x="5024" y="462072"/>
                      <a:pt x="8975" y="466025"/>
                      <a:pt x="13849" y="466029"/>
                    </a:cubicBezTo>
                    <a:cubicBezTo>
                      <a:pt x="13855" y="466029"/>
                      <a:pt x="13855" y="466029"/>
                      <a:pt x="13861" y="466029"/>
                    </a:cubicBezTo>
                    <a:lnTo>
                      <a:pt x="330005" y="466029"/>
                    </a:lnTo>
                    <a:cubicBezTo>
                      <a:pt x="334873" y="466029"/>
                      <a:pt x="338825" y="462084"/>
                      <a:pt x="338831" y="457215"/>
                    </a:cubicBezTo>
                    <a:lnTo>
                      <a:pt x="338831" y="14615"/>
                    </a:lnTo>
                    <a:cubicBezTo>
                      <a:pt x="338842" y="9741"/>
                      <a:pt x="334902" y="5779"/>
                      <a:pt x="330028" y="5767"/>
                    </a:cubicBezTo>
                    <a:cubicBezTo>
                      <a:pt x="330023" y="5767"/>
                      <a:pt x="330011" y="5767"/>
                      <a:pt x="330005" y="5767"/>
                    </a:cubicBezTo>
                    <a:close/>
                    <a:moveTo>
                      <a:pt x="91072" y="34888"/>
                    </a:moveTo>
                    <a:lnTo>
                      <a:pt x="91072" y="85798"/>
                    </a:lnTo>
                    <a:lnTo>
                      <a:pt x="36350" y="85798"/>
                    </a:lnTo>
                    <a:close/>
                    <a:moveTo>
                      <a:pt x="321203" y="448384"/>
                    </a:moveTo>
                    <a:lnTo>
                      <a:pt x="22692" y="448384"/>
                    </a:lnTo>
                    <a:lnTo>
                      <a:pt x="22692" y="103460"/>
                    </a:lnTo>
                    <a:lnTo>
                      <a:pt x="99862" y="103460"/>
                    </a:lnTo>
                    <a:cubicBezTo>
                      <a:pt x="104736" y="103464"/>
                      <a:pt x="108688" y="99514"/>
                      <a:pt x="108694" y="94641"/>
                    </a:cubicBezTo>
                    <a:cubicBezTo>
                      <a:pt x="108694" y="94636"/>
                      <a:pt x="108694" y="94633"/>
                      <a:pt x="108694" y="94629"/>
                    </a:cubicBezTo>
                    <a:lnTo>
                      <a:pt x="108694" y="23446"/>
                    </a:lnTo>
                    <a:lnTo>
                      <a:pt x="321163" y="2344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1" name="Google Shape;221;p17"/>
              <p:cNvSpPr/>
              <p:nvPr/>
            </p:nvSpPr>
            <p:spPr>
              <a:xfrm>
                <a:off x="9109128" y="3925685"/>
                <a:ext cx="292075" cy="402729"/>
              </a:xfrm>
              <a:custGeom>
                <a:avLst/>
                <a:gdLst/>
                <a:ahLst/>
                <a:cxnLst/>
                <a:rect l="l" t="t" r="r" b="b"/>
                <a:pathLst>
                  <a:path w="333800" h="460262" extrusionOk="0">
                    <a:moveTo>
                      <a:pt x="329988" y="5767"/>
                    </a:moveTo>
                    <a:lnTo>
                      <a:pt x="97043" y="5767"/>
                    </a:lnTo>
                    <a:cubicBezTo>
                      <a:pt x="94762" y="5765"/>
                      <a:pt x="92563" y="6649"/>
                      <a:pt x="90921" y="8233"/>
                    </a:cubicBezTo>
                    <a:lnTo>
                      <a:pt x="7734" y="88246"/>
                    </a:lnTo>
                    <a:cubicBezTo>
                      <a:pt x="6666" y="89337"/>
                      <a:pt x="5906" y="90690"/>
                      <a:pt x="5523" y="92169"/>
                    </a:cubicBezTo>
                    <a:cubicBezTo>
                      <a:pt x="5424" y="92538"/>
                      <a:pt x="5349" y="92914"/>
                      <a:pt x="5296" y="93294"/>
                    </a:cubicBezTo>
                    <a:cubicBezTo>
                      <a:pt x="5175" y="93726"/>
                      <a:pt x="5082" y="94166"/>
                      <a:pt x="5030" y="94612"/>
                    </a:cubicBezTo>
                    <a:lnTo>
                      <a:pt x="5030" y="457198"/>
                    </a:lnTo>
                    <a:cubicBezTo>
                      <a:pt x="5024" y="462072"/>
                      <a:pt x="8975" y="466025"/>
                      <a:pt x="13849" y="466029"/>
                    </a:cubicBezTo>
                    <a:cubicBezTo>
                      <a:pt x="13855" y="466029"/>
                      <a:pt x="13855" y="466029"/>
                      <a:pt x="13861" y="466029"/>
                    </a:cubicBezTo>
                    <a:lnTo>
                      <a:pt x="330000" y="466029"/>
                    </a:lnTo>
                    <a:cubicBezTo>
                      <a:pt x="334873" y="466032"/>
                      <a:pt x="338825" y="462083"/>
                      <a:pt x="338831" y="457209"/>
                    </a:cubicBezTo>
                    <a:cubicBezTo>
                      <a:pt x="338831" y="457205"/>
                      <a:pt x="338831" y="457202"/>
                      <a:pt x="338831" y="457198"/>
                    </a:cubicBezTo>
                    <a:lnTo>
                      <a:pt x="338831" y="14598"/>
                    </a:lnTo>
                    <a:cubicBezTo>
                      <a:pt x="338836" y="9724"/>
                      <a:pt x="334885" y="5770"/>
                      <a:pt x="330011" y="5767"/>
                    </a:cubicBezTo>
                    <a:cubicBezTo>
                      <a:pt x="330005" y="5767"/>
                      <a:pt x="329994" y="5767"/>
                      <a:pt x="329988" y="5767"/>
                    </a:cubicBezTo>
                    <a:close/>
                    <a:moveTo>
                      <a:pt x="91031" y="34871"/>
                    </a:moveTo>
                    <a:lnTo>
                      <a:pt x="91031" y="85780"/>
                    </a:lnTo>
                    <a:lnTo>
                      <a:pt x="36304" y="85780"/>
                    </a:lnTo>
                    <a:close/>
                    <a:moveTo>
                      <a:pt x="321157" y="448366"/>
                    </a:moveTo>
                    <a:lnTo>
                      <a:pt x="22675" y="448366"/>
                    </a:lnTo>
                    <a:lnTo>
                      <a:pt x="22675" y="103460"/>
                    </a:lnTo>
                    <a:lnTo>
                      <a:pt x="99845" y="103460"/>
                    </a:lnTo>
                    <a:cubicBezTo>
                      <a:pt x="104719" y="103464"/>
                      <a:pt x="108670" y="99514"/>
                      <a:pt x="108676" y="94641"/>
                    </a:cubicBezTo>
                    <a:cubicBezTo>
                      <a:pt x="108676" y="94636"/>
                      <a:pt x="108676" y="94633"/>
                      <a:pt x="108676" y="94629"/>
                    </a:cubicBezTo>
                    <a:lnTo>
                      <a:pt x="108676" y="23446"/>
                    </a:lnTo>
                    <a:lnTo>
                      <a:pt x="321139" y="2344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2" name="Google Shape;222;p17"/>
              <p:cNvSpPr/>
              <p:nvPr/>
            </p:nvSpPr>
            <p:spPr>
              <a:xfrm rot="5400000">
                <a:off x="7890349" y="4383229"/>
                <a:ext cx="710265" cy="1287404"/>
              </a:xfrm>
              <a:custGeom>
                <a:avLst/>
                <a:gdLst/>
                <a:ahLst/>
                <a:cxnLst/>
                <a:rect l="l" t="t" r="r" b="b"/>
                <a:pathLst>
                  <a:path w="811731" h="1471319" extrusionOk="0">
                    <a:moveTo>
                      <a:pt x="350859" y="504469"/>
                    </a:moveTo>
                    <a:lnTo>
                      <a:pt x="350859" y="1444396"/>
                    </a:lnTo>
                    <a:lnTo>
                      <a:pt x="346890" y="1447013"/>
                    </a:lnTo>
                    <a:lnTo>
                      <a:pt x="313991" y="1477086"/>
                    </a:lnTo>
                    <a:lnTo>
                      <a:pt x="303048" y="1463161"/>
                    </a:lnTo>
                    <a:lnTo>
                      <a:pt x="333220" y="1434904"/>
                    </a:lnTo>
                    <a:lnTo>
                      <a:pt x="333220" y="504469"/>
                    </a:lnTo>
                    <a:close/>
                    <a:moveTo>
                      <a:pt x="339614" y="473496"/>
                    </a:moveTo>
                    <a:lnTo>
                      <a:pt x="267392" y="5767"/>
                    </a:lnTo>
                    <a:lnTo>
                      <a:pt x="249933" y="8459"/>
                    </a:lnTo>
                    <a:lnTo>
                      <a:pt x="320779" y="467253"/>
                    </a:lnTo>
                    <a:lnTo>
                      <a:pt x="5030" y="778471"/>
                    </a:lnTo>
                    <a:lnTo>
                      <a:pt x="17429" y="791045"/>
                    </a:lnTo>
                    <a:close/>
                    <a:moveTo>
                      <a:pt x="816761" y="215154"/>
                    </a:moveTo>
                    <a:lnTo>
                      <a:pt x="808307" y="199651"/>
                    </a:lnTo>
                    <a:lnTo>
                      <a:pt x="325973" y="462623"/>
                    </a:lnTo>
                    <a:lnTo>
                      <a:pt x="334421" y="478127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3" name="Google Shape;223;p17"/>
              <p:cNvSpPr/>
              <p:nvPr/>
            </p:nvSpPr>
            <p:spPr>
              <a:xfrm rot="5400000">
                <a:off x="7813542" y="4305066"/>
                <a:ext cx="774239" cy="1452651"/>
              </a:xfrm>
              <a:custGeom>
                <a:avLst/>
                <a:gdLst/>
                <a:ahLst/>
                <a:cxnLst/>
                <a:rect l="l" t="t" r="r" b="b"/>
                <a:pathLst>
                  <a:path w="884845" h="1660173" extrusionOk="0">
                    <a:moveTo>
                      <a:pt x="361634" y="425273"/>
                    </a:moveTo>
                    <a:cubicBezTo>
                      <a:pt x="410408" y="425273"/>
                      <a:pt x="449945" y="464810"/>
                      <a:pt x="449945" y="513584"/>
                    </a:cubicBezTo>
                    <a:cubicBezTo>
                      <a:pt x="449945" y="562359"/>
                      <a:pt x="410408" y="601896"/>
                      <a:pt x="361634" y="601896"/>
                    </a:cubicBezTo>
                    <a:cubicBezTo>
                      <a:pt x="312859" y="601896"/>
                      <a:pt x="273322" y="562359"/>
                      <a:pt x="273322" y="513584"/>
                    </a:cubicBezTo>
                    <a:cubicBezTo>
                      <a:pt x="273317" y="464816"/>
                      <a:pt x="312854" y="425279"/>
                      <a:pt x="361622" y="425273"/>
                    </a:cubicBezTo>
                    <a:cubicBezTo>
                      <a:pt x="361628" y="425273"/>
                      <a:pt x="361628" y="425273"/>
                      <a:pt x="361634" y="425273"/>
                    </a:cubicBezTo>
                    <a:close/>
                    <a:moveTo>
                      <a:pt x="361866" y="1665940"/>
                    </a:moveTo>
                    <a:cubicBezTo>
                      <a:pt x="348927" y="1665934"/>
                      <a:pt x="336034" y="1664472"/>
                      <a:pt x="323419" y="1661588"/>
                    </a:cubicBezTo>
                    <a:cubicBezTo>
                      <a:pt x="231232" y="1640578"/>
                      <a:pt x="173325" y="1548443"/>
                      <a:pt x="194341" y="1456273"/>
                    </a:cubicBezTo>
                    <a:cubicBezTo>
                      <a:pt x="215462" y="1363982"/>
                      <a:pt x="307399" y="1306284"/>
                      <a:pt x="399691" y="1327398"/>
                    </a:cubicBezTo>
                    <a:cubicBezTo>
                      <a:pt x="491982" y="1348519"/>
                      <a:pt x="549681" y="1440456"/>
                      <a:pt x="528560" y="1532748"/>
                    </a:cubicBezTo>
                    <a:cubicBezTo>
                      <a:pt x="510764" y="1610528"/>
                      <a:pt x="441659" y="1665748"/>
                      <a:pt x="361866" y="1665940"/>
                    </a:cubicBezTo>
                    <a:close/>
                    <a:moveTo>
                      <a:pt x="361245" y="1340500"/>
                    </a:moveTo>
                    <a:cubicBezTo>
                      <a:pt x="289563" y="1340686"/>
                      <a:pt x="227490" y="1390319"/>
                      <a:pt x="211545" y="1460202"/>
                    </a:cubicBezTo>
                    <a:lnTo>
                      <a:pt x="211545" y="1460202"/>
                    </a:lnTo>
                    <a:cubicBezTo>
                      <a:pt x="192694" y="1542896"/>
                      <a:pt x="244618" y="1625521"/>
                      <a:pt x="327342" y="1644373"/>
                    </a:cubicBezTo>
                    <a:cubicBezTo>
                      <a:pt x="410118" y="1663514"/>
                      <a:pt x="492742" y="1611920"/>
                      <a:pt x="511878" y="1529145"/>
                    </a:cubicBezTo>
                    <a:cubicBezTo>
                      <a:pt x="531020" y="1446369"/>
                      <a:pt x="479426" y="1363744"/>
                      <a:pt x="396651" y="1344608"/>
                    </a:cubicBezTo>
                    <a:cubicBezTo>
                      <a:pt x="396337" y="1344533"/>
                      <a:pt x="396024" y="1344463"/>
                      <a:pt x="395710" y="1344393"/>
                    </a:cubicBezTo>
                    <a:cubicBezTo>
                      <a:pt x="384402" y="1341806"/>
                      <a:pt x="372844" y="1340488"/>
                      <a:pt x="361245" y="1340471"/>
                    </a:cubicBezTo>
                    <a:close/>
                    <a:moveTo>
                      <a:pt x="361634" y="1406194"/>
                    </a:moveTo>
                    <a:cubicBezTo>
                      <a:pt x="410408" y="1406194"/>
                      <a:pt x="449945" y="1445731"/>
                      <a:pt x="449945" y="1494505"/>
                    </a:cubicBezTo>
                    <a:cubicBezTo>
                      <a:pt x="449945" y="1543279"/>
                      <a:pt x="410408" y="1582816"/>
                      <a:pt x="361634" y="1582816"/>
                    </a:cubicBezTo>
                    <a:cubicBezTo>
                      <a:pt x="312859" y="1582816"/>
                      <a:pt x="273322" y="1543279"/>
                      <a:pt x="273322" y="1494505"/>
                    </a:cubicBezTo>
                    <a:cubicBezTo>
                      <a:pt x="273305" y="1445736"/>
                      <a:pt x="312824" y="1406182"/>
                      <a:pt x="361593" y="1406165"/>
                    </a:cubicBezTo>
                    <a:cubicBezTo>
                      <a:pt x="361604" y="1406165"/>
                      <a:pt x="361622" y="1406165"/>
                      <a:pt x="361634" y="1406165"/>
                    </a:cubicBezTo>
                    <a:close/>
                    <a:moveTo>
                      <a:pt x="49179" y="779005"/>
                    </a:moveTo>
                    <a:cubicBezTo>
                      <a:pt x="73566" y="778999"/>
                      <a:pt x="93335" y="798768"/>
                      <a:pt x="93341" y="823155"/>
                    </a:cubicBezTo>
                    <a:cubicBezTo>
                      <a:pt x="93347" y="847542"/>
                      <a:pt x="73578" y="867310"/>
                      <a:pt x="49191" y="867316"/>
                    </a:cubicBezTo>
                    <a:cubicBezTo>
                      <a:pt x="24804" y="867322"/>
                      <a:pt x="5035" y="847554"/>
                      <a:pt x="5030" y="823166"/>
                    </a:cubicBezTo>
                    <a:cubicBezTo>
                      <a:pt x="5030" y="823166"/>
                      <a:pt x="5030" y="823161"/>
                      <a:pt x="5030" y="823161"/>
                    </a:cubicBezTo>
                    <a:cubicBezTo>
                      <a:pt x="5030" y="798774"/>
                      <a:pt x="24798" y="779011"/>
                      <a:pt x="49179" y="779005"/>
                    </a:cubicBezTo>
                    <a:close/>
                    <a:moveTo>
                      <a:pt x="845714" y="210838"/>
                    </a:moveTo>
                    <a:cubicBezTo>
                      <a:pt x="870101" y="210832"/>
                      <a:pt x="889870" y="230600"/>
                      <a:pt x="889875" y="254987"/>
                    </a:cubicBezTo>
                    <a:cubicBezTo>
                      <a:pt x="889881" y="279374"/>
                      <a:pt x="870113" y="299143"/>
                      <a:pt x="845726" y="299149"/>
                    </a:cubicBezTo>
                    <a:cubicBezTo>
                      <a:pt x="821339" y="299154"/>
                      <a:pt x="801570" y="279386"/>
                      <a:pt x="801564" y="254999"/>
                    </a:cubicBezTo>
                    <a:cubicBezTo>
                      <a:pt x="801564" y="254993"/>
                      <a:pt x="801564" y="254993"/>
                      <a:pt x="801564" y="254987"/>
                    </a:cubicBezTo>
                    <a:cubicBezTo>
                      <a:pt x="801570" y="230600"/>
                      <a:pt x="821339" y="210832"/>
                      <a:pt x="845726" y="210838"/>
                    </a:cubicBezTo>
                    <a:cubicBezTo>
                      <a:pt x="845726" y="210838"/>
                      <a:pt x="845732" y="210838"/>
                      <a:pt x="845732" y="210838"/>
                    </a:cubicBezTo>
                    <a:close/>
                    <a:moveTo>
                      <a:pt x="283389" y="5767"/>
                    </a:moveTo>
                    <a:cubicBezTo>
                      <a:pt x="307776" y="5764"/>
                      <a:pt x="327545" y="25530"/>
                      <a:pt x="327551" y="49916"/>
                    </a:cubicBezTo>
                    <a:cubicBezTo>
                      <a:pt x="327557" y="74303"/>
                      <a:pt x="307788" y="94075"/>
                      <a:pt x="283401" y="94078"/>
                    </a:cubicBezTo>
                    <a:cubicBezTo>
                      <a:pt x="259014" y="94081"/>
                      <a:pt x="239246" y="74314"/>
                      <a:pt x="239240" y="49928"/>
                    </a:cubicBezTo>
                    <a:cubicBezTo>
                      <a:pt x="239240" y="49926"/>
                      <a:pt x="239240" y="49924"/>
                      <a:pt x="239240" y="49922"/>
                    </a:cubicBezTo>
                    <a:cubicBezTo>
                      <a:pt x="239240" y="25538"/>
                      <a:pt x="259002" y="5770"/>
                      <a:pt x="283389" y="576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4" name="Google Shape;224;p17"/>
              <p:cNvSpPr/>
              <p:nvPr/>
            </p:nvSpPr>
            <p:spPr>
              <a:xfrm>
                <a:off x="8674048" y="3174083"/>
                <a:ext cx="591360" cy="371744"/>
              </a:xfrm>
              <a:custGeom>
                <a:avLst/>
                <a:gdLst/>
                <a:ahLst/>
                <a:cxnLst/>
                <a:rect l="l" t="t" r="r" b="b"/>
                <a:pathLst>
                  <a:path w="675840" h="424850" extrusionOk="0">
                    <a:moveTo>
                      <a:pt x="65715" y="32521"/>
                    </a:moveTo>
                    <a:lnTo>
                      <a:pt x="15908" y="32521"/>
                    </a:lnTo>
                    <a:cubicBezTo>
                      <a:pt x="9131" y="31697"/>
                      <a:pt x="4297" y="25535"/>
                      <a:pt x="5121" y="18758"/>
                    </a:cubicBezTo>
                    <a:cubicBezTo>
                      <a:pt x="5806" y="13106"/>
                      <a:pt x="10256" y="8656"/>
                      <a:pt x="15908" y="7972"/>
                    </a:cubicBezTo>
                    <a:lnTo>
                      <a:pt x="65715" y="7972"/>
                    </a:lnTo>
                    <a:cubicBezTo>
                      <a:pt x="72480" y="7043"/>
                      <a:pt x="78718" y="11772"/>
                      <a:pt x="79646" y="18537"/>
                    </a:cubicBezTo>
                    <a:cubicBezTo>
                      <a:pt x="80574" y="25303"/>
                      <a:pt x="75845" y="31540"/>
                      <a:pt x="69080" y="32469"/>
                    </a:cubicBezTo>
                    <a:cubicBezTo>
                      <a:pt x="68941" y="32492"/>
                      <a:pt x="68801" y="32509"/>
                      <a:pt x="68662" y="32521"/>
                    </a:cubicBezTo>
                    <a:cubicBezTo>
                      <a:pt x="67682" y="32637"/>
                      <a:pt x="66695" y="32637"/>
                      <a:pt x="65715" y="32521"/>
                    </a:cubicBezTo>
                    <a:close/>
                    <a:moveTo>
                      <a:pt x="78079" y="77030"/>
                    </a:moveTo>
                    <a:cubicBezTo>
                      <a:pt x="78079" y="70300"/>
                      <a:pt x="72625" y="64846"/>
                      <a:pt x="65894" y="64846"/>
                    </a:cubicBezTo>
                    <a:lnTo>
                      <a:pt x="15908" y="64846"/>
                    </a:lnTo>
                    <a:cubicBezTo>
                      <a:pt x="9131" y="65670"/>
                      <a:pt x="4297" y="71832"/>
                      <a:pt x="5121" y="78609"/>
                    </a:cubicBezTo>
                    <a:cubicBezTo>
                      <a:pt x="5806" y="84260"/>
                      <a:pt x="10256" y="88711"/>
                      <a:pt x="15908" y="89395"/>
                    </a:cubicBezTo>
                    <a:lnTo>
                      <a:pt x="65715" y="89395"/>
                    </a:lnTo>
                    <a:cubicBezTo>
                      <a:pt x="72544" y="89395"/>
                      <a:pt x="78073" y="83866"/>
                      <a:pt x="78079" y="77036"/>
                    </a:cubicBezTo>
                    <a:close/>
                    <a:moveTo>
                      <a:pt x="78079" y="133893"/>
                    </a:moveTo>
                    <a:cubicBezTo>
                      <a:pt x="78079" y="127162"/>
                      <a:pt x="72625" y="121708"/>
                      <a:pt x="65894" y="121708"/>
                    </a:cubicBezTo>
                    <a:lnTo>
                      <a:pt x="15908" y="121708"/>
                    </a:lnTo>
                    <a:cubicBezTo>
                      <a:pt x="9131" y="122532"/>
                      <a:pt x="4297" y="128694"/>
                      <a:pt x="5121" y="135471"/>
                    </a:cubicBezTo>
                    <a:cubicBezTo>
                      <a:pt x="5806" y="141123"/>
                      <a:pt x="10256" y="145573"/>
                      <a:pt x="15908" y="146258"/>
                    </a:cubicBezTo>
                    <a:lnTo>
                      <a:pt x="65715" y="146258"/>
                    </a:lnTo>
                    <a:cubicBezTo>
                      <a:pt x="72544" y="146258"/>
                      <a:pt x="78079" y="140722"/>
                      <a:pt x="78079" y="133893"/>
                    </a:cubicBezTo>
                    <a:close/>
                    <a:moveTo>
                      <a:pt x="78079" y="190941"/>
                    </a:moveTo>
                    <a:cubicBezTo>
                      <a:pt x="78079" y="184112"/>
                      <a:pt x="72544" y="178577"/>
                      <a:pt x="65715" y="178577"/>
                    </a:cubicBezTo>
                    <a:lnTo>
                      <a:pt x="15908" y="178577"/>
                    </a:lnTo>
                    <a:cubicBezTo>
                      <a:pt x="9131" y="179401"/>
                      <a:pt x="4297" y="185563"/>
                      <a:pt x="5121" y="192340"/>
                    </a:cubicBezTo>
                    <a:cubicBezTo>
                      <a:pt x="5806" y="197991"/>
                      <a:pt x="10256" y="202442"/>
                      <a:pt x="15908" y="203126"/>
                    </a:cubicBezTo>
                    <a:lnTo>
                      <a:pt x="65715" y="203126"/>
                    </a:lnTo>
                    <a:cubicBezTo>
                      <a:pt x="72445" y="203225"/>
                      <a:pt x="77981" y="197852"/>
                      <a:pt x="78079" y="191121"/>
                    </a:cubicBezTo>
                    <a:cubicBezTo>
                      <a:pt x="78079" y="191121"/>
                      <a:pt x="78079" y="191115"/>
                      <a:pt x="78079" y="191115"/>
                    </a:cubicBezTo>
                    <a:close/>
                    <a:moveTo>
                      <a:pt x="78079" y="247804"/>
                    </a:moveTo>
                    <a:cubicBezTo>
                      <a:pt x="78079" y="240975"/>
                      <a:pt x="72544" y="235439"/>
                      <a:pt x="65715" y="235439"/>
                    </a:cubicBezTo>
                    <a:lnTo>
                      <a:pt x="15908" y="235439"/>
                    </a:lnTo>
                    <a:cubicBezTo>
                      <a:pt x="9131" y="236263"/>
                      <a:pt x="4297" y="242425"/>
                      <a:pt x="5121" y="249202"/>
                    </a:cubicBezTo>
                    <a:cubicBezTo>
                      <a:pt x="5806" y="254854"/>
                      <a:pt x="10256" y="259304"/>
                      <a:pt x="15908" y="259989"/>
                    </a:cubicBezTo>
                    <a:lnTo>
                      <a:pt x="65715" y="259989"/>
                    </a:lnTo>
                    <a:cubicBezTo>
                      <a:pt x="72445" y="260099"/>
                      <a:pt x="77986" y="254732"/>
                      <a:pt x="78097" y="248007"/>
                    </a:cubicBezTo>
                    <a:cubicBezTo>
                      <a:pt x="78097" y="248001"/>
                      <a:pt x="78097" y="248001"/>
                      <a:pt x="78097" y="248001"/>
                    </a:cubicBezTo>
                    <a:cubicBezTo>
                      <a:pt x="78097" y="247700"/>
                      <a:pt x="78097" y="247398"/>
                      <a:pt x="78097" y="247096"/>
                    </a:cubicBezTo>
                    <a:close/>
                    <a:moveTo>
                      <a:pt x="78079" y="304667"/>
                    </a:moveTo>
                    <a:cubicBezTo>
                      <a:pt x="78079" y="297843"/>
                      <a:pt x="72544" y="292308"/>
                      <a:pt x="65720" y="292308"/>
                    </a:cubicBezTo>
                    <a:cubicBezTo>
                      <a:pt x="65720" y="292308"/>
                      <a:pt x="65715" y="292308"/>
                      <a:pt x="65715" y="292308"/>
                    </a:cubicBezTo>
                    <a:lnTo>
                      <a:pt x="15908" y="292308"/>
                    </a:lnTo>
                    <a:cubicBezTo>
                      <a:pt x="9131" y="293132"/>
                      <a:pt x="4297" y="299294"/>
                      <a:pt x="5121" y="306071"/>
                    </a:cubicBezTo>
                    <a:cubicBezTo>
                      <a:pt x="5806" y="311722"/>
                      <a:pt x="10256" y="316173"/>
                      <a:pt x="15908" y="316857"/>
                    </a:cubicBezTo>
                    <a:lnTo>
                      <a:pt x="65715" y="316857"/>
                    </a:lnTo>
                    <a:cubicBezTo>
                      <a:pt x="72445" y="316956"/>
                      <a:pt x="77981" y="311583"/>
                      <a:pt x="78079" y="304852"/>
                    </a:cubicBezTo>
                    <a:cubicBezTo>
                      <a:pt x="78079" y="304852"/>
                      <a:pt x="78079" y="304846"/>
                      <a:pt x="78079" y="304846"/>
                    </a:cubicBezTo>
                    <a:lnTo>
                      <a:pt x="78079" y="304667"/>
                    </a:lnTo>
                    <a:close/>
                    <a:moveTo>
                      <a:pt x="78079" y="361529"/>
                    </a:moveTo>
                    <a:cubicBezTo>
                      <a:pt x="78079" y="354700"/>
                      <a:pt x="72544" y="349164"/>
                      <a:pt x="65715" y="349164"/>
                    </a:cubicBezTo>
                    <a:lnTo>
                      <a:pt x="15908" y="349164"/>
                    </a:lnTo>
                    <a:cubicBezTo>
                      <a:pt x="9131" y="349988"/>
                      <a:pt x="4297" y="356150"/>
                      <a:pt x="5121" y="362928"/>
                    </a:cubicBezTo>
                    <a:cubicBezTo>
                      <a:pt x="5806" y="368579"/>
                      <a:pt x="10256" y="373029"/>
                      <a:pt x="15908" y="373714"/>
                    </a:cubicBezTo>
                    <a:lnTo>
                      <a:pt x="65715" y="373714"/>
                    </a:lnTo>
                    <a:cubicBezTo>
                      <a:pt x="72445" y="373813"/>
                      <a:pt x="77981" y="368440"/>
                      <a:pt x="78079" y="361709"/>
                    </a:cubicBezTo>
                    <a:cubicBezTo>
                      <a:pt x="78079" y="361709"/>
                      <a:pt x="78079" y="361703"/>
                      <a:pt x="78079" y="361703"/>
                    </a:cubicBezTo>
                    <a:lnTo>
                      <a:pt x="78079" y="361523"/>
                    </a:lnTo>
                    <a:close/>
                    <a:moveTo>
                      <a:pt x="78079" y="418392"/>
                    </a:moveTo>
                    <a:cubicBezTo>
                      <a:pt x="78079" y="411562"/>
                      <a:pt x="72544" y="406027"/>
                      <a:pt x="65715" y="406027"/>
                    </a:cubicBezTo>
                    <a:lnTo>
                      <a:pt x="15908" y="406027"/>
                    </a:lnTo>
                    <a:cubicBezTo>
                      <a:pt x="9131" y="406851"/>
                      <a:pt x="4297" y="413013"/>
                      <a:pt x="5121" y="419790"/>
                    </a:cubicBezTo>
                    <a:cubicBezTo>
                      <a:pt x="5806" y="425442"/>
                      <a:pt x="10256" y="429892"/>
                      <a:pt x="15908" y="430577"/>
                    </a:cubicBezTo>
                    <a:lnTo>
                      <a:pt x="65715" y="430577"/>
                    </a:lnTo>
                    <a:cubicBezTo>
                      <a:pt x="72445" y="430675"/>
                      <a:pt x="77981" y="425302"/>
                      <a:pt x="78079" y="418572"/>
                    </a:cubicBezTo>
                    <a:cubicBezTo>
                      <a:pt x="78079" y="418572"/>
                      <a:pt x="78079" y="418572"/>
                      <a:pt x="78079" y="418572"/>
                    </a:cubicBezTo>
                    <a:lnTo>
                      <a:pt x="78079" y="418392"/>
                    </a:lnTo>
                    <a:close/>
                    <a:moveTo>
                      <a:pt x="264229" y="20122"/>
                    </a:moveTo>
                    <a:cubicBezTo>
                      <a:pt x="264229" y="13391"/>
                      <a:pt x="258775" y="7937"/>
                      <a:pt x="252044" y="7937"/>
                    </a:cubicBezTo>
                    <a:lnTo>
                      <a:pt x="121359" y="7937"/>
                    </a:lnTo>
                    <a:cubicBezTo>
                      <a:pt x="114564" y="7240"/>
                      <a:pt x="108495" y="12178"/>
                      <a:pt x="107793" y="18973"/>
                    </a:cubicBezTo>
                    <a:cubicBezTo>
                      <a:pt x="107108" y="25599"/>
                      <a:pt x="111808" y="31581"/>
                      <a:pt x="118411" y="32486"/>
                    </a:cubicBezTo>
                    <a:cubicBezTo>
                      <a:pt x="119392" y="32602"/>
                      <a:pt x="120378" y="32602"/>
                      <a:pt x="121359" y="32486"/>
                    </a:cubicBezTo>
                    <a:lnTo>
                      <a:pt x="252938" y="32486"/>
                    </a:lnTo>
                    <a:cubicBezTo>
                      <a:pt x="259390" y="32016"/>
                      <a:pt x="264351" y="26591"/>
                      <a:pt x="264241" y="20122"/>
                    </a:cubicBezTo>
                    <a:close/>
                    <a:moveTo>
                      <a:pt x="264229" y="76984"/>
                    </a:moveTo>
                    <a:cubicBezTo>
                      <a:pt x="264229" y="70253"/>
                      <a:pt x="258775" y="64799"/>
                      <a:pt x="252044" y="64799"/>
                    </a:cubicBezTo>
                    <a:lnTo>
                      <a:pt x="121359" y="64799"/>
                    </a:lnTo>
                    <a:cubicBezTo>
                      <a:pt x="114564" y="64103"/>
                      <a:pt x="108495" y="69041"/>
                      <a:pt x="107793" y="75835"/>
                    </a:cubicBezTo>
                    <a:cubicBezTo>
                      <a:pt x="107108" y="82461"/>
                      <a:pt x="111808" y="88444"/>
                      <a:pt x="118411" y="89349"/>
                    </a:cubicBezTo>
                    <a:cubicBezTo>
                      <a:pt x="119392" y="89471"/>
                      <a:pt x="120378" y="89471"/>
                      <a:pt x="121359" y="89349"/>
                    </a:cubicBezTo>
                    <a:lnTo>
                      <a:pt x="252938" y="89349"/>
                    </a:lnTo>
                    <a:cubicBezTo>
                      <a:pt x="259390" y="88879"/>
                      <a:pt x="264351" y="83454"/>
                      <a:pt x="264241" y="76990"/>
                    </a:cubicBezTo>
                    <a:close/>
                    <a:moveTo>
                      <a:pt x="264229" y="133847"/>
                    </a:moveTo>
                    <a:cubicBezTo>
                      <a:pt x="264229" y="127116"/>
                      <a:pt x="258775" y="121662"/>
                      <a:pt x="252044" y="121662"/>
                    </a:cubicBezTo>
                    <a:lnTo>
                      <a:pt x="121359" y="121662"/>
                    </a:lnTo>
                    <a:cubicBezTo>
                      <a:pt x="114564" y="120966"/>
                      <a:pt x="108495" y="125903"/>
                      <a:pt x="107793" y="132698"/>
                    </a:cubicBezTo>
                    <a:cubicBezTo>
                      <a:pt x="107108" y="139324"/>
                      <a:pt x="111808" y="145306"/>
                      <a:pt x="118411" y="146211"/>
                    </a:cubicBezTo>
                    <a:cubicBezTo>
                      <a:pt x="119392" y="146327"/>
                      <a:pt x="120378" y="146327"/>
                      <a:pt x="121359" y="146211"/>
                    </a:cubicBezTo>
                    <a:lnTo>
                      <a:pt x="252938" y="146211"/>
                    </a:lnTo>
                    <a:cubicBezTo>
                      <a:pt x="259390" y="145741"/>
                      <a:pt x="264351" y="140316"/>
                      <a:pt x="264241" y="133847"/>
                    </a:cubicBezTo>
                    <a:close/>
                    <a:moveTo>
                      <a:pt x="264229" y="190895"/>
                    </a:moveTo>
                    <a:cubicBezTo>
                      <a:pt x="264328" y="184164"/>
                      <a:pt x="258955" y="178629"/>
                      <a:pt x="252224" y="178530"/>
                    </a:cubicBezTo>
                    <a:cubicBezTo>
                      <a:pt x="252224" y="178530"/>
                      <a:pt x="252224" y="178530"/>
                      <a:pt x="252224" y="178530"/>
                    </a:cubicBezTo>
                    <a:lnTo>
                      <a:pt x="121359" y="178530"/>
                    </a:lnTo>
                    <a:cubicBezTo>
                      <a:pt x="114564" y="177834"/>
                      <a:pt x="108495" y="182772"/>
                      <a:pt x="107793" y="189566"/>
                    </a:cubicBezTo>
                    <a:cubicBezTo>
                      <a:pt x="107108" y="196192"/>
                      <a:pt x="111808" y="202175"/>
                      <a:pt x="118411" y="203080"/>
                    </a:cubicBezTo>
                    <a:cubicBezTo>
                      <a:pt x="119392" y="203196"/>
                      <a:pt x="120378" y="203196"/>
                      <a:pt x="121359" y="203080"/>
                    </a:cubicBezTo>
                    <a:lnTo>
                      <a:pt x="252938" y="203080"/>
                    </a:lnTo>
                    <a:cubicBezTo>
                      <a:pt x="259297" y="202610"/>
                      <a:pt x="264217" y="197324"/>
                      <a:pt x="264229" y="190947"/>
                    </a:cubicBezTo>
                    <a:close/>
                    <a:moveTo>
                      <a:pt x="264229" y="247757"/>
                    </a:moveTo>
                    <a:cubicBezTo>
                      <a:pt x="264328" y="241027"/>
                      <a:pt x="258955" y="235491"/>
                      <a:pt x="252224" y="235393"/>
                    </a:cubicBezTo>
                    <a:cubicBezTo>
                      <a:pt x="252224" y="235393"/>
                      <a:pt x="252224" y="235393"/>
                      <a:pt x="252224" y="235393"/>
                    </a:cubicBezTo>
                    <a:lnTo>
                      <a:pt x="121359" y="235393"/>
                    </a:lnTo>
                    <a:cubicBezTo>
                      <a:pt x="114564" y="234697"/>
                      <a:pt x="108495" y="239634"/>
                      <a:pt x="107793" y="246429"/>
                    </a:cubicBezTo>
                    <a:cubicBezTo>
                      <a:pt x="107108" y="253055"/>
                      <a:pt x="111808" y="259037"/>
                      <a:pt x="118411" y="259942"/>
                    </a:cubicBezTo>
                    <a:cubicBezTo>
                      <a:pt x="119392" y="260064"/>
                      <a:pt x="120378" y="260064"/>
                      <a:pt x="121359" y="259942"/>
                    </a:cubicBezTo>
                    <a:lnTo>
                      <a:pt x="252938" y="259942"/>
                    </a:lnTo>
                    <a:cubicBezTo>
                      <a:pt x="259604" y="259472"/>
                      <a:pt x="264647" y="253722"/>
                      <a:pt x="264241" y="247050"/>
                    </a:cubicBezTo>
                    <a:close/>
                    <a:moveTo>
                      <a:pt x="420711" y="304620"/>
                    </a:moveTo>
                    <a:cubicBezTo>
                      <a:pt x="420711" y="297797"/>
                      <a:pt x="415176" y="292261"/>
                      <a:pt x="408352" y="292261"/>
                    </a:cubicBezTo>
                    <a:cubicBezTo>
                      <a:pt x="408352" y="292261"/>
                      <a:pt x="408347" y="292261"/>
                      <a:pt x="408347" y="292261"/>
                    </a:cubicBezTo>
                    <a:lnTo>
                      <a:pt x="277829" y="292261"/>
                    </a:lnTo>
                    <a:cubicBezTo>
                      <a:pt x="271064" y="291333"/>
                      <a:pt x="264826" y="296062"/>
                      <a:pt x="263898" y="302827"/>
                    </a:cubicBezTo>
                    <a:cubicBezTo>
                      <a:pt x="262970" y="309593"/>
                      <a:pt x="267699" y="315830"/>
                      <a:pt x="274464" y="316759"/>
                    </a:cubicBezTo>
                    <a:cubicBezTo>
                      <a:pt x="274603" y="316782"/>
                      <a:pt x="274743" y="316799"/>
                      <a:pt x="274882" y="316811"/>
                    </a:cubicBezTo>
                    <a:cubicBezTo>
                      <a:pt x="275862" y="316927"/>
                      <a:pt x="276849" y="316927"/>
                      <a:pt x="277829" y="316811"/>
                    </a:cubicBezTo>
                    <a:lnTo>
                      <a:pt x="408347" y="316811"/>
                    </a:lnTo>
                    <a:cubicBezTo>
                      <a:pt x="415077" y="316909"/>
                      <a:pt x="420613" y="311537"/>
                      <a:pt x="420711" y="304806"/>
                    </a:cubicBezTo>
                    <a:cubicBezTo>
                      <a:pt x="420711" y="304806"/>
                      <a:pt x="420711" y="304800"/>
                      <a:pt x="420711" y="304800"/>
                    </a:cubicBezTo>
                    <a:lnTo>
                      <a:pt x="420711" y="304620"/>
                    </a:lnTo>
                    <a:close/>
                    <a:moveTo>
                      <a:pt x="420711" y="361483"/>
                    </a:moveTo>
                    <a:cubicBezTo>
                      <a:pt x="420711" y="354653"/>
                      <a:pt x="415176" y="349118"/>
                      <a:pt x="408347" y="349118"/>
                    </a:cubicBezTo>
                    <a:lnTo>
                      <a:pt x="277829" y="349118"/>
                    </a:lnTo>
                    <a:cubicBezTo>
                      <a:pt x="271064" y="348190"/>
                      <a:pt x="264826" y="352919"/>
                      <a:pt x="263898" y="359684"/>
                    </a:cubicBezTo>
                    <a:cubicBezTo>
                      <a:pt x="262970" y="366449"/>
                      <a:pt x="267699" y="372687"/>
                      <a:pt x="274464" y="373615"/>
                    </a:cubicBezTo>
                    <a:cubicBezTo>
                      <a:pt x="274603" y="373639"/>
                      <a:pt x="274743" y="373656"/>
                      <a:pt x="274882" y="373668"/>
                    </a:cubicBezTo>
                    <a:cubicBezTo>
                      <a:pt x="275862" y="373784"/>
                      <a:pt x="276849" y="373784"/>
                      <a:pt x="277829" y="373668"/>
                    </a:cubicBezTo>
                    <a:lnTo>
                      <a:pt x="408347" y="373668"/>
                    </a:lnTo>
                    <a:cubicBezTo>
                      <a:pt x="415077" y="373766"/>
                      <a:pt x="420613" y="368393"/>
                      <a:pt x="420711" y="361663"/>
                    </a:cubicBezTo>
                    <a:cubicBezTo>
                      <a:pt x="420711" y="361663"/>
                      <a:pt x="420711" y="361657"/>
                      <a:pt x="420711" y="361657"/>
                    </a:cubicBezTo>
                    <a:lnTo>
                      <a:pt x="420711" y="361477"/>
                    </a:lnTo>
                    <a:close/>
                    <a:moveTo>
                      <a:pt x="420711" y="418345"/>
                    </a:moveTo>
                    <a:cubicBezTo>
                      <a:pt x="420711" y="411516"/>
                      <a:pt x="415176" y="405981"/>
                      <a:pt x="408347" y="405981"/>
                    </a:cubicBezTo>
                    <a:lnTo>
                      <a:pt x="277829" y="405981"/>
                    </a:lnTo>
                    <a:cubicBezTo>
                      <a:pt x="271064" y="405052"/>
                      <a:pt x="264826" y="409781"/>
                      <a:pt x="263898" y="416547"/>
                    </a:cubicBezTo>
                    <a:cubicBezTo>
                      <a:pt x="262970" y="423312"/>
                      <a:pt x="267699" y="429550"/>
                      <a:pt x="274464" y="430478"/>
                    </a:cubicBezTo>
                    <a:cubicBezTo>
                      <a:pt x="274603" y="430501"/>
                      <a:pt x="274743" y="430519"/>
                      <a:pt x="274882" y="430530"/>
                    </a:cubicBezTo>
                    <a:cubicBezTo>
                      <a:pt x="275862" y="430646"/>
                      <a:pt x="276849" y="430646"/>
                      <a:pt x="277829" y="430530"/>
                    </a:cubicBezTo>
                    <a:lnTo>
                      <a:pt x="408347" y="430530"/>
                    </a:lnTo>
                    <a:cubicBezTo>
                      <a:pt x="415077" y="430629"/>
                      <a:pt x="420613" y="425256"/>
                      <a:pt x="420711" y="418525"/>
                    </a:cubicBezTo>
                    <a:cubicBezTo>
                      <a:pt x="420711" y="418525"/>
                      <a:pt x="420711" y="418525"/>
                      <a:pt x="420711" y="418525"/>
                    </a:cubicBezTo>
                    <a:lnTo>
                      <a:pt x="420711" y="418345"/>
                    </a:lnTo>
                    <a:close/>
                    <a:moveTo>
                      <a:pt x="321805" y="20075"/>
                    </a:moveTo>
                    <a:cubicBezTo>
                      <a:pt x="321805" y="12172"/>
                      <a:pt x="315399" y="5767"/>
                      <a:pt x="307497" y="5767"/>
                    </a:cubicBezTo>
                    <a:cubicBezTo>
                      <a:pt x="299594" y="5767"/>
                      <a:pt x="293188" y="12172"/>
                      <a:pt x="293188" y="20075"/>
                    </a:cubicBezTo>
                    <a:cubicBezTo>
                      <a:pt x="293188" y="27978"/>
                      <a:pt x="299594" y="34383"/>
                      <a:pt x="307497" y="34383"/>
                    </a:cubicBezTo>
                    <a:cubicBezTo>
                      <a:pt x="307497" y="34383"/>
                      <a:pt x="307503" y="34383"/>
                      <a:pt x="307503" y="34383"/>
                    </a:cubicBezTo>
                    <a:lnTo>
                      <a:pt x="307503" y="34383"/>
                    </a:lnTo>
                    <a:cubicBezTo>
                      <a:pt x="315295" y="34482"/>
                      <a:pt x="321695" y="28251"/>
                      <a:pt x="321805" y="20458"/>
                    </a:cubicBezTo>
                    <a:cubicBezTo>
                      <a:pt x="321805" y="20336"/>
                      <a:pt x="321805" y="20220"/>
                      <a:pt x="321805" y="20098"/>
                    </a:cubicBezTo>
                    <a:close/>
                    <a:moveTo>
                      <a:pt x="364371" y="20075"/>
                    </a:moveTo>
                    <a:cubicBezTo>
                      <a:pt x="364371" y="12172"/>
                      <a:pt x="357965" y="5767"/>
                      <a:pt x="350063" y="5767"/>
                    </a:cubicBezTo>
                    <a:cubicBezTo>
                      <a:pt x="342160" y="5767"/>
                      <a:pt x="335754" y="12172"/>
                      <a:pt x="335754" y="20075"/>
                    </a:cubicBezTo>
                    <a:cubicBezTo>
                      <a:pt x="335754" y="27978"/>
                      <a:pt x="342160" y="34383"/>
                      <a:pt x="350063" y="34383"/>
                    </a:cubicBezTo>
                    <a:cubicBezTo>
                      <a:pt x="350063" y="34383"/>
                      <a:pt x="350068" y="34383"/>
                      <a:pt x="350068" y="34383"/>
                    </a:cubicBezTo>
                    <a:lnTo>
                      <a:pt x="350242" y="34383"/>
                    </a:lnTo>
                    <a:cubicBezTo>
                      <a:pt x="358046" y="34383"/>
                      <a:pt x="364371" y="28059"/>
                      <a:pt x="364371" y="20255"/>
                    </a:cubicBezTo>
                    <a:lnTo>
                      <a:pt x="364371" y="20075"/>
                    </a:lnTo>
                    <a:close/>
                    <a:moveTo>
                      <a:pt x="407111" y="20075"/>
                    </a:moveTo>
                    <a:cubicBezTo>
                      <a:pt x="407111" y="12172"/>
                      <a:pt x="400705" y="5767"/>
                      <a:pt x="392802" y="5767"/>
                    </a:cubicBezTo>
                    <a:cubicBezTo>
                      <a:pt x="384900" y="5767"/>
                      <a:pt x="378494" y="12172"/>
                      <a:pt x="378494" y="20075"/>
                    </a:cubicBezTo>
                    <a:cubicBezTo>
                      <a:pt x="378494" y="27978"/>
                      <a:pt x="384900" y="34383"/>
                      <a:pt x="392802" y="34383"/>
                    </a:cubicBezTo>
                    <a:cubicBezTo>
                      <a:pt x="392802" y="34383"/>
                      <a:pt x="392808" y="34383"/>
                      <a:pt x="392808" y="34383"/>
                    </a:cubicBezTo>
                    <a:lnTo>
                      <a:pt x="392808" y="34383"/>
                    </a:lnTo>
                    <a:cubicBezTo>
                      <a:pt x="400600" y="34482"/>
                      <a:pt x="407000" y="28251"/>
                      <a:pt x="407111" y="20458"/>
                    </a:cubicBezTo>
                    <a:cubicBezTo>
                      <a:pt x="407111" y="20336"/>
                      <a:pt x="407111" y="20220"/>
                      <a:pt x="407111" y="20098"/>
                    </a:cubicBezTo>
                    <a:close/>
                    <a:moveTo>
                      <a:pt x="449676" y="20075"/>
                    </a:moveTo>
                    <a:cubicBezTo>
                      <a:pt x="449676" y="12172"/>
                      <a:pt x="443271" y="5767"/>
                      <a:pt x="435368" y="5767"/>
                    </a:cubicBezTo>
                    <a:cubicBezTo>
                      <a:pt x="427465" y="5767"/>
                      <a:pt x="421059" y="12172"/>
                      <a:pt x="421059" y="20075"/>
                    </a:cubicBezTo>
                    <a:cubicBezTo>
                      <a:pt x="421059" y="27978"/>
                      <a:pt x="427465" y="34383"/>
                      <a:pt x="435368" y="34383"/>
                    </a:cubicBezTo>
                    <a:cubicBezTo>
                      <a:pt x="435368" y="34383"/>
                      <a:pt x="435374" y="34383"/>
                      <a:pt x="435374" y="34383"/>
                    </a:cubicBezTo>
                    <a:lnTo>
                      <a:pt x="435548" y="34383"/>
                    </a:lnTo>
                    <a:cubicBezTo>
                      <a:pt x="443352" y="34383"/>
                      <a:pt x="449676" y="28059"/>
                      <a:pt x="449676" y="20255"/>
                    </a:cubicBezTo>
                    <a:lnTo>
                      <a:pt x="449676" y="20075"/>
                    </a:lnTo>
                    <a:close/>
                    <a:moveTo>
                      <a:pt x="492416" y="20075"/>
                    </a:moveTo>
                    <a:cubicBezTo>
                      <a:pt x="492416" y="12172"/>
                      <a:pt x="486010" y="5767"/>
                      <a:pt x="478108" y="5767"/>
                    </a:cubicBezTo>
                    <a:cubicBezTo>
                      <a:pt x="470205" y="5767"/>
                      <a:pt x="463799" y="12172"/>
                      <a:pt x="463799" y="20075"/>
                    </a:cubicBezTo>
                    <a:cubicBezTo>
                      <a:pt x="463799" y="27978"/>
                      <a:pt x="470205" y="34383"/>
                      <a:pt x="478108" y="34383"/>
                    </a:cubicBezTo>
                    <a:cubicBezTo>
                      <a:pt x="478108" y="34383"/>
                      <a:pt x="478114" y="34383"/>
                      <a:pt x="478114" y="34383"/>
                    </a:cubicBezTo>
                    <a:lnTo>
                      <a:pt x="478114" y="34383"/>
                    </a:lnTo>
                    <a:cubicBezTo>
                      <a:pt x="485906" y="34482"/>
                      <a:pt x="492306" y="28251"/>
                      <a:pt x="492416" y="20458"/>
                    </a:cubicBezTo>
                    <a:lnTo>
                      <a:pt x="492416" y="20098"/>
                    </a:lnTo>
                    <a:close/>
                    <a:moveTo>
                      <a:pt x="535162" y="20075"/>
                    </a:moveTo>
                    <a:cubicBezTo>
                      <a:pt x="535162" y="12172"/>
                      <a:pt x="528756" y="5767"/>
                      <a:pt x="520853" y="5767"/>
                    </a:cubicBezTo>
                    <a:cubicBezTo>
                      <a:pt x="512951" y="5767"/>
                      <a:pt x="506545" y="12172"/>
                      <a:pt x="506545" y="20075"/>
                    </a:cubicBezTo>
                    <a:cubicBezTo>
                      <a:pt x="506545" y="27978"/>
                      <a:pt x="512951" y="34383"/>
                      <a:pt x="520853" y="34383"/>
                    </a:cubicBezTo>
                    <a:lnTo>
                      <a:pt x="520853" y="34383"/>
                    </a:lnTo>
                    <a:cubicBezTo>
                      <a:pt x="528744" y="34575"/>
                      <a:pt x="535295" y="28343"/>
                      <a:pt x="535510" y="20458"/>
                    </a:cubicBezTo>
                    <a:lnTo>
                      <a:pt x="535510" y="20098"/>
                    </a:lnTo>
                    <a:close/>
                    <a:moveTo>
                      <a:pt x="321811" y="133800"/>
                    </a:moveTo>
                    <a:cubicBezTo>
                      <a:pt x="321817" y="125898"/>
                      <a:pt x="315411" y="119492"/>
                      <a:pt x="307508" y="119486"/>
                    </a:cubicBezTo>
                    <a:cubicBezTo>
                      <a:pt x="299606" y="119480"/>
                      <a:pt x="293200" y="125886"/>
                      <a:pt x="293194" y="133789"/>
                    </a:cubicBezTo>
                    <a:cubicBezTo>
                      <a:pt x="293194" y="141691"/>
                      <a:pt x="299594" y="148097"/>
                      <a:pt x="307497" y="148103"/>
                    </a:cubicBezTo>
                    <a:cubicBezTo>
                      <a:pt x="307497" y="148103"/>
                      <a:pt x="307503" y="148103"/>
                      <a:pt x="307503" y="148103"/>
                    </a:cubicBezTo>
                    <a:lnTo>
                      <a:pt x="307503" y="148103"/>
                    </a:lnTo>
                    <a:cubicBezTo>
                      <a:pt x="315295" y="148207"/>
                      <a:pt x="321701" y="141970"/>
                      <a:pt x="321805" y="134177"/>
                    </a:cubicBezTo>
                    <a:cubicBezTo>
                      <a:pt x="321805" y="134061"/>
                      <a:pt x="321805" y="133939"/>
                      <a:pt x="321805" y="133823"/>
                    </a:cubicBezTo>
                    <a:close/>
                    <a:moveTo>
                      <a:pt x="364371" y="133800"/>
                    </a:moveTo>
                    <a:cubicBezTo>
                      <a:pt x="364371" y="125898"/>
                      <a:pt x="357965" y="119492"/>
                      <a:pt x="350063" y="119492"/>
                    </a:cubicBezTo>
                    <a:cubicBezTo>
                      <a:pt x="342160" y="119492"/>
                      <a:pt x="335754" y="125898"/>
                      <a:pt x="335754" y="133800"/>
                    </a:cubicBezTo>
                    <a:cubicBezTo>
                      <a:pt x="335754" y="141703"/>
                      <a:pt x="342160" y="148109"/>
                      <a:pt x="350063" y="148109"/>
                    </a:cubicBezTo>
                    <a:cubicBezTo>
                      <a:pt x="350063" y="148109"/>
                      <a:pt x="350068" y="148109"/>
                      <a:pt x="350068" y="148109"/>
                    </a:cubicBezTo>
                    <a:lnTo>
                      <a:pt x="350242" y="148109"/>
                    </a:lnTo>
                    <a:cubicBezTo>
                      <a:pt x="358046" y="148109"/>
                      <a:pt x="364371" y="141784"/>
                      <a:pt x="364371" y="133980"/>
                    </a:cubicBezTo>
                    <a:lnTo>
                      <a:pt x="364371" y="133806"/>
                    </a:lnTo>
                    <a:close/>
                    <a:moveTo>
                      <a:pt x="407111" y="133800"/>
                    </a:moveTo>
                    <a:cubicBezTo>
                      <a:pt x="407117" y="125898"/>
                      <a:pt x="400711" y="119492"/>
                      <a:pt x="392808" y="119486"/>
                    </a:cubicBezTo>
                    <a:cubicBezTo>
                      <a:pt x="384905" y="119480"/>
                      <a:pt x="378499" y="125886"/>
                      <a:pt x="378494" y="133789"/>
                    </a:cubicBezTo>
                    <a:cubicBezTo>
                      <a:pt x="378488" y="141691"/>
                      <a:pt x="384894" y="148097"/>
                      <a:pt x="392796" y="148103"/>
                    </a:cubicBezTo>
                    <a:cubicBezTo>
                      <a:pt x="392802" y="148103"/>
                      <a:pt x="392802" y="148103"/>
                      <a:pt x="392808" y="148103"/>
                    </a:cubicBezTo>
                    <a:lnTo>
                      <a:pt x="392808" y="148103"/>
                    </a:lnTo>
                    <a:cubicBezTo>
                      <a:pt x="400600" y="148202"/>
                      <a:pt x="407000" y="141970"/>
                      <a:pt x="407111" y="134177"/>
                    </a:cubicBezTo>
                    <a:cubicBezTo>
                      <a:pt x="407111" y="134061"/>
                      <a:pt x="407111" y="133939"/>
                      <a:pt x="407111" y="133823"/>
                    </a:cubicBezTo>
                    <a:close/>
                    <a:moveTo>
                      <a:pt x="449676" y="133800"/>
                    </a:moveTo>
                    <a:cubicBezTo>
                      <a:pt x="449676" y="125898"/>
                      <a:pt x="443271" y="119492"/>
                      <a:pt x="435368" y="119492"/>
                    </a:cubicBezTo>
                    <a:cubicBezTo>
                      <a:pt x="427465" y="119492"/>
                      <a:pt x="421059" y="125898"/>
                      <a:pt x="421059" y="133800"/>
                    </a:cubicBezTo>
                    <a:cubicBezTo>
                      <a:pt x="421059" y="141703"/>
                      <a:pt x="427465" y="148109"/>
                      <a:pt x="435368" y="148109"/>
                    </a:cubicBezTo>
                    <a:cubicBezTo>
                      <a:pt x="435368" y="148109"/>
                      <a:pt x="435374" y="148109"/>
                      <a:pt x="435374" y="148109"/>
                    </a:cubicBezTo>
                    <a:lnTo>
                      <a:pt x="435548" y="148109"/>
                    </a:lnTo>
                    <a:cubicBezTo>
                      <a:pt x="443352" y="148109"/>
                      <a:pt x="449676" y="141784"/>
                      <a:pt x="449676" y="133980"/>
                    </a:cubicBezTo>
                    <a:lnTo>
                      <a:pt x="449676" y="133806"/>
                    </a:lnTo>
                    <a:close/>
                    <a:moveTo>
                      <a:pt x="492416" y="133800"/>
                    </a:moveTo>
                    <a:cubicBezTo>
                      <a:pt x="492422" y="125898"/>
                      <a:pt x="486016" y="119492"/>
                      <a:pt x="478114" y="119486"/>
                    </a:cubicBezTo>
                    <a:cubicBezTo>
                      <a:pt x="470211" y="119480"/>
                      <a:pt x="463805" y="125886"/>
                      <a:pt x="463799" y="133789"/>
                    </a:cubicBezTo>
                    <a:cubicBezTo>
                      <a:pt x="463793" y="141691"/>
                      <a:pt x="470199" y="148097"/>
                      <a:pt x="478102" y="148103"/>
                    </a:cubicBezTo>
                    <a:cubicBezTo>
                      <a:pt x="478108" y="148103"/>
                      <a:pt x="478108" y="148103"/>
                      <a:pt x="478114" y="148103"/>
                    </a:cubicBezTo>
                    <a:lnTo>
                      <a:pt x="478114" y="148103"/>
                    </a:lnTo>
                    <a:cubicBezTo>
                      <a:pt x="485906" y="148202"/>
                      <a:pt x="492306" y="141970"/>
                      <a:pt x="492416" y="134177"/>
                    </a:cubicBezTo>
                    <a:lnTo>
                      <a:pt x="492416" y="133823"/>
                    </a:lnTo>
                    <a:close/>
                    <a:moveTo>
                      <a:pt x="535162" y="133800"/>
                    </a:moveTo>
                    <a:cubicBezTo>
                      <a:pt x="535168" y="125898"/>
                      <a:pt x="528762" y="119492"/>
                      <a:pt x="520859" y="119486"/>
                    </a:cubicBezTo>
                    <a:cubicBezTo>
                      <a:pt x="512956" y="119480"/>
                      <a:pt x="506551" y="125886"/>
                      <a:pt x="506545" y="133789"/>
                    </a:cubicBezTo>
                    <a:cubicBezTo>
                      <a:pt x="506539" y="141691"/>
                      <a:pt x="512945" y="148097"/>
                      <a:pt x="520848" y="148103"/>
                    </a:cubicBezTo>
                    <a:cubicBezTo>
                      <a:pt x="520848" y="148103"/>
                      <a:pt x="520853" y="148103"/>
                      <a:pt x="520853" y="148103"/>
                    </a:cubicBezTo>
                    <a:lnTo>
                      <a:pt x="520853" y="148103"/>
                    </a:lnTo>
                    <a:cubicBezTo>
                      <a:pt x="528744" y="148300"/>
                      <a:pt x="535301" y="142069"/>
                      <a:pt x="535510" y="134177"/>
                    </a:cubicBezTo>
                    <a:lnTo>
                      <a:pt x="535510" y="133823"/>
                    </a:lnTo>
                    <a:close/>
                    <a:moveTo>
                      <a:pt x="467518" y="297437"/>
                    </a:moveTo>
                    <a:cubicBezTo>
                      <a:pt x="467518" y="289534"/>
                      <a:pt x="461113" y="283128"/>
                      <a:pt x="453210" y="283128"/>
                    </a:cubicBezTo>
                    <a:cubicBezTo>
                      <a:pt x="445307" y="283128"/>
                      <a:pt x="438902" y="289534"/>
                      <a:pt x="438902" y="297437"/>
                    </a:cubicBezTo>
                    <a:cubicBezTo>
                      <a:pt x="438902" y="305340"/>
                      <a:pt x="445307" y="311745"/>
                      <a:pt x="453210" y="311745"/>
                    </a:cubicBezTo>
                    <a:lnTo>
                      <a:pt x="453210" y="311745"/>
                    </a:lnTo>
                    <a:cubicBezTo>
                      <a:pt x="461014" y="311844"/>
                      <a:pt x="467414" y="305595"/>
                      <a:pt x="467513" y="297791"/>
                    </a:cubicBezTo>
                    <a:cubicBezTo>
                      <a:pt x="467513" y="297791"/>
                      <a:pt x="467513" y="297791"/>
                      <a:pt x="467513" y="297791"/>
                    </a:cubicBezTo>
                    <a:cubicBezTo>
                      <a:pt x="467513" y="297675"/>
                      <a:pt x="467513" y="297559"/>
                      <a:pt x="467513" y="297437"/>
                    </a:cubicBezTo>
                    <a:close/>
                    <a:moveTo>
                      <a:pt x="510258" y="297437"/>
                    </a:moveTo>
                    <a:cubicBezTo>
                      <a:pt x="510258" y="289534"/>
                      <a:pt x="503853" y="283128"/>
                      <a:pt x="495950" y="283128"/>
                    </a:cubicBezTo>
                    <a:cubicBezTo>
                      <a:pt x="488047" y="283128"/>
                      <a:pt x="481641" y="289534"/>
                      <a:pt x="481641" y="297437"/>
                    </a:cubicBezTo>
                    <a:cubicBezTo>
                      <a:pt x="481641" y="305340"/>
                      <a:pt x="488047" y="311745"/>
                      <a:pt x="495950" y="311745"/>
                    </a:cubicBezTo>
                    <a:lnTo>
                      <a:pt x="495950" y="311745"/>
                    </a:lnTo>
                    <a:cubicBezTo>
                      <a:pt x="503754" y="311844"/>
                      <a:pt x="510160" y="305595"/>
                      <a:pt x="510258" y="297791"/>
                    </a:cubicBezTo>
                    <a:lnTo>
                      <a:pt x="510258" y="297437"/>
                    </a:lnTo>
                    <a:close/>
                    <a:moveTo>
                      <a:pt x="552824" y="297437"/>
                    </a:moveTo>
                    <a:cubicBezTo>
                      <a:pt x="552824" y="289534"/>
                      <a:pt x="546418" y="283128"/>
                      <a:pt x="538516" y="283128"/>
                    </a:cubicBezTo>
                    <a:cubicBezTo>
                      <a:pt x="530613" y="283128"/>
                      <a:pt x="524207" y="289534"/>
                      <a:pt x="524207" y="297437"/>
                    </a:cubicBezTo>
                    <a:cubicBezTo>
                      <a:pt x="524207" y="305340"/>
                      <a:pt x="530613" y="311745"/>
                      <a:pt x="538516" y="311745"/>
                    </a:cubicBezTo>
                    <a:lnTo>
                      <a:pt x="538695" y="311745"/>
                    </a:lnTo>
                    <a:cubicBezTo>
                      <a:pt x="546494" y="311937"/>
                      <a:pt x="552975" y="305769"/>
                      <a:pt x="553172" y="297971"/>
                    </a:cubicBezTo>
                    <a:cubicBezTo>
                      <a:pt x="553172" y="297791"/>
                      <a:pt x="553172" y="297617"/>
                      <a:pt x="553172" y="297437"/>
                    </a:cubicBezTo>
                    <a:close/>
                    <a:moveTo>
                      <a:pt x="595564" y="297437"/>
                    </a:moveTo>
                    <a:cubicBezTo>
                      <a:pt x="595564" y="289534"/>
                      <a:pt x="589158" y="283128"/>
                      <a:pt x="581255" y="283128"/>
                    </a:cubicBezTo>
                    <a:cubicBezTo>
                      <a:pt x="573353" y="283128"/>
                      <a:pt x="566947" y="289534"/>
                      <a:pt x="566947" y="297437"/>
                    </a:cubicBezTo>
                    <a:cubicBezTo>
                      <a:pt x="566947" y="305340"/>
                      <a:pt x="573353" y="311745"/>
                      <a:pt x="581255" y="311745"/>
                    </a:cubicBezTo>
                    <a:lnTo>
                      <a:pt x="581255" y="311745"/>
                    </a:lnTo>
                    <a:cubicBezTo>
                      <a:pt x="589059" y="311844"/>
                      <a:pt x="595459" y="305595"/>
                      <a:pt x="595558" y="297791"/>
                    </a:cubicBezTo>
                    <a:cubicBezTo>
                      <a:pt x="595558" y="297791"/>
                      <a:pt x="595558" y="297791"/>
                      <a:pt x="595558" y="297791"/>
                    </a:cubicBezTo>
                    <a:cubicBezTo>
                      <a:pt x="595558" y="297675"/>
                      <a:pt x="595558" y="297553"/>
                      <a:pt x="595558" y="297437"/>
                    </a:cubicBezTo>
                    <a:close/>
                    <a:moveTo>
                      <a:pt x="638129" y="297437"/>
                    </a:moveTo>
                    <a:cubicBezTo>
                      <a:pt x="638129" y="289534"/>
                      <a:pt x="631724" y="283128"/>
                      <a:pt x="623821" y="283128"/>
                    </a:cubicBezTo>
                    <a:cubicBezTo>
                      <a:pt x="615918" y="283128"/>
                      <a:pt x="609513" y="289534"/>
                      <a:pt x="609513" y="297437"/>
                    </a:cubicBezTo>
                    <a:cubicBezTo>
                      <a:pt x="609513" y="305340"/>
                      <a:pt x="615918" y="311745"/>
                      <a:pt x="623821" y="311745"/>
                    </a:cubicBezTo>
                    <a:lnTo>
                      <a:pt x="624001" y="311745"/>
                    </a:lnTo>
                    <a:cubicBezTo>
                      <a:pt x="631805" y="311740"/>
                      <a:pt x="638129" y="305415"/>
                      <a:pt x="638124" y="297611"/>
                    </a:cubicBezTo>
                    <a:lnTo>
                      <a:pt x="638124" y="297437"/>
                    </a:lnTo>
                    <a:close/>
                    <a:moveTo>
                      <a:pt x="680869" y="297437"/>
                    </a:moveTo>
                    <a:cubicBezTo>
                      <a:pt x="680869" y="289534"/>
                      <a:pt x="674464" y="283128"/>
                      <a:pt x="666561" y="283128"/>
                    </a:cubicBezTo>
                    <a:cubicBezTo>
                      <a:pt x="658658" y="283128"/>
                      <a:pt x="652252" y="289534"/>
                      <a:pt x="652252" y="297437"/>
                    </a:cubicBezTo>
                    <a:cubicBezTo>
                      <a:pt x="652252" y="305340"/>
                      <a:pt x="658658" y="311745"/>
                      <a:pt x="666561" y="311745"/>
                    </a:cubicBezTo>
                    <a:lnTo>
                      <a:pt x="666561" y="311745"/>
                    </a:lnTo>
                    <a:cubicBezTo>
                      <a:pt x="674365" y="311844"/>
                      <a:pt x="680765" y="305595"/>
                      <a:pt x="680863" y="297791"/>
                    </a:cubicBezTo>
                    <a:cubicBezTo>
                      <a:pt x="680863" y="297791"/>
                      <a:pt x="680863" y="297791"/>
                      <a:pt x="680863" y="297791"/>
                    </a:cubicBezTo>
                    <a:cubicBezTo>
                      <a:pt x="680863" y="297675"/>
                      <a:pt x="680863" y="297553"/>
                      <a:pt x="680863" y="297437"/>
                    </a:cubicBezTo>
                    <a:close/>
                    <a:moveTo>
                      <a:pt x="467518" y="414887"/>
                    </a:moveTo>
                    <a:cubicBezTo>
                      <a:pt x="467617" y="406984"/>
                      <a:pt x="461293" y="400498"/>
                      <a:pt x="453390" y="400399"/>
                    </a:cubicBezTo>
                    <a:cubicBezTo>
                      <a:pt x="445487" y="400300"/>
                      <a:pt x="439000" y="406630"/>
                      <a:pt x="438902" y="414527"/>
                    </a:cubicBezTo>
                    <a:cubicBezTo>
                      <a:pt x="438803" y="422424"/>
                      <a:pt x="445116" y="428906"/>
                      <a:pt x="453013" y="429016"/>
                    </a:cubicBezTo>
                    <a:lnTo>
                      <a:pt x="453187" y="429016"/>
                    </a:lnTo>
                    <a:cubicBezTo>
                      <a:pt x="461020" y="429022"/>
                      <a:pt x="467397" y="422720"/>
                      <a:pt x="467490" y="414887"/>
                    </a:cubicBezTo>
                    <a:close/>
                    <a:moveTo>
                      <a:pt x="510258" y="414887"/>
                    </a:moveTo>
                    <a:cubicBezTo>
                      <a:pt x="510357" y="406984"/>
                      <a:pt x="504032" y="400498"/>
                      <a:pt x="496130" y="400399"/>
                    </a:cubicBezTo>
                    <a:cubicBezTo>
                      <a:pt x="488227" y="400300"/>
                      <a:pt x="481740" y="406630"/>
                      <a:pt x="481641" y="414527"/>
                    </a:cubicBezTo>
                    <a:cubicBezTo>
                      <a:pt x="481543" y="422424"/>
                      <a:pt x="487861" y="428906"/>
                      <a:pt x="495753" y="429016"/>
                    </a:cubicBezTo>
                    <a:lnTo>
                      <a:pt x="495932" y="429016"/>
                    </a:lnTo>
                    <a:cubicBezTo>
                      <a:pt x="503766" y="429016"/>
                      <a:pt x="510136" y="422714"/>
                      <a:pt x="510235" y="414887"/>
                    </a:cubicBezTo>
                    <a:close/>
                    <a:moveTo>
                      <a:pt x="552824" y="414887"/>
                    </a:moveTo>
                    <a:cubicBezTo>
                      <a:pt x="552923" y="406984"/>
                      <a:pt x="546598" y="400498"/>
                      <a:pt x="538695" y="400399"/>
                    </a:cubicBezTo>
                    <a:cubicBezTo>
                      <a:pt x="530793" y="400300"/>
                      <a:pt x="524306" y="406630"/>
                      <a:pt x="524207" y="414527"/>
                    </a:cubicBezTo>
                    <a:cubicBezTo>
                      <a:pt x="524108" y="422424"/>
                      <a:pt x="530421" y="428906"/>
                      <a:pt x="538318" y="429016"/>
                    </a:cubicBezTo>
                    <a:lnTo>
                      <a:pt x="538672" y="429016"/>
                    </a:lnTo>
                    <a:cubicBezTo>
                      <a:pt x="546471" y="429219"/>
                      <a:pt x="552963" y="423063"/>
                      <a:pt x="553166" y="415259"/>
                    </a:cubicBezTo>
                    <a:cubicBezTo>
                      <a:pt x="553166" y="415247"/>
                      <a:pt x="553166" y="415235"/>
                      <a:pt x="553166" y="415224"/>
                    </a:cubicBezTo>
                    <a:cubicBezTo>
                      <a:pt x="553166" y="415108"/>
                      <a:pt x="553166" y="414986"/>
                      <a:pt x="553166" y="414870"/>
                    </a:cubicBezTo>
                    <a:close/>
                    <a:moveTo>
                      <a:pt x="595564" y="414887"/>
                    </a:moveTo>
                    <a:cubicBezTo>
                      <a:pt x="595662" y="406984"/>
                      <a:pt x="589338" y="400498"/>
                      <a:pt x="581435" y="400399"/>
                    </a:cubicBezTo>
                    <a:cubicBezTo>
                      <a:pt x="573532" y="400300"/>
                      <a:pt x="567046" y="406630"/>
                      <a:pt x="566947" y="414527"/>
                    </a:cubicBezTo>
                    <a:cubicBezTo>
                      <a:pt x="566848" y="422424"/>
                      <a:pt x="573167" y="428906"/>
                      <a:pt x="581058" y="429016"/>
                    </a:cubicBezTo>
                    <a:lnTo>
                      <a:pt x="581238" y="429016"/>
                    </a:lnTo>
                    <a:cubicBezTo>
                      <a:pt x="589071" y="429016"/>
                      <a:pt x="595442" y="422720"/>
                      <a:pt x="595535" y="414887"/>
                    </a:cubicBezTo>
                    <a:close/>
                    <a:moveTo>
                      <a:pt x="638129" y="414887"/>
                    </a:moveTo>
                    <a:cubicBezTo>
                      <a:pt x="638228" y="406984"/>
                      <a:pt x="631904" y="400498"/>
                      <a:pt x="624001" y="400399"/>
                    </a:cubicBezTo>
                    <a:cubicBezTo>
                      <a:pt x="616098" y="400300"/>
                      <a:pt x="609611" y="406630"/>
                      <a:pt x="609513" y="414527"/>
                    </a:cubicBezTo>
                    <a:cubicBezTo>
                      <a:pt x="609414" y="422424"/>
                      <a:pt x="615727" y="428906"/>
                      <a:pt x="623624" y="429016"/>
                    </a:cubicBezTo>
                    <a:lnTo>
                      <a:pt x="623978" y="429016"/>
                    </a:lnTo>
                    <a:cubicBezTo>
                      <a:pt x="631776" y="429010"/>
                      <a:pt x="638101" y="422686"/>
                      <a:pt x="638101" y="414887"/>
                    </a:cubicBezTo>
                    <a:close/>
                    <a:moveTo>
                      <a:pt x="680869" y="414887"/>
                    </a:moveTo>
                    <a:cubicBezTo>
                      <a:pt x="680968" y="406984"/>
                      <a:pt x="674643" y="400498"/>
                      <a:pt x="666741" y="400399"/>
                    </a:cubicBezTo>
                    <a:cubicBezTo>
                      <a:pt x="658838" y="400300"/>
                      <a:pt x="652351" y="406630"/>
                      <a:pt x="652252" y="414527"/>
                    </a:cubicBezTo>
                    <a:cubicBezTo>
                      <a:pt x="652154" y="422424"/>
                      <a:pt x="658472" y="428906"/>
                      <a:pt x="666364" y="429016"/>
                    </a:cubicBezTo>
                    <a:lnTo>
                      <a:pt x="666543" y="429016"/>
                    </a:lnTo>
                    <a:cubicBezTo>
                      <a:pt x="674377" y="429016"/>
                      <a:pt x="680748" y="422720"/>
                      <a:pt x="680840" y="414887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25" name="Google Shape;225;p17"/>
          <p:cNvGrpSpPr/>
          <p:nvPr/>
        </p:nvGrpSpPr>
        <p:grpSpPr>
          <a:xfrm>
            <a:off x="8" y="-1779122"/>
            <a:ext cx="8032721" cy="9488760"/>
            <a:chOff x="8" y="-1779122"/>
            <a:chExt cx="8032721" cy="9488760"/>
          </a:xfrm>
        </p:grpSpPr>
        <p:sp>
          <p:nvSpPr>
            <p:cNvPr id="226" name="Google Shape;226;p17"/>
            <p:cNvSpPr/>
            <p:nvPr/>
          </p:nvSpPr>
          <p:spPr>
            <a:xfrm flipH="1">
              <a:off x="8" y="4761517"/>
              <a:ext cx="3167369" cy="2948121"/>
            </a:xfrm>
            <a:custGeom>
              <a:avLst/>
              <a:gdLst/>
              <a:ahLst/>
              <a:cxnLst/>
              <a:rect l="l" t="t" r="r" b="b"/>
              <a:pathLst>
                <a:path w="3167369" h="2948121" extrusionOk="0">
                  <a:moveTo>
                    <a:pt x="34236" y="1013848"/>
                  </a:moveTo>
                  <a:cubicBezTo>
                    <a:pt x="34236" y="1013848"/>
                    <a:pt x="167945" y="448589"/>
                    <a:pt x="694863" y="173392"/>
                  </a:cubicBezTo>
                  <a:cubicBezTo>
                    <a:pt x="1221781" y="-101805"/>
                    <a:pt x="1850178" y="15442"/>
                    <a:pt x="2361884" y="96292"/>
                  </a:cubicBezTo>
                  <a:cubicBezTo>
                    <a:pt x="2873590" y="177143"/>
                    <a:pt x="3199076" y="568615"/>
                    <a:pt x="3164277" y="1038229"/>
                  </a:cubicBezTo>
                  <a:cubicBezTo>
                    <a:pt x="3129478" y="1507842"/>
                    <a:pt x="2716821" y="1552227"/>
                    <a:pt x="2401754" y="2023090"/>
                  </a:cubicBezTo>
                  <a:cubicBezTo>
                    <a:pt x="2086687" y="2493955"/>
                    <a:pt x="2070364" y="2669061"/>
                    <a:pt x="1562825" y="2885496"/>
                  </a:cubicBezTo>
                  <a:cubicBezTo>
                    <a:pt x="1055287" y="3101931"/>
                    <a:pt x="403481" y="2745814"/>
                    <a:pt x="152803" y="2114499"/>
                  </a:cubicBezTo>
                  <a:cubicBezTo>
                    <a:pt x="-97875" y="1483184"/>
                    <a:pt x="34236" y="1013848"/>
                    <a:pt x="34236" y="1013848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7" name="Google Shape;227;p17"/>
            <p:cNvSpPr/>
            <p:nvPr/>
          </p:nvSpPr>
          <p:spPr>
            <a:xfrm rot="-1701538" flipH="1">
              <a:off x="5216436" y="-1284494"/>
              <a:ext cx="2539372" cy="1807589"/>
            </a:xfrm>
            <a:custGeom>
              <a:avLst/>
              <a:gdLst/>
              <a:ahLst/>
              <a:cxnLst/>
              <a:rect l="l" t="t" r="r" b="b"/>
              <a:pathLst>
                <a:path w="2539340" h="1807566" extrusionOk="0">
                  <a:moveTo>
                    <a:pt x="65938" y="1326437"/>
                  </a:moveTo>
                  <a:cubicBezTo>
                    <a:pt x="-119866" y="832095"/>
                    <a:pt x="116574" y="472088"/>
                    <a:pt x="371558" y="397906"/>
                  </a:cubicBezTo>
                  <a:cubicBezTo>
                    <a:pt x="729690" y="293717"/>
                    <a:pt x="1065248" y="672756"/>
                    <a:pt x="1296964" y="618995"/>
                  </a:cubicBezTo>
                  <a:cubicBezTo>
                    <a:pt x="1483462" y="575722"/>
                    <a:pt x="1514579" y="120625"/>
                    <a:pt x="1783734" y="27689"/>
                  </a:cubicBezTo>
                  <a:cubicBezTo>
                    <a:pt x="2117138" y="-87336"/>
                    <a:pt x="2533893" y="179179"/>
                    <a:pt x="2538755" y="616286"/>
                  </a:cubicBezTo>
                  <a:cubicBezTo>
                    <a:pt x="2543201" y="1050614"/>
                    <a:pt x="2096856" y="1427847"/>
                    <a:pt x="1798181" y="1577393"/>
                  </a:cubicBezTo>
                  <a:cubicBezTo>
                    <a:pt x="1503119" y="1725341"/>
                    <a:pt x="1019127" y="1838559"/>
                    <a:pt x="750042" y="1801329"/>
                  </a:cubicBezTo>
                  <a:cubicBezTo>
                    <a:pt x="443727" y="1758890"/>
                    <a:pt x="176795" y="1621291"/>
                    <a:pt x="65938" y="1326437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8" name="Google Shape;228;p17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17"/>
          <p:cNvSpPr txBox="1">
            <a:spLocks noGrp="1"/>
          </p:cNvSpPr>
          <p:nvPr>
            <p:ph type="subTitle" idx="1"/>
          </p:nvPr>
        </p:nvSpPr>
        <p:spPr>
          <a:xfrm>
            <a:off x="713325" y="1017725"/>
            <a:ext cx="7717500" cy="11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u="sng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0" name="Google Shape;230;p1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0_1"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2" name="Google Shape;232;p18"/>
          <p:cNvGrpSpPr/>
          <p:nvPr/>
        </p:nvGrpSpPr>
        <p:grpSpPr>
          <a:xfrm>
            <a:off x="-1889882" y="-2665464"/>
            <a:ext cx="11164449" cy="9216288"/>
            <a:chOff x="-1889882" y="-2665464"/>
            <a:chExt cx="11164449" cy="9216288"/>
          </a:xfrm>
        </p:grpSpPr>
        <p:sp>
          <p:nvSpPr>
            <p:cNvPr id="233" name="Google Shape;233;p18"/>
            <p:cNvSpPr/>
            <p:nvPr/>
          </p:nvSpPr>
          <p:spPr>
            <a:xfrm rot="413639">
              <a:off x="6660988" y="4412558"/>
              <a:ext cx="2502879" cy="1995266"/>
            </a:xfrm>
            <a:custGeom>
              <a:avLst/>
              <a:gdLst/>
              <a:ahLst/>
              <a:cxnLst/>
              <a:rect l="l" t="t" r="r" b="b"/>
              <a:pathLst>
                <a:path w="2503560" h="1995809" extrusionOk="0">
                  <a:moveTo>
                    <a:pt x="2359679" y="330860"/>
                  </a:moveTo>
                  <a:cubicBezTo>
                    <a:pt x="2359679" y="330860"/>
                    <a:pt x="2191519" y="19683"/>
                    <a:pt x="1831164" y="1554"/>
                  </a:cubicBezTo>
                  <a:cubicBezTo>
                    <a:pt x="1470810" y="-16575"/>
                    <a:pt x="1342588" y="352392"/>
                    <a:pt x="1080032" y="494714"/>
                  </a:cubicBezTo>
                  <a:cubicBezTo>
                    <a:pt x="942572" y="569313"/>
                    <a:pt x="664597" y="444426"/>
                    <a:pt x="517968" y="487143"/>
                  </a:cubicBezTo>
                  <a:cubicBezTo>
                    <a:pt x="49188" y="623908"/>
                    <a:pt x="-118139" y="1249875"/>
                    <a:pt x="83571" y="1580431"/>
                  </a:cubicBezTo>
                  <a:cubicBezTo>
                    <a:pt x="258122" y="1867020"/>
                    <a:pt x="559227" y="1998506"/>
                    <a:pt x="1014324" y="1996700"/>
                  </a:cubicBezTo>
                  <a:cubicBezTo>
                    <a:pt x="1469421" y="1994894"/>
                    <a:pt x="1789072" y="2010592"/>
                    <a:pt x="2191380" y="1681772"/>
                  </a:cubicBezTo>
                  <a:cubicBezTo>
                    <a:pt x="2593688" y="1352952"/>
                    <a:pt x="2556665" y="741989"/>
                    <a:pt x="2359679" y="330860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4" name="Google Shape;234;p18"/>
            <p:cNvSpPr/>
            <p:nvPr/>
          </p:nvSpPr>
          <p:spPr>
            <a:xfrm rot="1397564">
              <a:off x="-1382452" y="-2205071"/>
              <a:ext cx="2984344" cy="3181591"/>
            </a:xfrm>
            <a:custGeom>
              <a:avLst/>
              <a:gdLst/>
              <a:ahLst/>
              <a:cxnLst/>
              <a:rect l="l" t="t" r="r" b="b"/>
              <a:pathLst>
                <a:path w="2987585" h="3185047" extrusionOk="0">
                  <a:moveTo>
                    <a:pt x="1104335" y="26456"/>
                  </a:moveTo>
                  <a:cubicBezTo>
                    <a:pt x="868174" y="65284"/>
                    <a:pt x="642640" y="150858"/>
                    <a:pt x="450794" y="298736"/>
                  </a:cubicBezTo>
                  <a:cubicBezTo>
                    <a:pt x="171706" y="514060"/>
                    <a:pt x="16951" y="835447"/>
                    <a:pt x="767" y="1185174"/>
                  </a:cubicBezTo>
                  <a:cubicBezTo>
                    <a:pt x="-9860" y="1416057"/>
                    <a:pt x="45221" y="1641174"/>
                    <a:pt x="111902" y="1860387"/>
                  </a:cubicBezTo>
                  <a:cubicBezTo>
                    <a:pt x="197475" y="2142114"/>
                    <a:pt x="252765" y="2463640"/>
                    <a:pt x="431414" y="2704734"/>
                  </a:cubicBezTo>
                  <a:cubicBezTo>
                    <a:pt x="709946" y="3079813"/>
                    <a:pt x="1248185" y="3238041"/>
                    <a:pt x="1698351" y="3170944"/>
                  </a:cubicBezTo>
                  <a:cubicBezTo>
                    <a:pt x="1989176" y="3127532"/>
                    <a:pt x="2296464" y="2962566"/>
                    <a:pt x="2385997" y="2663891"/>
                  </a:cubicBezTo>
                  <a:cubicBezTo>
                    <a:pt x="2419129" y="2553382"/>
                    <a:pt x="2435243" y="2434676"/>
                    <a:pt x="2491853" y="2332501"/>
                  </a:cubicBezTo>
                  <a:cubicBezTo>
                    <a:pt x="2559714" y="2210114"/>
                    <a:pt x="2682726" y="2138641"/>
                    <a:pt x="2776149" y="2038967"/>
                  </a:cubicBezTo>
                  <a:cubicBezTo>
                    <a:pt x="2891590" y="1915885"/>
                    <a:pt x="2938059" y="1762519"/>
                    <a:pt x="2966815" y="1600332"/>
                  </a:cubicBezTo>
                  <a:cubicBezTo>
                    <a:pt x="3029744" y="1245257"/>
                    <a:pt x="2943823" y="869135"/>
                    <a:pt x="2736349" y="574559"/>
                  </a:cubicBezTo>
                  <a:cubicBezTo>
                    <a:pt x="2519845" y="267271"/>
                    <a:pt x="2198666" y="102236"/>
                    <a:pt x="1834005" y="37500"/>
                  </a:cubicBezTo>
                  <a:cubicBezTo>
                    <a:pt x="1793996" y="30554"/>
                    <a:pt x="1753779" y="24372"/>
                    <a:pt x="1713423" y="19302"/>
                  </a:cubicBezTo>
                  <a:cubicBezTo>
                    <a:pt x="1513242" y="-5912"/>
                    <a:pt x="1304864" y="-6745"/>
                    <a:pt x="1104335" y="26456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5" name="Google Shape;235;p18"/>
          <p:cNvGrpSpPr/>
          <p:nvPr/>
        </p:nvGrpSpPr>
        <p:grpSpPr>
          <a:xfrm>
            <a:off x="-129830" y="-482918"/>
            <a:ext cx="9450021" cy="4350376"/>
            <a:chOff x="-129830" y="-482918"/>
            <a:chExt cx="9450021" cy="4350376"/>
          </a:xfrm>
        </p:grpSpPr>
        <p:grpSp>
          <p:nvGrpSpPr>
            <p:cNvPr id="236" name="Google Shape;236;p18"/>
            <p:cNvGrpSpPr/>
            <p:nvPr/>
          </p:nvGrpSpPr>
          <p:grpSpPr>
            <a:xfrm>
              <a:off x="-129830" y="3013234"/>
              <a:ext cx="646623" cy="854224"/>
              <a:chOff x="-129830" y="3390059"/>
              <a:chExt cx="646623" cy="854224"/>
            </a:xfrm>
          </p:grpSpPr>
          <p:sp>
            <p:nvSpPr>
              <p:cNvPr id="237" name="Google Shape;237;p18"/>
              <p:cNvSpPr/>
              <p:nvPr/>
            </p:nvSpPr>
            <p:spPr>
              <a:xfrm>
                <a:off x="-129830" y="3390059"/>
                <a:ext cx="646623" cy="407481"/>
              </a:xfrm>
              <a:custGeom>
                <a:avLst/>
                <a:gdLst/>
                <a:ahLst/>
                <a:cxnLst/>
                <a:rect l="l" t="t" r="r" b="b"/>
                <a:pathLst>
                  <a:path w="646623" h="407481" extrusionOk="0">
                    <a:moveTo>
                      <a:pt x="58927" y="25217"/>
                    </a:moveTo>
                    <a:lnTo>
                      <a:pt x="11213" y="25217"/>
                    </a:lnTo>
                    <a:cubicBezTo>
                      <a:pt x="4702" y="24452"/>
                      <a:pt x="44" y="18551"/>
                      <a:pt x="817" y="12040"/>
                    </a:cubicBezTo>
                    <a:cubicBezTo>
                      <a:pt x="1459" y="6586"/>
                      <a:pt x="5758" y="2286"/>
                      <a:pt x="11213" y="1644"/>
                    </a:cubicBezTo>
                    <a:lnTo>
                      <a:pt x="58927" y="1644"/>
                    </a:lnTo>
                    <a:cubicBezTo>
                      <a:pt x="65438" y="855"/>
                      <a:pt x="71348" y="5497"/>
                      <a:pt x="72136" y="12008"/>
                    </a:cubicBezTo>
                    <a:cubicBezTo>
                      <a:pt x="72924" y="18519"/>
                      <a:pt x="68283" y="24428"/>
                      <a:pt x="61772" y="25217"/>
                    </a:cubicBezTo>
                    <a:close/>
                    <a:moveTo>
                      <a:pt x="70794" y="67891"/>
                    </a:moveTo>
                    <a:cubicBezTo>
                      <a:pt x="70844" y="61470"/>
                      <a:pt x="65674" y="56235"/>
                      <a:pt x="59252" y="56186"/>
                    </a:cubicBezTo>
                    <a:cubicBezTo>
                      <a:pt x="59196" y="56186"/>
                      <a:pt x="59146" y="56186"/>
                      <a:pt x="59090" y="56186"/>
                    </a:cubicBezTo>
                    <a:lnTo>
                      <a:pt x="11213" y="56186"/>
                    </a:lnTo>
                    <a:cubicBezTo>
                      <a:pt x="4702" y="56950"/>
                      <a:pt x="44" y="62851"/>
                      <a:pt x="817" y="69362"/>
                    </a:cubicBezTo>
                    <a:cubicBezTo>
                      <a:pt x="1459" y="74817"/>
                      <a:pt x="5758" y="79117"/>
                      <a:pt x="11213" y="79759"/>
                    </a:cubicBezTo>
                    <a:lnTo>
                      <a:pt x="58927" y="79759"/>
                    </a:lnTo>
                    <a:cubicBezTo>
                      <a:pt x="65478" y="79759"/>
                      <a:pt x="70794" y="74443"/>
                      <a:pt x="70794" y="67891"/>
                    </a:cubicBezTo>
                    <a:close/>
                    <a:moveTo>
                      <a:pt x="70794" y="122596"/>
                    </a:moveTo>
                    <a:cubicBezTo>
                      <a:pt x="70794" y="116044"/>
                      <a:pt x="65478" y="110728"/>
                      <a:pt x="58927" y="110728"/>
                    </a:cubicBezTo>
                    <a:lnTo>
                      <a:pt x="11213" y="110728"/>
                    </a:lnTo>
                    <a:cubicBezTo>
                      <a:pt x="4702" y="111492"/>
                      <a:pt x="44" y="117394"/>
                      <a:pt x="817" y="123905"/>
                    </a:cubicBezTo>
                    <a:cubicBezTo>
                      <a:pt x="1459" y="129359"/>
                      <a:pt x="5758" y="133659"/>
                      <a:pt x="11213" y="134301"/>
                    </a:cubicBezTo>
                    <a:lnTo>
                      <a:pt x="58927" y="134301"/>
                    </a:lnTo>
                    <a:cubicBezTo>
                      <a:pt x="65373" y="134350"/>
                      <a:pt x="70664" y="129204"/>
                      <a:pt x="70794" y="122759"/>
                    </a:cubicBezTo>
                    <a:lnTo>
                      <a:pt x="70794" y="122759"/>
                    </a:lnTo>
                    <a:close/>
                    <a:moveTo>
                      <a:pt x="70794" y="177138"/>
                    </a:moveTo>
                    <a:cubicBezTo>
                      <a:pt x="70794" y="170587"/>
                      <a:pt x="65478" y="165271"/>
                      <a:pt x="58927" y="165271"/>
                    </a:cubicBezTo>
                    <a:lnTo>
                      <a:pt x="11213" y="165271"/>
                    </a:lnTo>
                    <a:cubicBezTo>
                      <a:pt x="4726" y="165807"/>
                      <a:pt x="-94" y="171505"/>
                      <a:pt x="442" y="177992"/>
                    </a:cubicBezTo>
                    <a:cubicBezTo>
                      <a:pt x="922" y="183730"/>
                      <a:pt x="5474" y="188282"/>
                      <a:pt x="11213" y="188762"/>
                    </a:cubicBezTo>
                    <a:lnTo>
                      <a:pt x="58927" y="188762"/>
                    </a:lnTo>
                    <a:cubicBezTo>
                      <a:pt x="65348" y="188900"/>
                      <a:pt x="70656" y="183804"/>
                      <a:pt x="70794" y="177382"/>
                    </a:cubicBezTo>
                    <a:cubicBezTo>
                      <a:pt x="70794" y="177358"/>
                      <a:pt x="70794" y="177325"/>
                      <a:pt x="70794" y="177301"/>
                    </a:cubicBezTo>
                    <a:lnTo>
                      <a:pt x="70794" y="177301"/>
                    </a:lnTo>
                    <a:close/>
                    <a:moveTo>
                      <a:pt x="70794" y="231599"/>
                    </a:moveTo>
                    <a:cubicBezTo>
                      <a:pt x="70794" y="225088"/>
                      <a:pt x="65519" y="219813"/>
                      <a:pt x="59008" y="219813"/>
                    </a:cubicBezTo>
                    <a:cubicBezTo>
                      <a:pt x="58984" y="219813"/>
                      <a:pt x="58951" y="219813"/>
                      <a:pt x="58927" y="219813"/>
                    </a:cubicBezTo>
                    <a:lnTo>
                      <a:pt x="11213" y="219813"/>
                    </a:lnTo>
                    <a:cubicBezTo>
                      <a:pt x="4726" y="220349"/>
                      <a:pt x="-94" y="226047"/>
                      <a:pt x="442" y="232534"/>
                    </a:cubicBezTo>
                    <a:cubicBezTo>
                      <a:pt x="922" y="238273"/>
                      <a:pt x="5474" y="242825"/>
                      <a:pt x="11213" y="243304"/>
                    </a:cubicBezTo>
                    <a:lnTo>
                      <a:pt x="58927" y="243304"/>
                    </a:lnTo>
                    <a:cubicBezTo>
                      <a:pt x="65365" y="243394"/>
                      <a:pt x="70664" y="238273"/>
                      <a:pt x="70794" y="231843"/>
                    </a:cubicBezTo>
                    <a:lnTo>
                      <a:pt x="70794" y="231843"/>
                    </a:lnTo>
                    <a:close/>
                    <a:moveTo>
                      <a:pt x="70794" y="286141"/>
                    </a:moveTo>
                    <a:cubicBezTo>
                      <a:pt x="70794" y="279590"/>
                      <a:pt x="65478" y="274274"/>
                      <a:pt x="58927" y="274274"/>
                    </a:cubicBezTo>
                    <a:lnTo>
                      <a:pt x="11213" y="274274"/>
                    </a:lnTo>
                    <a:cubicBezTo>
                      <a:pt x="4702" y="275038"/>
                      <a:pt x="44" y="280939"/>
                      <a:pt x="817" y="287450"/>
                    </a:cubicBezTo>
                    <a:cubicBezTo>
                      <a:pt x="1459" y="292904"/>
                      <a:pt x="5758" y="297204"/>
                      <a:pt x="11213" y="297846"/>
                    </a:cubicBezTo>
                    <a:lnTo>
                      <a:pt x="58927" y="297846"/>
                    </a:lnTo>
                    <a:cubicBezTo>
                      <a:pt x="65389" y="297936"/>
                      <a:pt x="70705" y="292766"/>
                      <a:pt x="70794" y="286304"/>
                    </a:cubicBezTo>
                    <a:cubicBezTo>
                      <a:pt x="70794" y="286304"/>
                      <a:pt x="70794" y="286304"/>
                      <a:pt x="70794" y="286304"/>
                    </a:cubicBezTo>
                    <a:lnTo>
                      <a:pt x="70794" y="286304"/>
                    </a:lnTo>
                    <a:close/>
                    <a:moveTo>
                      <a:pt x="70794" y="340683"/>
                    </a:moveTo>
                    <a:cubicBezTo>
                      <a:pt x="70794" y="334132"/>
                      <a:pt x="65478" y="328816"/>
                      <a:pt x="58927" y="328816"/>
                    </a:cubicBezTo>
                    <a:lnTo>
                      <a:pt x="11213" y="328816"/>
                    </a:lnTo>
                    <a:cubicBezTo>
                      <a:pt x="4702" y="329580"/>
                      <a:pt x="44" y="335481"/>
                      <a:pt x="817" y="341992"/>
                    </a:cubicBezTo>
                    <a:cubicBezTo>
                      <a:pt x="1459" y="347446"/>
                      <a:pt x="5758" y="351747"/>
                      <a:pt x="11213" y="352389"/>
                    </a:cubicBezTo>
                    <a:lnTo>
                      <a:pt x="58927" y="352389"/>
                    </a:lnTo>
                    <a:cubicBezTo>
                      <a:pt x="65389" y="352478"/>
                      <a:pt x="70705" y="347308"/>
                      <a:pt x="70794" y="340846"/>
                    </a:cubicBezTo>
                    <a:cubicBezTo>
                      <a:pt x="70794" y="340846"/>
                      <a:pt x="70794" y="340846"/>
                      <a:pt x="70794" y="340846"/>
                    </a:cubicBezTo>
                    <a:lnTo>
                      <a:pt x="70794" y="340846"/>
                    </a:lnTo>
                    <a:close/>
                    <a:moveTo>
                      <a:pt x="70794" y="395226"/>
                    </a:moveTo>
                    <a:cubicBezTo>
                      <a:pt x="70794" y="388674"/>
                      <a:pt x="65478" y="383358"/>
                      <a:pt x="58927" y="383358"/>
                    </a:cubicBezTo>
                    <a:lnTo>
                      <a:pt x="11213" y="383358"/>
                    </a:lnTo>
                    <a:cubicBezTo>
                      <a:pt x="4718" y="383448"/>
                      <a:pt x="-492" y="388731"/>
                      <a:pt x="-492" y="395226"/>
                    </a:cubicBezTo>
                    <a:cubicBezTo>
                      <a:pt x="-492" y="401688"/>
                      <a:pt x="4750" y="406931"/>
                      <a:pt x="11213" y="406931"/>
                    </a:cubicBezTo>
                    <a:lnTo>
                      <a:pt x="58927" y="406931"/>
                    </a:lnTo>
                    <a:cubicBezTo>
                      <a:pt x="65373" y="406980"/>
                      <a:pt x="70664" y="401834"/>
                      <a:pt x="70794" y="395388"/>
                    </a:cubicBezTo>
                    <a:lnTo>
                      <a:pt x="70794" y="395388"/>
                    </a:lnTo>
                    <a:close/>
                    <a:moveTo>
                      <a:pt x="249621" y="13674"/>
                    </a:moveTo>
                    <a:cubicBezTo>
                      <a:pt x="249581" y="7228"/>
                      <a:pt x="244362" y="2010"/>
                      <a:pt x="237917" y="1969"/>
                    </a:cubicBezTo>
                    <a:lnTo>
                      <a:pt x="112250" y="1969"/>
                    </a:lnTo>
                    <a:cubicBezTo>
                      <a:pt x="105755" y="1254"/>
                      <a:pt x="99887" y="5887"/>
                      <a:pt x="99082" y="12374"/>
                    </a:cubicBezTo>
                    <a:cubicBezTo>
                      <a:pt x="98277" y="18836"/>
                      <a:pt x="102853" y="24721"/>
                      <a:pt x="109315" y="25534"/>
                    </a:cubicBezTo>
                    <a:cubicBezTo>
                      <a:pt x="109348" y="25534"/>
                      <a:pt x="109373" y="25542"/>
                      <a:pt x="109405" y="25542"/>
                    </a:cubicBezTo>
                    <a:lnTo>
                      <a:pt x="237429" y="25542"/>
                    </a:lnTo>
                    <a:cubicBezTo>
                      <a:pt x="243980" y="25542"/>
                      <a:pt x="249296" y="20226"/>
                      <a:pt x="249296" y="13674"/>
                    </a:cubicBezTo>
                    <a:close/>
                    <a:moveTo>
                      <a:pt x="249621" y="68216"/>
                    </a:moveTo>
                    <a:cubicBezTo>
                      <a:pt x="249581" y="61770"/>
                      <a:pt x="244362" y="56552"/>
                      <a:pt x="237917" y="56511"/>
                    </a:cubicBezTo>
                    <a:lnTo>
                      <a:pt x="112250" y="56511"/>
                    </a:lnTo>
                    <a:cubicBezTo>
                      <a:pt x="105755" y="55796"/>
                      <a:pt x="99887" y="60429"/>
                      <a:pt x="99082" y="66916"/>
                    </a:cubicBezTo>
                    <a:cubicBezTo>
                      <a:pt x="98277" y="73378"/>
                      <a:pt x="102853" y="79263"/>
                      <a:pt x="109315" y="80076"/>
                    </a:cubicBezTo>
                    <a:cubicBezTo>
                      <a:pt x="109348" y="80076"/>
                      <a:pt x="109373" y="80084"/>
                      <a:pt x="109405" y="80084"/>
                    </a:cubicBezTo>
                    <a:lnTo>
                      <a:pt x="237429" y="80084"/>
                    </a:lnTo>
                    <a:cubicBezTo>
                      <a:pt x="243980" y="80084"/>
                      <a:pt x="249296" y="74768"/>
                      <a:pt x="249296" y="68216"/>
                    </a:cubicBezTo>
                    <a:lnTo>
                      <a:pt x="249296" y="68216"/>
                    </a:lnTo>
                    <a:close/>
                    <a:moveTo>
                      <a:pt x="249621" y="122921"/>
                    </a:moveTo>
                    <a:cubicBezTo>
                      <a:pt x="249621" y="116370"/>
                      <a:pt x="244305" y="111053"/>
                      <a:pt x="237754" y="111053"/>
                    </a:cubicBezTo>
                    <a:lnTo>
                      <a:pt x="112575" y="111053"/>
                    </a:lnTo>
                    <a:cubicBezTo>
                      <a:pt x="106064" y="110265"/>
                      <a:pt x="100155" y="114906"/>
                      <a:pt x="99366" y="121417"/>
                    </a:cubicBezTo>
                    <a:cubicBezTo>
                      <a:pt x="98578" y="127928"/>
                      <a:pt x="103219" y="133838"/>
                      <a:pt x="109730" y="134626"/>
                    </a:cubicBezTo>
                    <a:cubicBezTo>
                      <a:pt x="110673" y="134707"/>
                      <a:pt x="111632" y="134707"/>
                      <a:pt x="112575" y="134626"/>
                    </a:cubicBezTo>
                    <a:lnTo>
                      <a:pt x="237754" y="134626"/>
                    </a:lnTo>
                    <a:cubicBezTo>
                      <a:pt x="244200" y="134675"/>
                      <a:pt x="249491" y="129530"/>
                      <a:pt x="249621" y="123084"/>
                    </a:cubicBezTo>
                    <a:lnTo>
                      <a:pt x="249621" y="123084"/>
                    </a:lnTo>
                    <a:close/>
                    <a:moveTo>
                      <a:pt x="249621" y="177463"/>
                    </a:moveTo>
                    <a:cubicBezTo>
                      <a:pt x="249621" y="170912"/>
                      <a:pt x="244305" y="165596"/>
                      <a:pt x="237754" y="165596"/>
                    </a:cubicBezTo>
                    <a:lnTo>
                      <a:pt x="112575" y="165596"/>
                    </a:lnTo>
                    <a:cubicBezTo>
                      <a:pt x="105999" y="164791"/>
                      <a:pt x="100009" y="169465"/>
                      <a:pt x="99204" y="176041"/>
                    </a:cubicBezTo>
                    <a:cubicBezTo>
                      <a:pt x="98399" y="182617"/>
                      <a:pt x="103073" y="188608"/>
                      <a:pt x="109649" y="189412"/>
                    </a:cubicBezTo>
                    <a:lnTo>
                      <a:pt x="237673" y="189412"/>
                    </a:lnTo>
                    <a:cubicBezTo>
                      <a:pt x="244119" y="189461"/>
                      <a:pt x="249410" y="184316"/>
                      <a:pt x="249541" y="177870"/>
                    </a:cubicBezTo>
                    <a:lnTo>
                      <a:pt x="249541" y="177870"/>
                    </a:lnTo>
                    <a:close/>
                    <a:moveTo>
                      <a:pt x="249621" y="232006"/>
                    </a:moveTo>
                    <a:cubicBezTo>
                      <a:pt x="249621" y="225454"/>
                      <a:pt x="244305" y="220138"/>
                      <a:pt x="237754" y="220138"/>
                    </a:cubicBezTo>
                    <a:lnTo>
                      <a:pt x="112575" y="220138"/>
                    </a:lnTo>
                    <a:cubicBezTo>
                      <a:pt x="106024" y="219862"/>
                      <a:pt x="100496" y="224942"/>
                      <a:pt x="100212" y="231493"/>
                    </a:cubicBezTo>
                    <a:cubicBezTo>
                      <a:pt x="99968" y="237330"/>
                      <a:pt x="103999" y="242475"/>
                      <a:pt x="109730" y="243629"/>
                    </a:cubicBezTo>
                    <a:cubicBezTo>
                      <a:pt x="110673" y="243800"/>
                      <a:pt x="111632" y="243800"/>
                      <a:pt x="112575" y="243629"/>
                    </a:cubicBezTo>
                    <a:lnTo>
                      <a:pt x="237754" y="243629"/>
                    </a:lnTo>
                    <a:cubicBezTo>
                      <a:pt x="244175" y="243767"/>
                      <a:pt x="249483" y="238671"/>
                      <a:pt x="249621" y="232249"/>
                    </a:cubicBezTo>
                    <a:cubicBezTo>
                      <a:pt x="249621" y="232225"/>
                      <a:pt x="249621" y="232193"/>
                      <a:pt x="249621" y="232168"/>
                    </a:cubicBezTo>
                    <a:lnTo>
                      <a:pt x="249621" y="232168"/>
                    </a:lnTo>
                    <a:close/>
                    <a:moveTo>
                      <a:pt x="399674" y="286467"/>
                    </a:moveTo>
                    <a:cubicBezTo>
                      <a:pt x="399625" y="279947"/>
                      <a:pt x="394325" y="274680"/>
                      <a:pt x="387806" y="274680"/>
                    </a:cubicBezTo>
                    <a:lnTo>
                      <a:pt x="262140" y="274680"/>
                    </a:lnTo>
                    <a:cubicBezTo>
                      <a:pt x="255653" y="275615"/>
                      <a:pt x="251150" y="281638"/>
                      <a:pt x="252093" y="288125"/>
                    </a:cubicBezTo>
                    <a:cubicBezTo>
                      <a:pt x="252841" y="293327"/>
                      <a:pt x="256929" y="297415"/>
                      <a:pt x="262140" y="298172"/>
                    </a:cubicBezTo>
                    <a:lnTo>
                      <a:pt x="387481" y="298172"/>
                    </a:lnTo>
                    <a:cubicBezTo>
                      <a:pt x="393911" y="298261"/>
                      <a:pt x="399219" y="293140"/>
                      <a:pt x="399349" y="286710"/>
                    </a:cubicBezTo>
                    <a:lnTo>
                      <a:pt x="399349" y="286710"/>
                    </a:lnTo>
                    <a:close/>
                    <a:moveTo>
                      <a:pt x="399674" y="341009"/>
                    </a:moveTo>
                    <a:cubicBezTo>
                      <a:pt x="399633" y="334473"/>
                      <a:pt x="394341" y="329182"/>
                      <a:pt x="387806" y="329141"/>
                    </a:cubicBezTo>
                    <a:lnTo>
                      <a:pt x="262140" y="329141"/>
                    </a:lnTo>
                    <a:cubicBezTo>
                      <a:pt x="255628" y="329905"/>
                      <a:pt x="250971" y="335807"/>
                      <a:pt x="251743" y="342317"/>
                    </a:cubicBezTo>
                    <a:cubicBezTo>
                      <a:pt x="252385" y="347772"/>
                      <a:pt x="256685" y="352072"/>
                      <a:pt x="262140" y="352714"/>
                    </a:cubicBezTo>
                    <a:lnTo>
                      <a:pt x="387481" y="352714"/>
                    </a:lnTo>
                    <a:cubicBezTo>
                      <a:pt x="393927" y="352763"/>
                      <a:pt x="399219" y="347617"/>
                      <a:pt x="399349" y="341171"/>
                    </a:cubicBezTo>
                    <a:lnTo>
                      <a:pt x="399349" y="341171"/>
                    </a:lnTo>
                    <a:close/>
                    <a:moveTo>
                      <a:pt x="399674" y="395551"/>
                    </a:moveTo>
                    <a:cubicBezTo>
                      <a:pt x="399633" y="389016"/>
                      <a:pt x="394341" y="383724"/>
                      <a:pt x="387806" y="383683"/>
                    </a:cubicBezTo>
                    <a:lnTo>
                      <a:pt x="262140" y="383683"/>
                    </a:lnTo>
                    <a:cubicBezTo>
                      <a:pt x="255645" y="383773"/>
                      <a:pt x="250435" y="389056"/>
                      <a:pt x="250435" y="395551"/>
                    </a:cubicBezTo>
                    <a:cubicBezTo>
                      <a:pt x="250435" y="402013"/>
                      <a:pt x="255678" y="407256"/>
                      <a:pt x="262140" y="407256"/>
                    </a:cubicBezTo>
                    <a:lnTo>
                      <a:pt x="387481" y="407256"/>
                    </a:lnTo>
                    <a:cubicBezTo>
                      <a:pt x="393927" y="407305"/>
                      <a:pt x="399219" y="402159"/>
                      <a:pt x="399349" y="395714"/>
                    </a:cubicBezTo>
                    <a:lnTo>
                      <a:pt x="399349" y="395714"/>
                    </a:lnTo>
                    <a:close/>
                    <a:moveTo>
                      <a:pt x="304814" y="13511"/>
                    </a:moveTo>
                    <a:cubicBezTo>
                      <a:pt x="305026" y="6334"/>
                      <a:pt x="299384" y="335"/>
                      <a:pt x="292199" y="124"/>
                    </a:cubicBezTo>
                    <a:cubicBezTo>
                      <a:pt x="285021" y="-88"/>
                      <a:pt x="279031" y="5554"/>
                      <a:pt x="278811" y="12739"/>
                    </a:cubicBezTo>
                    <a:cubicBezTo>
                      <a:pt x="278795" y="13536"/>
                      <a:pt x="278844" y="14341"/>
                      <a:pt x="278966" y="15137"/>
                    </a:cubicBezTo>
                    <a:cubicBezTo>
                      <a:pt x="279413" y="22274"/>
                      <a:pt x="285566" y="27696"/>
                      <a:pt x="292703" y="27249"/>
                    </a:cubicBezTo>
                    <a:cubicBezTo>
                      <a:pt x="299840" y="26802"/>
                      <a:pt x="305261" y="20648"/>
                      <a:pt x="304814" y="13511"/>
                    </a:cubicBezTo>
                    <a:close/>
                    <a:moveTo>
                      <a:pt x="345457" y="13511"/>
                    </a:moveTo>
                    <a:cubicBezTo>
                      <a:pt x="345457" y="5928"/>
                      <a:pt x="339303" y="-226"/>
                      <a:pt x="331720" y="-226"/>
                    </a:cubicBezTo>
                    <a:cubicBezTo>
                      <a:pt x="324136" y="-226"/>
                      <a:pt x="317982" y="5928"/>
                      <a:pt x="317982" y="13511"/>
                    </a:cubicBezTo>
                    <a:cubicBezTo>
                      <a:pt x="317982" y="21095"/>
                      <a:pt x="324136" y="27249"/>
                      <a:pt x="331720" y="27249"/>
                    </a:cubicBezTo>
                    <a:lnTo>
                      <a:pt x="331720" y="27249"/>
                    </a:lnTo>
                    <a:cubicBezTo>
                      <a:pt x="339181" y="27297"/>
                      <a:pt x="345286" y="21299"/>
                      <a:pt x="345375" y="13837"/>
                    </a:cubicBezTo>
                    <a:lnTo>
                      <a:pt x="345375" y="13837"/>
                    </a:lnTo>
                    <a:close/>
                    <a:moveTo>
                      <a:pt x="386099" y="13511"/>
                    </a:moveTo>
                    <a:cubicBezTo>
                      <a:pt x="386099" y="5928"/>
                      <a:pt x="379946" y="-226"/>
                      <a:pt x="372362" y="-226"/>
                    </a:cubicBezTo>
                    <a:cubicBezTo>
                      <a:pt x="364778" y="-226"/>
                      <a:pt x="358625" y="5928"/>
                      <a:pt x="358625" y="13511"/>
                    </a:cubicBezTo>
                    <a:cubicBezTo>
                      <a:pt x="358625" y="21095"/>
                      <a:pt x="364778" y="27249"/>
                      <a:pt x="372362" y="27249"/>
                    </a:cubicBezTo>
                    <a:lnTo>
                      <a:pt x="372362" y="27249"/>
                    </a:lnTo>
                    <a:cubicBezTo>
                      <a:pt x="379857" y="27338"/>
                      <a:pt x="386010" y="21331"/>
                      <a:pt x="386099" y="13837"/>
                    </a:cubicBezTo>
                    <a:cubicBezTo>
                      <a:pt x="386099" y="13837"/>
                      <a:pt x="386099" y="13837"/>
                      <a:pt x="386099" y="13837"/>
                    </a:cubicBezTo>
                    <a:lnTo>
                      <a:pt x="386099" y="13837"/>
                    </a:lnTo>
                    <a:close/>
                    <a:moveTo>
                      <a:pt x="426742" y="13511"/>
                    </a:moveTo>
                    <a:cubicBezTo>
                      <a:pt x="426742" y="5928"/>
                      <a:pt x="420588" y="-226"/>
                      <a:pt x="413005" y="-226"/>
                    </a:cubicBezTo>
                    <a:cubicBezTo>
                      <a:pt x="405421" y="-226"/>
                      <a:pt x="399267" y="5928"/>
                      <a:pt x="399267" y="13511"/>
                    </a:cubicBezTo>
                    <a:cubicBezTo>
                      <a:pt x="399267" y="21095"/>
                      <a:pt x="405421" y="27249"/>
                      <a:pt x="413005" y="27249"/>
                    </a:cubicBezTo>
                    <a:lnTo>
                      <a:pt x="413005" y="27249"/>
                    </a:lnTo>
                    <a:cubicBezTo>
                      <a:pt x="420458" y="27249"/>
                      <a:pt x="426498" y="21209"/>
                      <a:pt x="426498" y="13755"/>
                    </a:cubicBezTo>
                    <a:cubicBezTo>
                      <a:pt x="426498" y="13731"/>
                      <a:pt x="426498" y="13698"/>
                      <a:pt x="426498" y="13674"/>
                    </a:cubicBezTo>
                    <a:lnTo>
                      <a:pt x="426498" y="13674"/>
                    </a:lnTo>
                    <a:close/>
                    <a:moveTo>
                      <a:pt x="467384" y="13511"/>
                    </a:moveTo>
                    <a:cubicBezTo>
                      <a:pt x="467384" y="5928"/>
                      <a:pt x="461231" y="-226"/>
                      <a:pt x="453647" y="-226"/>
                    </a:cubicBezTo>
                    <a:cubicBezTo>
                      <a:pt x="446063" y="-226"/>
                      <a:pt x="439910" y="5928"/>
                      <a:pt x="439910" y="13511"/>
                    </a:cubicBezTo>
                    <a:cubicBezTo>
                      <a:pt x="439910" y="21095"/>
                      <a:pt x="446063" y="27249"/>
                      <a:pt x="453647" y="27249"/>
                    </a:cubicBezTo>
                    <a:cubicBezTo>
                      <a:pt x="453671" y="27249"/>
                      <a:pt x="453704" y="27249"/>
                      <a:pt x="453728" y="27249"/>
                    </a:cubicBezTo>
                    <a:lnTo>
                      <a:pt x="453728" y="27249"/>
                    </a:lnTo>
                    <a:cubicBezTo>
                      <a:pt x="461182" y="27338"/>
                      <a:pt x="467295" y="21372"/>
                      <a:pt x="467384" y="13918"/>
                    </a:cubicBezTo>
                    <a:cubicBezTo>
                      <a:pt x="467384" y="13894"/>
                      <a:pt x="467384" y="13861"/>
                      <a:pt x="467384" y="13837"/>
                    </a:cubicBezTo>
                    <a:lnTo>
                      <a:pt x="467384" y="13837"/>
                    </a:lnTo>
                    <a:close/>
                    <a:moveTo>
                      <a:pt x="508027" y="13511"/>
                    </a:moveTo>
                    <a:cubicBezTo>
                      <a:pt x="508027" y="5928"/>
                      <a:pt x="501873" y="-226"/>
                      <a:pt x="494290" y="-226"/>
                    </a:cubicBezTo>
                    <a:cubicBezTo>
                      <a:pt x="486706" y="-226"/>
                      <a:pt x="480552" y="5928"/>
                      <a:pt x="480552" y="13511"/>
                    </a:cubicBezTo>
                    <a:cubicBezTo>
                      <a:pt x="480552" y="21095"/>
                      <a:pt x="486706" y="27249"/>
                      <a:pt x="494290" y="27249"/>
                    </a:cubicBezTo>
                    <a:cubicBezTo>
                      <a:pt x="494314" y="27249"/>
                      <a:pt x="494347" y="27249"/>
                      <a:pt x="494371" y="27249"/>
                    </a:cubicBezTo>
                    <a:lnTo>
                      <a:pt x="494371" y="27249"/>
                    </a:lnTo>
                    <a:cubicBezTo>
                      <a:pt x="501825" y="27249"/>
                      <a:pt x="507864" y="21209"/>
                      <a:pt x="507864" y="13755"/>
                    </a:cubicBezTo>
                    <a:cubicBezTo>
                      <a:pt x="507864" y="13731"/>
                      <a:pt x="507864" y="13698"/>
                      <a:pt x="507864" y="13674"/>
                    </a:cubicBezTo>
                    <a:lnTo>
                      <a:pt x="507864" y="13674"/>
                    </a:lnTo>
                    <a:close/>
                    <a:moveTo>
                      <a:pt x="304733" y="122921"/>
                    </a:moveTo>
                    <a:cubicBezTo>
                      <a:pt x="304733" y="115337"/>
                      <a:pt x="298579" y="109184"/>
                      <a:pt x="290996" y="109184"/>
                    </a:cubicBezTo>
                    <a:cubicBezTo>
                      <a:pt x="283412" y="109184"/>
                      <a:pt x="277259" y="115337"/>
                      <a:pt x="277259" y="122921"/>
                    </a:cubicBezTo>
                    <a:cubicBezTo>
                      <a:pt x="277259" y="130505"/>
                      <a:pt x="283412" y="136658"/>
                      <a:pt x="290996" y="136658"/>
                    </a:cubicBezTo>
                    <a:cubicBezTo>
                      <a:pt x="298579" y="136658"/>
                      <a:pt x="304733" y="130505"/>
                      <a:pt x="304733" y="122921"/>
                    </a:cubicBezTo>
                    <a:close/>
                    <a:moveTo>
                      <a:pt x="345375" y="122921"/>
                    </a:moveTo>
                    <a:cubicBezTo>
                      <a:pt x="345465" y="115337"/>
                      <a:pt x="339385" y="109111"/>
                      <a:pt x="331801" y="109021"/>
                    </a:cubicBezTo>
                    <a:cubicBezTo>
                      <a:pt x="324217" y="108932"/>
                      <a:pt x="317990" y="115012"/>
                      <a:pt x="317901" y="122596"/>
                    </a:cubicBezTo>
                    <a:cubicBezTo>
                      <a:pt x="317812" y="130180"/>
                      <a:pt x="323892" y="136406"/>
                      <a:pt x="331475" y="136496"/>
                    </a:cubicBezTo>
                    <a:lnTo>
                      <a:pt x="331475" y="136496"/>
                    </a:lnTo>
                    <a:cubicBezTo>
                      <a:pt x="338970" y="136496"/>
                      <a:pt x="345050" y="130416"/>
                      <a:pt x="345050" y="122921"/>
                    </a:cubicBezTo>
                    <a:lnTo>
                      <a:pt x="345050" y="122921"/>
                    </a:lnTo>
                    <a:close/>
                    <a:moveTo>
                      <a:pt x="386018" y="122921"/>
                    </a:moveTo>
                    <a:cubicBezTo>
                      <a:pt x="386107" y="115337"/>
                      <a:pt x="380027" y="109111"/>
                      <a:pt x="372443" y="109021"/>
                    </a:cubicBezTo>
                    <a:cubicBezTo>
                      <a:pt x="364859" y="108932"/>
                      <a:pt x="358633" y="115012"/>
                      <a:pt x="358544" y="122596"/>
                    </a:cubicBezTo>
                    <a:cubicBezTo>
                      <a:pt x="358454" y="130180"/>
                      <a:pt x="364534" y="136406"/>
                      <a:pt x="372118" y="136496"/>
                    </a:cubicBezTo>
                    <a:lnTo>
                      <a:pt x="372118" y="136496"/>
                    </a:lnTo>
                    <a:cubicBezTo>
                      <a:pt x="379702" y="136585"/>
                      <a:pt x="385929" y="130505"/>
                      <a:pt x="386018" y="122921"/>
                    </a:cubicBezTo>
                    <a:cubicBezTo>
                      <a:pt x="386018" y="122864"/>
                      <a:pt x="386018" y="122815"/>
                      <a:pt x="386018" y="122759"/>
                    </a:cubicBezTo>
                    <a:lnTo>
                      <a:pt x="386018" y="122759"/>
                    </a:lnTo>
                    <a:close/>
                    <a:moveTo>
                      <a:pt x="426660" y="122921"/>
                    </a:moveTo>
                    <a:cubicBezTo>
                      <a:pt x="426750" y="115337"/>
                      <a:pt x="420670" y="109111"/>
                      <a:pt x="413086" y="109021"/>
                    </a:cubicBezTo>
                    <a:cubicBezTo>
                      <a:pt x="405502" y="108932"/>
                      <a:pt x="399275" y="115012"/>
                      <a:pt x="399186" y="122596"/>
                    </a:cubicBezTo>
                    <a:cubicBezTo>
                      <a:pt x="399097" y="130180"/>
                      <a:pt x="405177" y="136406"/>
                      <a:pt x="412760" y="136496"/>
                    </a:cubicBezTo>
                    <a:lnTo>
                      <a:pt x="412760" y="136496"/>
                    </a:lnTo>
                    <a:cubicBezTo>
                      <a:pt x="420214" y="136496"/>
                      <a:pt x="426254" y="130456"/>
                      <a:pt x="426254" y="123002"/>
                    </a:cubicBezTo>
                    <a:cubicBezTo>
                      <a:pt x="426254" y="122978"/>
                      <a:pt x="426254" y="122945"/>
                      <a:pt x="426254" y="122921"/>
                    </a:cubicBezTo>
                    <a:lnTo>
                      <a:pt x="426254" y="122921"/>
                    </a:lnTo>
                    <a:close/>
                    <a:moveTo>
                      <a:pt x="467303" y="122921"/>
                    </a:moveTo>
                    <a:cubicBezTo>
                      <a:pt x="467392" y="115337"/>
                      <a:pt x="461312" y="109111"/>
                      <a:pt x="453728" y="109021"/>
                    </a:cubicBezTo>
                    <a:cubicBezTo>
                      <a:pt x="446144" y="108932"/>
                      <a:pt x="439918" y="115012"/>
                      <a:pt x="439829" y="122596"/>
                    </a:cubicBezTo>
                    <a:cubicBezTo>
                      <a:pt x="439739" y="130180"/>
                      <a:pt x="445819" y="136406"/>
                      <a:pt x="453403" y="136496"/>
                    </a:cubicBezTo>
                    <a:cubicBezTo>
                      <a:pt x="453428" y="136496"/>
                      <a:pt x="453460" y="136496"/>
                      <a:pt x="453484" y="136496"/>
                    </a:cubicBezTo>
                    <a:lnTo>
                      <a:pt x="453484" y="136496"/>
                    </a:lnTo>
                    <a:cubicBezTo>
                      <a:pt x="461036" y="136455"/>
                      <a:pt x="467140" y="130310"/>
                      <a:pt x="467140" y="122759"/>
                    </a:cubicBezTo>
                    <a:lnTo>
                      <a:pt x="467140" y="122759"/>
                    </a:lnTo>
                    <a:close/>
                    <a:moveTo>
                      <a:pt x="507945" y="122921"/>
                    </a:moveTo>
                    <a:cubicBezTo>
                      <a:pt x="508035" y="115337"/>
                      <a:pt x="501955" y="109111"/>
                      <a:pt x="494371" y="109021"/>
                    </a:cubicBezTo>
                    <a:cubicBezTo>
                      <a:pt x="486787" y="108932"/>
                      <a:pt x="480560" y="115012"/>
                      <a:pt x="480471" y="122596"/>
                    </a:cubicBezTo>
                    <a:cubicBezTo>
                      <a:pt x="480382" y="130180"/>
                      <a:pt x="486462" y="136406"/>
                      <a:pt x="494045" y="136496"/>
                    </a:cubicBezTo>
                    <a:cubicBezTo>
                      <a:pt x="494070" y="136496"/>
                      <a:pt x="494103" y="136496"/>
                      <a:pt x="494127" y="136496"/>
                    </a:cubicBezTo>
                    <a:lnTo>
                      <a:pt x="494127" y="136496"/>
                    </a:lnTo>
                    <a:cubicBezTo>
                      <a:pt x="501621" y="136496"/>
                      <a:pt x="507701" y="130416"/>
                      <a:pt x="507701" y="122921"/>
                    </a:cubicBezTo>
                    <a:lnTo>
                      <a:pt x="507701" y="122921"/>
                    </a:lnTo>
                    <a:close/>
                    <a:moveTo>
                      <a:pt x="442917" y="279720"/>
                    </a:moveTo>
                    <a:cubicBezTo>
                      <a:pt x="443007" y="272136"/>
                      <a:pt x="436927" y="265910"/>
                      <a:pt x="429343" y="265820"/>
                    </a:cubicBezTo>
                    <a:cubicBezTo>
                      <a:pt x="421759" y="265731"/>
                      <a:pt x="415532" y="271811"/>
                      <a:pt x="415443" y="279395"/>
                    </a:cubicBezTo>
                    <a:cubicBezTo>
                      <a:pt x="415354" y="286979"/>
                      <a:pt x="421434" y="293205"/>
                      <a:pt x="429017" y="293294"/>
                    </a:cubicBezTo>
                    <a:lnTo>
                      <a:pt x="429017" y="293294"/>
                    </a:lnTo>
                    <a:cubicBezTo>
                      <a:pt x="436602" y="293294"/>
                      <a:pt x="442755" y="287141"/>
                      <a:pt x="442755" y="279557"/>
                    </a:cubicBezTo>
                    <a:lnTo>
                      <a:pt x="442755" y="279557"/>
                    </a:lnTo>
                    <a:close/>
                    <a:moveTo>
                      <a:pt x="483560" y="279720"/>
                    </a:moveTo>
                    <a:cubicBezTo>
                      <a:pt x="483649" y="272136"/>
                      <a:pt x="477569" y="265910"/>
                      <a:pt x="469985" y="265820"/>
                    </a:cubicBezTo>
                    <a:cubicBezTo>
                      <a:pt x="462401" y="265731"/>
                      <a:pt x="456175" y="271811"/>
                      <a:pt x="456086" y="279395"/>
                    </a:cubicBezTo>
                    <a:cubicBezTo>
                      <a:pt x="455996" y="286979"/>
                      <a:pt x="462076" y="293205"/>
                      <a:pt x="469660" y="293294"/>
                    </a:cubicBezTo>
                    <a:lnTo>
                      <a:pt x="469660" y="293294"/>
                    </a:lnTo>
                    <a:cubicBezTo>
                      <a:pt x="477154" y="293294"/>
                      <a:pt x="483235" y="287214"/>
                      <a:pt x="483235" y="279720"/>
                    </a:cubicBezTo>
                    <a:lnTo>
                      <a:pt x="483235" y="279720"/>
                    </a:lnTo>
                    <a:close/>
                    <a:moveTo>
                      <a:pt x="524202" y="279720"/>
                    </a:moveTo>
                    <a:cubicBezTo>
                      <a:pt x="524292" y="272136"/>
                      <a:pt x="518212" y="265910"/>
                      <a:pt x="510628" y="265820"/>
                    </a:cubicBezTo>
                    <a:cubicBezTo>
                      <a:pt x="503044" y="265731"/>
                      <a:pt x="496817" y="271811"/>
                      <a:pt x="496728" y="279395"/>
                    </a:cubicBezTo>
                    <a:cubicBezTo>
                      <a:pt x="496639" y="286979"/>
                      <a:pt x="502719" y="293205"/>
                      <a:pt x="510302" y="293294"/>
                    </a:cubicBezTo>
                    <a:lnTo>
                      <a:pt x="510302" y="293294"/>
                    </a:lnTo>
                    <a:cubicBezTo>
                      <a:pt x="517797" y="293294"/>
                      <a:pt x="523877" y="287214"/>
                      <a:pt x="523877" y="279720"/>
                    </a:cubicBezTo>
                    <a:lnTo>
                      <a:pt x="523877" y="279720"/>
                    </a:lnTo>
                    <a:close/>
                    <a:moveTo>
                      <a:pt x="564845" y="279720"/>
                    </a:moveTo>
                    <a:cubicBezTo>
                      <a:pt x="564934" y="272136"/>
                      <a:pt x="558854" y="265910"/>
                      <a:pt x="551270" y="265820"/>
                    </a:cubicBezTo>
                    <a:cubicBezTo>
                      <a:pt x="543686" y="265731"/>
                      <a:pt x="537460" y="271811"/>
                      <a:pt x="537371" y="279395"/>
                    </a:cubicBezTo>
                    <a:cubicBezTo>
                      <a:pt x="537281" y="286979"/>
                      <a:pt x="543361" y="293205"/>
                      <a:pt x="550945" y="293294"/>
                    </a:cubicBezTo>
                    <a:lnTo>
                      <a:pt x="550945" y="293294"/>
                    </a:lnTo>
                    <a:cubicBezTo>
                      <a:pt x="558529" y="293294"/>
                      <a:pt x="564682" y="287141"/>
                      <a:pt x="564682" y="279557"/>
                    </a:cubicBezTo>
                    <a:lnTo>
                      <a:pt x="564682" y="279557"/>
                    </a:lnTo>
                    <a:close/>
                    <a:moveTo>
                      <a:pt x="605487" y="279720"/>
                    </a:moveTo>
                    <a:cubicBezTo>
                      <a:pt x="605577" y="272136"/>
                      <a:pt x="599497" y="265910"/>
                      <a:pt x="591913" y="265820"/>
                    </a:cubicBezTo>
                    <a:cubicBezTo>
                      <a:pt x="584329" y="265731"/>
                      <a:pt x="578102" y="271811"/>
                      <a:pt x="578013" y="279395"/>
                    </a:cubicBezTo>
                    <a:cubicBezTo>
                      <a:pt x="577924" y="286979"/>
                      <a:pt x="584004" y="293205"/>
                      <a:pt x="591587" y="293294"/>
                    </a:cubicBezTo>
                    <a:lnTo>
                      <a:pt x="591587" y="293294"/>
                    </a:lnTo>
                    <a:cubicBezTo>
                      <a:pt x="599082" y="293294"/>
                      <a:pt x="605162" y="287214"/>
                      <a:pt x="605162" y="279720"/>
                    </a:cubicBezTo>
                    <a:lnTo>
                      <a:pt x="605162" y="279720"/>
                    </a:lnTo>
                    <a:close/>
                    <a:moveTo>
                      <a:pt x="646130" y="279720"/>
                    </a:moveTo>
                    <a:cubicBezTo>
                      <a:pt x="646219" y="272136"/>
                      <a:pt x="640139" y="265910"/>
                      <a:pt x="632555" y="265820"/>
                    </a:cubicBezTo>
                    <a:cubicBezTo>
                      <a:pt x="624971" y="265731"/>
                      <a:pt x="618745" y="271811"/>
                      <a:pt x="618656" y="279395"/>
                    </a:cubicBezTo>
                    <a:cubicBezTo>
                      <a:pt x="618566" y="286979"/>
                      <a:pt x="624646" y="293205"/>
                      <a:pt x="632230" y="293294"/>
                    </a:cubicBezTo>
                    <a:cubicBezTo>
                      <a:pt x="632255" y="293294"/>
                      <a:pt x="632287" y="293294"/>
                      <a:pt x="632311" y="293294"/>
                    </a:cubicBezTo>
                    <a:lnTo>
                      <a:pt x="632311" y="293294"/>
                    </a:lnTo>
                    <a:cubicBezTo>
                      <a:pt x="639863" y="293254"/>
                      <a:pt x="645967" y="287109"/>
                      <a:pt x="645967" y="279557"/>
                    </a:cubicBezTo>
                    <a:lnTo>
                      <a:pt x="645967" y="279557"/>
                    </a:lnTo>
                    <a:close/>
                    <a:moveTo>
                      <a:pt x="441617" y="392137"/>
                    </a:moveTo>
                    <a:cubicBezTo>
                      <a:pt x="441706" y="384553"/>
                      <a:pt x="435626" y="378327"/>
                      <a:pt x="428042" y="378237"/>
                    </a:cubicBezTo>
                    <a:cubicBezTo>
                      <a:pt x="420458" y="378148"/>
                      <a:pt x="414232" y="384228"/>
                      <a:pt x="414143" y="391812"/>
                    </a:cubicBezTo>
                    <a:cubicBezTo>
                      <a:pt x="414053" y="399396"/>
                      <a:pt x="420133" y="405622"/>
                      <a:pt x="427717" y="405711"/>
                    </a:cubicBezTo>
                    <a:lnTo>
                      <a:pt x="427717" y="405711"/>
                    </a:lnTo>
                    <a:cubicBezTo>
                      <a:pt x="435301" y="405711"/>
                      <a:pt x="441454" y="399558"/>
                      <a:pt x="441454" y="391975"/>
                    </a:cubicBezTo>
                    <a:lnTo>
                      <a:pt x="441454" y="391975"/>
                    </a:lnTo>
                    <a:close/>
                    <a:moveTo>
                      <a:pt x="482260" y="392137"/>
                    </a:moveTo>
                    <a:cubicBezTo>
                      <a:pt x="482349" y="384553"/>
                      <a:pt x="476269" y="378327"/>
                      <a:pt x="468685" y="378237"/>
                    </a:cubicBezTo>
                    <a:cubicBezTo>
                      <a:pt x="461101" y="378148"/>
                      <a:pt x="454874" y="384228"/>
                      <a:pt x="454785" y="391812"/>
                    </a:cubicBezTo>
                    <a:cubicBezTo>
                      <a:pt x="454695" y="399396"/>
                      <a:pt x="460776" y="405622"/>
                      <a:pt x="468360" y="405711"/>
                    </a:cubicBezTo>
                    <a:lnTo>
                      <a:pt x="468360" y="405711"/>
                    </a:lnTo>
                    <a:cubicBezTo>
                      <a:pt x="475854" y="405711"/>
                      <a:pt x="481934" y="399631"/>
                      <a:pt x="481934" y="392137"/>
                    </a:cubicBezTo>
                    <a:lnTo>
                      <a:pt x="481934" y="392137"/>
                    </a:lnTo>
                    <a:close/>
                    <a:moveTo>
                      <a:pt x="522902" y="392137"/>
                    </a:moveTo>
                    <a:cubicBezTo>
                      <a:pt x="522991" y="384553"/>
                      <a:pt x="516911" y="378327"/>
                      <a:pt x="509327" y="378237"/>
                    </a:cubicBezTo>
                    <a:cubicBezTo>
                      <a:pt x="501743" y="378148"/>
                      <a:pt x="495517" y="384228"/>
                      <a:pt x="495428" y="391812"/>
                    </a:cubicBezTo>
                    <a:cubicBezTo>
                      <a:pt x="495338" y="399396"/>
                      <a:pt x="501418" y="405622"/>
                      <a:pt x="509002" y="405711"/>
                    </a:cubicBezTo>
                    <a:lnTo>
                      <a:pt x="509002" y="405711"/>
                    </a:lnTo>
                    <a:cubicBezTo>
                      <a:pt x="516497" y="405711"/>
                      <a:pt x="522577" y="399631"/>
                      <a:pt x="522577" y="392137"/>
                    </a:cubicBezTo>
                    <a:lnTo>
                      <a:pt x="522577" y="392137"/>
                    </a:lnTo>
                    <a:close/>
                    <a:moveTo>
                      <a:pt x="563545" y="392137"/>
                    </a:moveTo>
                    <a:cubicBezTo>
                      <a:pt x="563634" y="384553"/>
                      <a:pt x="557554" y="378327"/>
                      <a:pt x="549970" y="378237"/>
                    </a:cubicBezTo>
                    <a:cubicBezTo>
                      <a:pt x="542386" y="378148"/>
                      <a:pt x="536159" y="384228"/>
                      <a:pt x="536070" y="391812"/>
                    </a:cubicBezTo>
                    <a:cubicBezTo>
                      <a:pt x="535980" y="399396"/>
                      <a:pt x="542061" y="405622"/>
                      <a:pt x="549645" y="405711"/>
                    </a:cubicBezTo>
                    <a:lnTo>
                      <a:pt x="549645" y="405711"/>
                    </a:lnTo>
                    <a:cubicBezTo>
                      <a:pt x="557188" y="405760"/>
                      <a:pt x="563333" y="399680"/>
                      <a:pt x="563382" y="392137"/>
                    </a:cubicBezTo>
                    <a:cubicBezTo>
                      <a:pt x="563382" y="392080"/>
                      <a:pt x="563382" y="392031"/>
                      <a:pt x="563382" y="391975"/>
                    </a:cubicBezTo>
                    <a:lnTo>
                      <a:pt x="563382" y="391975"/>
                    </a:lnTo>
                    <a:close/>
                    <a:moveTo>
                      <a:pt x="604187" y="392137"/>
                    </a:moveTo>
                    <a:cubicBezTo>
                      <a:pt x="604276" y="384553"/>
                      <a:pt x="598196" y="378327"/>
                      <a:pt x="590612" y="378237"/>
                    </a:cubicBezTo>
                    <a:cubicBezTo>
                      <a:pt x="583028" y="378148"/>
                      <a:pt x="576802" y="384228"/>
                      <a:pt x="576713" y="391812"/>
                    </a:cubicBezTo>
                    <a:cubicBezTo>
                      <a:pt x="576623" y="399396"/>
                      <a:pt x="582703" y="405622"/>
                      <a:pt x="590287" y="405711"/>
                    </a:cubicBezTo>
                    <a:lnTo>
                      <a:pt x="590287" y="405711"/>
                    </a:lnTo>
                    <a:cubicBezTo>
                      <a:pt x="597741" y="405711"/>
                      <a:pt x="603780" y="399672"/>
                      <a:pt x="603780" y="392218"/>
                    </a:cubicBezTo>
                    <a:cubicBezTo>
                      <a:pt x="603780" y="392194"/>
                      <a:pt x="603780" y="392161"/>
                      <a:pt x="603780" y="392137"/>
                    </a:cubicBezTo>
                    <a:lnTo>
                      <a:pt x="603780" y="392137"/>
                    </a:lnTo>
                    <a:close/>
                    <a:moveTo>
                      <a:pt x="644830" y="392137"/>
                    </a:moveTo>
                    <a:cubicBezTo>
                      <a:pt x="644244" y="384569"/>
                      <a:pt x="637644" y="378912"/>
                      <a:pt x="630076" y="379497"/>
                    </a:cubicBezTo>
                    <a:cubicBezTo>
                      <a:pt x="623321" y="380017"/>
                      <a:pt x="617956" y="385382"/>
                      <a:pt x="617436" y="392137"/>
                    </a:cubicBezTo>
                    <a:cubicBezTo>
                      <a:pt x="617347" y="399721"/>
                      <a:pt x="623419" y="405947"/>
                      <a:pt x="631011" y="406037"/>
                    </a:cubicBezTo>
                    <a:cubicBezTo>
                      <a:pt x="631011" y="406037"/>
                      <a:pt x="631011" y="406037"/>
                      <a:pt x="631011" y="406037"/>
                    </a:cubicBezTo>
                    <a:lnTo>
                      <a:pt x="631011" y="406037"/>
                    </a:lnTo>
                    <a:cubicBezTo>
                      <a:pt x="638554" y="406037"/>
                      <a:pt x="644667" y="399924"/>
                      <a:pt x="644667" y="392381"/>
                    </a:cubicBezTo>
                    <a:cubicBezTo>
                      <a:pt x="644667" y="392357"/>
                      <a:pt x="644667" y="392324"/>
                      <a:pt x="644667" y="392300"/>
                    </a:cubicBezTo>
                    <a:lnTo>
                      <a:pt x="644667" y="39230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" name="Google Shape;238;p18"/>
              <p:cNvSpPr/>
              <p:nvPr/>
            </p:nvSpPr>
            <p:spPr>
              <a:xfrm>
                <a:off x="-129830" y="3836475"/>
                <a:ext cx="646622" cy="407808"/>
              </a:xfrm>
              <a:custGeom>
                <a:avLst/>
                <a:gdLst/>
                <a:ahLst/>
                <a:cxnLst/>
                <a:rect l="l" t="t" r="r" b="b"/>
                <a:pathLst>
                  <a:path w="646622" h="407808" extrusionOk="0">
                    <a:moveTo>
                      <a:pt x="58927" y="25705"/>
                    </a:moveTo>
                    <a:lnTo>
                      <a:pt x="11213" y="25705"/>
                    </a:lnTo>
                    <a:cubicBezTo>
                      <a:pt x="4750" y="25705"/>
                      <a:pt x="-492" y="20462"/>
                      <a:pt x="-492" y="14000"/>
                    </a:cubicBezTo>
                    <a:lnTo>
                      <a:pt x="-492" y="14000"/>
                    </a:lnTo>
                    <a:cubicBezTo>
                      <a:pt x="-492" y="7505"/>
                      <a:pt x="4718" y="2222"/>
                      <a:pt x="11213" y="2133"/>
                    </a:cubicBezTo>
                    <a:lnTo>
                      <a:pt x="58927" y="2133"/>
                    </a:lnTo>
                    <a:cubicBezTo>
                      <a:pt x="65478" y="2133"/>
                      <a:pt x="70794" y="7449"/>
                      <a:pt x="70794" y="14000"/>
                    </a:cubicBezTo>
                    <a:lnTo>
                      <a:pt x="70794" y="14000"/>
                    </a:lnTo>
                    <a:cubicBezTo>
                      <a:pt x="70794" y="20462"/>
                      <a:pt x="65552" y="25705"/>
                      <a:pt x="59090" y="25705"/>
                    </a:cubicBezTo>
                    <a:close/>
                    <a:moveTo>
                      <a:pt x="70794" y="68542"/>
                    </a:moveTo>
                    <a:cubicBezTo>
                      <a:pt x="70794" y="62080"/>
                      <a:pt x="65552" y="56837"/>
                      <a:pt x="59090" y="56837"/>
                    </a:cubicBezTo>
                    <a:lnTo>
                      <a:pt x="11213" y="56837"/>
                    </a:lnTo>
                    <a:cubicBezTo>
                      <a:pt x="4791" y="56789"/>
                      <a:pt x="-444" y="61958"/>
                      <a:pt x="-492" y="68380"/>
                    </a:cubicBezTo>
                    <a:cubicBezTo>
                      <a:pt x="-492" y="68437"/>
                      <a:pt x="-492" y="68486"/>
                      <a:pt x="-492" y="68542"/>
                    </a:cubicBezTo>
                    <a:lnTo>
                      <a:pt x="-492" y="68542"/>
                    </a:lnTo>
                    <a:cubicBezTo>
                      <a:pt x="-492" y="75037"/>
                      <a:pt x="4718" y="80321"/>
                      <a:pt x="11213" y="80410"/>
                    </a:cubicBezTo>
                    <a:lnTo>
                      <a:pt x="58927" y="80410"/>
                    </a:lnTo>
                    <a:cubicBezTo>
                      <a:pt x="65478" y="80410"/>
                      <a:pt x="70794" y="75094"/>
                      <a:pt x="70794" y="68542"/>
                    </a:cubicBezTo>
                    <a:close/>
                    <a:moveTo>
                      <a:pt x="70794" y="123085"/>
                    </a:moveTo>
                    <a:cubicBezTo>
                      <a:pt x="70844" y="116663"/>
                      <a:pt x="65674" y="111428"/>
                      <a:pt x="59252" y="111380"/>
                    </a:cubicBezTo>
                    <a:cubicBezTo>
                      <a:pt x="59196" y="111380"/>
                      <a:pt x="59146" y="111380"/>
                      <a:pt x="59090" y="111380"/>
                    </a:cubicBezTo>
                    <a:lnTo>
                      <a:pt x="11213" y="111380"/>
                    </a:lnTo>
                    <a:cubicBezTo>
                      <a:pt x="4702" y="112144"/>
                      <a:pt x="44" y="118045"/>
                      <a:pt x="817" y="124556"/>
                    </a:cubicBezTo>
                    <a:cubicBezTo>
                      <a:pt x="1459" y="130010"/>
                      <a:pt x="5758" y="134310"/>
                      <a:pt x="11213" y="134952"/>
                    </a:cubicBezTo>
                    <a:lnTo>
                      <a:pt x="58927" y="134952"/>
                    </a:lnTo>
                    <a:cubicBezTo>
                      <a:pt x="65478" y="134952"/>
                      <a:pt x="70794" y="129636"/>
                      <a:pt x="70794" y="123085"/>
                    </a:cubicBezTo>
                    <a:close/>
                    <a:moveTo>
                      <a:pt x="70794" y="177627"/>
                    </a:moveTo>
                    <a:cubicBezTo>
                      <a:pt x="70844" y="171205"/>
                      <a:pt x="65674" y="165971"/>
                      <a:pt x="59252" y="165922"/>
                    </a:cubicBezTo>
                    <a:cubicBezTo>
                      <a:pt x="59196" y="165922"/>
                      <a:pt x="59146" y="165922"/>
                      <a:pt x="59090" y="165922"/>
                    </a:cubicBezTo>
                    <a:lnTo>
                      <a:pt x="11213" y="165922"/>
                    </a:lnTo>
                    <a:cubicBezTo>
                      <a:pt x="4726" y="166458"/>
                      <a:pt x="-94" y="172156"/>
                      <a:pt x="442" y="178643"/>
                    </a:cubicBezTo>
                    <a:cubicBezTo>
                      <a:pt x="922" y="184382"/>
                      <a:pt x="5474" y="188934"/>
                      <a:pt x="11213" y="189413"/>
                    </a:cubicBezTo>
                    <a:lnTo>
                      <a:pt x="58927" y="189413"/>
                    </a:lnTo>
                    <a:cubicBezTo>
                      <a:pt x="65438" y="189462"/>
                      <a:pt x="70746" y="184219"/>
                      <a:pt x="70794" y="177708"/>
                    </a:cubicBezTo>
                    <a:cubicBezTo>
                      <a:pt x="70794" y="177684"/>
                      <a:pt x="70794" y="177651"/>
                      <a:pt x="70794" y="177627"/>
                    </a:cubicBezTo>
                    <a:lnTo>
                      <a:pt x="70794" y="177627"/>
                    </a:lnTo>
                    <a:close/>
                    <a:moveTo>
                      <a:pt x="70794" y="232088"/>
                    </a:moveTo>
                    <a:cubicBezTo>
                      <a:pt x="70794" y="225666"/>
                      <a:pt x="65593" y="220464"/>
                      <a:pt x="59171" y="220464"/>
                    </a:cubicBezTo>
                    <a:cubicBezTo>
                      <a:pt x="59146" y="220464"/>
                      <a:pt x="59114" y="220464"/>
                      <a:pt x="59090" y="220464"/>
                    </a:cubicBezTo>
                    <a:lnTo>
                      <a:pt x="11213" y="220464"/>
                    </a:lnTo>
                    <a:cubicBezTo>
                      <a:pt x="4726" y="221001"/>
                      <a:pt x="-94" y="226699"/>
                      <a:pt x="442" y="233185"/>
                    </a:cubicBezTo>
                    <a:cubicBezTo>
                      <a:pt x="922" y="238924"/>
                      <a:pt x="5474" y="243476"/>
                      <a:pt x="11213" y="243955"/>
                    </a:cubicBezTo>
                    <a:lnTo>
                      <a:pt x="58927" y="243955"/>
                    </a:lnTo>
                    <a:cubicBezTo>
                      <a:pt x="65478" y="243955"/>
                      <a:pt x="70794" y="238640"/>
                      <a:pt x="70794" y="232088"/>
                    </a:cubicBezTo>
                    <a:close/>
                    <a:moveTo>
                      <a:pt x="70794" y="286630"/>
                    </a:moveTo>
                    <a:cubicBezTo>
                      <a:pt x="70794" y="280168"/>
                      <a:pt x="65552" y="274925"/>
                      <a:pt x="59090" y="274925"/>
                    </a:cubicBezTo>
                    <a:lnTo>
                      <a:pt x="11213" y="274925"/>
                    </a:lnTo>
                    <a:cubicBezTo>
                      <a:pt x="4702" y="275689"/>
                      <a:pt x="44" y="281590"/>
                      <a:pt x="817" y="288101"/>
                    </a:cubicBezTo>
                    <a:cubicBezTo>
                      <a:pt x="1459" y="293556"/>
                      <a:pt x="5758" y="297855"/>
                      <a:pt x="11213" y="298498"/>
                    </a:cubicBezTo>
                    <a:lnTo>
                      <a:pt x="58927" y="298498"/>
                    </a:lnTo>
                    <a:cubicBezTo>
                      <a:pt x="65478" y="298498"/>
                      <a:pt x="70794" y="293182"/>
                      <a:pt x="70794" y="286630"/>
                    </a:cubicBezTo>
                    <a:close/>
                    <a:moveTo>
                      <a:pt x="70794" y="341172"/>
                    </a:moveTo>
                    <a:cubicBezTo>
                      <a:pt x="70794" y="334710"/>
                      <a:pt x="65552" y="329467"/>
                      <a:pt x="59090" y="329467"/>
                    </a:cubicBezTo>
                    <a:lnTo>
                      <a:pt x="11213" y="329467"/>
                    </a:lnTo>
                    <a:cubicBezTo>
                      <a:pt x="4702" y="330231"/>
                      <a:pt x="44" y="336133"/>
                      <a:pt x="817" y="342644"/>
                    </a:cubicBezTo>
                    <a:cubicBezTo>
                      <a:pt x="1459" y="348098"/>
                      <a:pt x="5758" y="352398"/>
                      <a:pt x="11213" y="353040"/>
                    </a:cubicBezTo>
                    <a:lnTo>
                      <a:pt x="58927" y="353040"/>
                    </a:lnTo>
                    <a:cubicBezTo>
                      <a:pt x="65478" y="353040"/>
                      <a:pt x="70794" y="347724"/>
                      <a:pt x="70794" y="341172"/>
                    </a:cubicBezTo>
                    <a:close/>
                    <a:moveTo>
                      <a:pt x="70794" y="395877"/>
                    </a:moveTo>
                    <a:cubicBezTo>
                      <a:pt x="70794" y="389326"/>
                      <a:pt x="65478" y="384009"/>
                      <a:pt x="58927" y="384009"/>
                    </a:cubicBezTo>
                    <a:lnTo>
                      <a:pt x="11213" y="384009"/>
                    </a:lnTo>
                    <a:cubicBezTo>
                      <a:pt x="4702" y="384774"/>
                      <a:pt x="44" y="390675"/>
                      <a:pt x="817" y="397186"/>
                    </a:cubicBezTo>
                    <a:cubicBezTo>
                      <a:pt x="1459" y="402640"/>
                      <a:pt x="5758" y="406940"/>
                      <a:pt x="11213" y="407582"/>
                    </a:cubicBezTo>
                    <a:lnTo>
                      <a:pt x="58927" y="407582"/>
                    </a:lnTo>
                    <a:cubicBezTo>
                      <a:pt x="65373" y="407631"/>
                      <a:pt x="70664" y="402486"/>
                      <a:pt x="70794" y="396040"/>
                    </a:cubicBezTo>
                    <a:lnTo>
                      <a:pt x="70794" y="396040"/>
                    </a:lnTo>
                    <a:close/>
                    <a:moveTo>
                      <a:pt x="249621" y="13838"/>
                    </a:moveTo>
                    <a:cubicBezTo>
                      <a:pt x="249581" y="7302"/>
                      <a:pt x="244290" y="2011"/>
                      <a:pt x="237754" y="1970"/>
                    </a:cubicBezTo>
                    <a:lnTo>
                      <a:pt x="112575" y="1970"/>
                    </a:lnTo>
                    <a:cubicBezTo>
                      <a:pt x="106040" y="2011"/>
                      <a:pt x="100748" y="7302"/>
                      <a:pt x="100708" y="13838"/>
                    </a:cubicBezTo>
                    <a:lnTo>
                      <a:pt x="100708" y="13838"/>
                    </a:lnTo>
                    <a:cubicBezTo>
                      <a:pt x="100748" y="20284"/>
                      <a:pt x="105967" y="25502"/>
                      <a:pt x="112413" y="25543"/>
                    </a:cubicBezTo>
                    <a:lnTo>
                      <a:pt x="237754" y="25543"/>
                    </a:lnTo>
                    <a:cubicBezTo>
                      <a:pt x="244216" y="25632"/>
                      <a:pt x="249532" y="20462"/>
                      <a:pt x="249621" y="14000"/>
                    </a:cubicBezTo>
                    <a:cubicBezTo>
                      <a:pt x="249621" y="14000"/>
                      <a:pt x="249621" y="14000"/>
                      <a:pt x="249621" y="14000"/>
                    </a:cubicBezTo>
                    <a:lnTo>
                      <a:pt x="249621" y="14000"/>
                    </a:lnTo>
                    <a:close/>
                    <a:moveTo>
                      <a:pt x="249621" y="68380"/>
                    </a:moveTo>
                    <a:cubicBezTo>
                      <a:pt x="249581" y="61934"/>
                      <a:pt x="244362" y="56715"/>
                      <a:pt x="237917" y="56675"/>
                    </a:cubicBezTo>
                    <a:lnTo>
                      <a:pt x="112250" y="56675"/>
                    </a:lnTo>
                    <a:cubicBezTo>
                      <a:pt x="105804" y="56626"/>
                      <a:pt x="100512" y="61771"/>
                      <a:pt x="100382" y="68217"/>
                    </a:cubicBezTo>
                    <a:lnTo>
                      <a:pt x="100382" y="68217"/>
                    </a:lnTo>
                    <a:cubicBezTo>
                      <a:pt x="100423" y="74753"/>
                      <a:pt x="105715" y="80044"/>
                      <a:pt x="112250" y="80085"/>
                    </a:cubicBezTo>
                    <a:lnTo>
                      <a:pt x="237429" y="80085"/>
                    </a:lnTo>
                    <a:cubicBezTo>
                      <a:pt x="243964" y="80044"/>
                      <a:pt x="249248" y="74753"/>
                      <a:pt x="249296" y="68217"/>
                    </a:cubicBezTo>
                    <a:close/>
                    <a:moveTo>
                      <a:pt x="249621" y="122922"/>
                    </a:moveTo>
                    <a:cubicBezTo>
                      <a:pt x="249621" y="116460"/>
                      <a:pt x="244379" y="111217"/>
                      <a:pt x="237917" y="111217"/>
                    </a:cubicBezTo>
                    <a:lnTo>
                      <a:pt x="112250" y="111217"/>
                    </a:lnTo>
                    <a:cubicBezTo>
                      <a:pt x="105788" y="110412"/>
                      <a:pt x="99903" y="114989"/>
                      <a:pt x="99090" y="121451"/>
                    </a:cubicBezTo>
                    <a:cubicBezTo>
                      <a:pt x="99090" y="121483"/>
                      <a:pt x="99082" y="121508"/>
                      <a:pt x="99082" y="121540"/>
                    </a:cubicBezTo>
                    <a:cubicBezTo>
                      <a:pt x="98318" y="128035"/>
                      <a:pt x="102918" y="133944"/>
                      <a:pt x="109405" y="134790"/>
                    </a:cubicBezTo>
                    <a:lnTo>
                      <a:pt x="237429" y="134790"/>
                    </a:lnTo>
                    <a:cubicBezTo>
                      <a:pt x="243964" y="134749"/>
                      <a:pt x="249248" y="129457"/>
                      <a:pt x="249296" y="122922"/>
                    </a:cubicBezTo>
                    <a:close/>
                    <a:moveTo>
                      <a:pt x="249621" y="177464"/>
                    </a:moveTo>
                    <a:cubicBezTo>
                      <a:pt x="249621" y="171002"/>
                      <a:pt x="244379" y="165759"/>
                      <a:pt x="237917" y="165759"/>
                    </a:cubicBezTo>
                    <a:lnTo>
                      <a:pt x="112250" y="165759"/>
                    </a:lnTo>
                    <a:cubicBezTo>
                      <a:pt x="105698" y="165483"/>
                      <a:pt x="100171" y="170563"/>
                      <a:pt x="99887" y="177115"/>
                    </a:cubicBezTo>
                    <a:cubicBezTo>
                      <a:pt x="99643" y="182951"/>
                      <a:pt x="103675" y="188096"/>
                      <a:pt x="109405" y="189251"/>
                    </a:cubicBezTo>
                    <a:cubicBezTo>
                      <a:pt x="110348" y="189421"/>
                      <a:pt x="111307" y="189421"/>
                      <a:pt x="112250" y="189251"/>
                    </a:cubicBezTo>
                    <a:lnTo>
                      <a:pt x="237429" y="189251"/>
                    </a:lnTo>
                    <a:cubicBezTo>
                      <a:pt x="243940" y="189299"/>
                      <a:pt x="249248" y="184056"/>
                      <a:pt x="249296" y="177546"/>
                    </a:cubicBezTo>
                    <a:cubicBezTo>
                      <a:pt x="249296" y="177521"/>
                      <a:pt x="249296" y="177489"/>
                      <a:pt x="249296" y="177464"/>
                    </a:cubicBezTo>
                    <a:lnTo>
                      <a:pt x="249296" y="177464"/>
                    </a:lnTo>
                    <a:close/>
                    <a:moveTo>
                      <a:pt x="249621" y="231925"/>
                    </a:moveTo>
                    <a:cubicBezTo>
                      <a:pt x="249573" y="225496"/>
                      <a:pt x="244346" y="220302"/>
                      <a:pt x="237917" y="220302"/>
                    </a:cubicBezTo>
                    <a:lnTo>
                      <a:pt x="112250" y="220302"/>
                    </a:lnTo>
                    <a:cubicBezTo>
                      <a:pt x="105829" y="219009"/>
                      <a:pt x="99570" y="223171"/>
                      <a:pt x="98277" y="229592"/>
                    </a:cubicBezTo>
                    <a:cubicBezTo>
                      <a:pt x="96985" y="236022"/>
                      <a:pt x="101146" y="242281"/>
                      <a:pt x="107568" y="243573"/>
                    </a:cubicBezTo>
                    <a:cubicBezTo>
                      <a:pt x="108177" y="243695"/>
                      <a:pt x="108787" y="243768"/>
                      <a:pt x="109405" y="243793"/>
                    </a:cubicBezTo>
                    <a:cubicBezTo>
                      <a:pt x="110348" y="243964"/>
                      <a:pt x="111307" y="243964"/>
                      <a:pt x="112250" y="243793"/>
                    </a:cubicBezTo>
                    <a:lnTo>
                      <a:pt x="237429" y="243793"/>
                    </a:lnTo>
                    <a:cubicBezTo>
                      <a:pt x="243980" y="243793"/>
                      <a:pt x="249296" y="238477"/>
                      <a:pt x="249296" y="231925"/>
                    </a:cubicBezTo>
                    <a:close/>
                    <a:moveTo>
                      <a:pt x="399674" y="286467"/>
                    </a:moveTo>
                    <a:cubicBezTo>
                      <a:pt x="399633" y="280021"/>
                      <a:pt x="394415" y="274803"/>
                      <a:pt x="387969" y="274763"/>
                    </a:cubicBezTo>
                    <a:lnTo>
                      <a:pt x="262140" y="274763"/>
                    </a:lnTo>
                    <a:cubicBezTo>
                      <a:pt x="255628" y="275527"/>
                      <a:pt x="250971" y="281428"/>
                      <a:pt x="251743" y="287939"/>
                    </a:cubicBezTo>
                    <a:cubicBezTo>
                      <a:pt x="252385" y="293393"/>
                      <a:pt x="256685" y="297693"/>
                      <a:pt x="262140" y="298335"/>
                    </a:cubicBezTo>
                    <a:lnTo>
                      <a:pt x="387481" y="298335"/>
                    </a:lnTo>
                    <a:cubicBezTo>
                      <a:pt x="394033" y="298335"/>
                      <a:pt x="399349" y="293019"/>
                      <a:pt x="399349" y="286467"/>
                    </a:cubicBezTo>
                    <a:close/>
                    <a:moveTo>
                      <a:pt x="399674" y="341010"/>
                    </a:moveTo>
                    <a:cubicBezTo>
                      <a:pt x="399633" y="334564"/>
                      <a:pt x="394415" y="329345"/>
                      <a:pt x="387969" y="329305"/>
                    </a:cubicBezTo>
                    <a:lnTo>
                      <a:pt x="262140" y="329305"/>
                    </a:lnTo>
                    <a:cubicBezTo>
                      <a:pt x="255628" y="330069"/>
                      <a:pt x="250971" y="335970"/>
                      <a:pt x="251743" y="342481"/>
                    </a:cubicBezTo>
                    <a:cubicBezTo>
                      <a:pt x="252385" y="347935"/>
                      <a:pt x="256685" y="352235"/>
                      <a:pt x="262140" y="352877"/>
                    </a:cubicBezTo>
                    <a:lnTo>
                      <a:pt x="387481" y="352877"/>
                    </a:lnTo>
                    <a:cubicBezTo>
                      <a:pt x="394033" y="352877"/>
                      <a:pt x="399349" y="347561"/>
                      <a:pt x="399349" y="341010"/>
                    </a:cubicBezTo>
                    <a:close/>
                    <a:moveTo>
                      <a:pt x="399674" y="395714"/>
                    </a:moveTo>
                    <a:cubicBezTo>
                      <a:pt x="399674" y="389163"/>
                      <a:pt x="394358" y="383847"/>
                      <a:pt x="387806" y="383847"/>
                    </a:cubicBezTo>
                    <a:lnTo>
                      <a:pt x="262140" y="383847"/>
                    </a:lnTo>
                    <a:cubicBezTo>
                      <a:pt x="255628" y="384611"/>
                      <a:pt x="250971" y="390512"/>
                      <a:pt x="251743" y="397023"/>
                    </a:cubicBezTo>
                    <a:cubicBezTo>
                      <a:pt x="252385" y="402477"/>
                      <a:pt x="256685" y="406778"/>
                      <a:pt x="262140" y="407419"/>
                    </a:cubicBezTo>
                    <a:lnTo>
                      <a:pt x="387481" y="407419"/>
                    </a:lnTo>
                    <a:cubicBezTo>
                      <a:pt x="393927" y="407468"/>
                      <a:pt x="399219" y="402323"/>
                      <a:pt x="399349" y="395877"/>
                    </a:cubicBezTo>
                    <a:lnTo>
                      <a:pt x="399349" y="395877"/>
                    </a:lnTo>
                    <a:close/>
                    <a:moveTo>
                      <a:pt x="304814" y="13675"/>
                    </a:moveTo>
                    <a:cubicBezTo>
                      <a:pt x="304814" y="6091"/>
                      <a:pt x="298661" y="-62"/>
                      <a:pt x="291077" y="-62"/>
                    </a:cubicBezTo>
                    <a:cubicBezTo>
                      <a:pt x="283493" y="-62"/>
                      <a:pt x="277340" y="6091"/>
                      <a:pt x="277340" y="13675"/>
                    </a:cubicBezTo>
                    <a:cubicBezTo>
                      <a:pt x="277340" y="21259"/>
                      <a:pt x="283493" y="27412"/>
                      <a:pt x="291077" y="27412"/>
                    </a:cubicBezTo>
                    <a:cubicBezTo>
                      <a:pt x="298661" y="27412"/>
                      <a:pt x="304814" y="21259"/>
                      <a:pt x="304814" y="13675"/>
                    </a:cubicBezTo>
                    <a:close/>
                    <a:moveTo>
                      <a:pt x="345457" y="13675"/>
                    </a:moveTo>
                    <a:cubicBezTo>
                      <a:pt x="345546" y="6091"/>
                      <a:pt x="339466" y="-135"/>
                      <a:pt x="331882" y="-225"/>
                    </a:cubicBezTo>
                    <a:cubicBezTo>
                      <a:pt x="324298" y="-314"/>
                      <a:pt x="318072" y="5766"/>
                      <a:pt x="317982" y="13350"/>
                    </a:cubicBezTo>
                    <a:cubicBezTo>
                      <a:pt x="317893" y="20934"/>
                      <a:pt x="323973" y="27160"/>
                      <a:pt x="331557" y="27250"/>
                    </a:cubicBezTo>
                    <a:lnTo>
                      <a:pt x="331557" y="27250"/>
                    </a:lnTo>
                    <a:cubicBezTo>
                      <a:pt x="339051" y="27250"/>
                      <a:pt x="345131" y="21169"/>
                      <a:pt x="345131" y="13675"/>
                    </a:cubicBezTo>
                    <a:close/>
                    <a:moveTo>
                      <a:pt x="386099" y="13675"/>
                    </a:moveTo>
                    <a:cubicBezTo>
                      <a:pt x="386189" y="6091"/>
                      <a:pt x="380109" y="-135"/>
                      <a:pt x="372525" y="-225"/>
                    </a:cubicBezTo>
                    <a:cubicBezTo>
                      <a:pt x="364941" y="-314"/>
                      <a:pt x="358714" y="5766"/>
                      <a:pt x="358625" y="13350"/>
                    </a:cubicBezTo>
                    <a:cubicBezTo>
                      <a:pt x="358536" y="20934"/>
                      <a:pt x="364616" y="27160"/>
                      <a:pt x="372199" y="27250"/>
                    </a:cubicBezTo>
                    <a:lnTo>
                      <a:pt x="372199" y="27250"/>
                    </a:lnTo>
                    <a:cubicBezTo>
                      <a:pt x="379727" y="27250"/>
                      <a:pt x="385847" y="21202"/>
                      <a:pt x="385937" y="13675"/>
                    </a:cubicBezTo>
                    <a:close/>
                    <a:moveTo>
                      <a:pt x="426742" y="13675"/>
                    </a:moveTo>
                    <a:cubicBezTo>
                      <a:pt x="426831" y="6091"/>
                      <a:pt x="420751" y="-135"/>
                      <a:pt x="413167" y="-225"/>
                    </a:cubicBezTo>
                    <a:cubicBezTo>
                      <a:pt x="405583" y="-314"/>
                      <a:pt x="399357" y="5766"/>
                      <a:pt x="399267" y="13350"/>
                    </a:cubicBezTo>
                    <a:cubicBezTo>
                      <a:pt x="399178" y="20934"/>
                      <a:pt x="405258" y="27160"/>
                      <a:pt x="412842" y="27250"/>
                    </a:cubicBezTo>
                    <a:lnTo>
                      <a:pt x="412842" y="27250"/>
                    </a:lnTo>
                    <a:cubicBezTo>
                      <a:pt x="420296" y="27250"/>
                      <a:pt x="426335" y="21210"/>
                      <a:pt x="426335" y="13756"/>
                    </a:cubicBezTo>
                    <a:cubicBezTo>
                      <a:pt x="426335" y="13732"/>
                      <a:pt x="426335" y="13700"/>
                      <a:pt x="426335" y="13675"/>
                    </a:cubicBezTo>
                    <a:close/>
                    <a:moveTo>
                      <a:pt x="467384" y="13675"/>
                    </a:moveTo>
                    <a:cubicBezTo>
                      <a:pt x="467474" y="6091"/>
                      <a:pt x="461394" y="-135"/>
                      <a:pt x="453810" y="-225"/>
                    </a:cubicBezTo>
                    <a:cubicBezTo>
                      <a:pt x="446226" y="-314"/>
                      <a:pt x="439999" y="5766"/>
                      <a:pt x="439910" y="13350"/>
                    </a:cubicBezTo>
                    <a:cubicBezTo>
                      <a:pt x="439821" y="20934"/>
                      <a:pt x="445901" y="27160"/>
                      <a:pt x="453484" y="27250"/>
                    </a:cubicBezTo>
                    <a:cubicBezTo>
                      <a:pt x="453509" y="27250"/>
                      <a:pt x="453541" y="27250"/>
                      <a:pt x="453566" y="27250"/>
                    </a:cubicBezTo>
                    <a:lnTo>
                      <a:pt x="453566" y="27250"/>
                    </a:lnTo>
                    <a:cubicBezTo>
                      <a:pt x="461060" y="27209"/>
                      <a:pt x="467132" y="21169"/>
                      <a:pt x="467222" y="13675"/>
                    </a:cubicBezTo>
                    <a:close/>
                    <a:moveTo>
                      <a:pt x="508027" y="13675"/>
                    </a:moveTo>
                    <a:cubicBezTo>
                      <a:pt x="508116" y="6091"/>
                      <a:pt x="502036" y="-135"/>
                      <a:pt x="494452" y="-225"/>
                    </a:cubicBezTo>
                    <a:cubicBezTo>
                      <a:pt x="486868" y="-314"/>
                      <a:pt x="480642" y="5766"/>
                      <a:pt x="480552" y="13350"/>
                    </a:cubicBezTo>
                    <a:cubicBezTo>
                      <a:pt x="480463" y="20934"/>
                      <a:pt x="486543" y="27160"/>
                      <a:pt x="494127" y="27250"/>
                    </a:cubicBezTo>
                    <a:cubicBezTo>
                      <a:pt x="494151" y="27250"/>
                      <a:pt x="494184" y="27250"/>
                      <a:pt x="494208" y="27250"/>
                    </a:cubicBezTo>
                    <a:lnTo>
                      <a:pt x="494208" y="27250"/>
                    </a:lnTo>
                    <a:cubicBezTo>
                      <a:pt x="501662" y="27250"/>
                      <a:pt x="507701" y="21210"/>
                      <a:pt x="507701" y="13756"/>
                    </a:cubicBezTo>
                    <a:cubicBezTo>
                      <a:pt x="507701" y="13732"/>
                      <a:pt x="507701" y="13700"/>
                      <a:pt x="507701" y="13675"/>
                    </a:cubicBezTo>
                    <a:close/>
                    <a:moveTo>
                      <a:pt x="304733" y="123085"/>
                    </a:moveTo>
                    <a:cubicBezTo>
                      <a:pt x="304310" y="115956"/>
                      <a:pt x="298197" y="110526"/>
                      <a:pt x="291069" y="110941"/>
                    </a:cubicBezTo>
                    <a:cubicBezTo>
                      <a:pt x="283948" y="111363"/>
                      <a:pt x="278510" y="117476"/>
                      <a:pt x="278925" y="124605"/>
                    </a:cubicBezTo>
                    <a:cubicBezTo>
                      <a:pt x="279315" y="131115"/>
                      <a:pt x="284485" y="136318"/>
                      <a:pt x="290996" y="136741"/>
                    </a:cubicBezTo>
                    <a:cubicBezTo>
                      <a:pt x="298539" y="136789"/>
                      <a:pt x="304684" y="130709"/>
                      <a:pt x="304733" y="123166"/>
                    </a:cubicBezTo>
                    <a:cubicBezTo>
                      <a:pt x="304733" y="123142"/>
                      <a:pt x="304733" y="123109"/>
                      <a:pt x="304733" y="123085"/>
                    </a:cubicBezTo>
                    <a:close/>
                    <a:moveTo>
                      <a:pt x="345375" y="123085"/>
                    </a:moveTo>
                    <a:cubicBezTo>
                      <a:pt x="345416" y="115501"/>
                      <a:pt x="339303" y="109315"/>
                      <a:pt x="331720" y="109266"/>
                    </a:cubicBezTo>
                    <a:cubicBezTo>
                      <a:pt x="324136" y="109225"/>
                      <a:pt x="317950" y="115338"/>
                      <a:pt x="317901" y="122922"/>
                    </a:cubicBezTo>
                    <a:cubicBezTo>
                      <a:pt x="317860" y="130506"/>
                      <a:pt x="323973" y="136692"/>
                      <a:pt x="331557" y="136741"/>
                    </a:cubicBezTo>
                    <a:cubicBezTo>
                      <a:pt x="331581" y="136741"/>
                      <a:pt x="331614" y="136741"/>
                      <a:pt x="331638" y="136741"/>
                    </a:cubicBezTo>
                    <a:lnTo>
                      <a:pt x="331638" y="136741"/>
                    </a:lnTo>
                    <a:cubicBezTo>
                      <a:pt x="339092" y="136789"/>
                      <a:pt x="345164" y="130782"/>
                      <a:pt x="345213" y="123329"/>
                    </a:cubicBezTo>
                    <a:cubicBezTo>
                      <a:pt x="345213" y="123304"/>
                      <a:pt x="345213" y="123272"/>
                      <a:pt x="345213" y="123247"/>
                    </a:cubicBezTo>
                    <a:lnTo>
                      <a:pt x="345213" y="123247"/>
                    </a:lnTo>
                    <a:close/>
                    <a:moveTo>
                      <a:pt x="386018" y="123085"/>
                    </a:moveTo>
                    <a:cubicBezTo>
                      <a:pt x="386059" y="115501"/>
                      <a:pt x="379946" y="109315"/>
                      <a:pt x="372362" y="109266"/>
                    </a:cubicBezTo>
                    <a:cubicBezTo>
                      <a:pt x="364778" y="109225"/>
                      <a:pt x="358592" y="115338"/>
                      <a:pt x="358544" y="122922"/>
                    </a:cubicBezTo>
                    <a:cubicBezTo>
                      <a:pt x="358503" y="130506"/>
                      <a:pt x="364616" y="136692"/>
                      <a:pt x="372199" y="136741"/>
                    </a:cubicBezTo>
                    <a:cubicBezTo>
                      <a:pt x="372224" y="136741"/>
                      <a:pt x="372256" y="136741"/>
                      <a:pt x="372281" y="136741"/>
                    </a:cubicBezTo>
                    <a:lnTo>
                      <a:pt x="372281" y="136741"/>
                    </a:lnTo>
                    <a:cubicBezTo>
                      <a:pt x="379734" y="136879"/>
                      <a:pt x="385879" y="130945"/>
                      <a:pt x="386018" y="123491"/>
                    </a:cubicBezTo>
                    <a:cubicBezTo>
                      <a:pt x="386018" y="123467"/>
                      <a:pt x="386018" y="123434"/>
                      <a:pt x="386018" y="123410"/>
                    </a:cubicBezTo>
                    <a:lnTo>
                      <a:pt x="386018" y="123410"/>
                    </a:lnTo>
                    <a:close/>
                    <a:moveTo>
                      <a:pt x="426660" y="123085"/>
                    </a:moveTo>
                    <a:cubicBezTo>
                      <a:pt x="426701" y="115501"/>
                      <a:pt x="420588" y="109315"/>
                      <a:pt x="413005" y="109266"/>
                    </a:cubicBezTo>
                    <a:cubicBezTo>
                      <a:pt x="405421" y="109225"/>
                      <a:pt x="399235" y="115338"/>
                      <a:pt x="399186" y="122922"/>
                    </a:cubicBezTo>
                    <a:cubicBezTo>
                      <a:pt x="399145" y="130506"/>
                      <a:pt x="405258" y="136692"/>
                      <a:pt x="412842" y="136741"/>
                    </a:cubicBezTo>
                    <a:cubicBezTo>
                      <a:pt x="412866" y="136741"/>
                      <a:pt x="412899" y="136741"/>
                      <a:pt x="412923" y="136741"/>
                    </a:cubicBezTo>
                    <a:lnTo>
                      <a:pt x="412923" y="136741"/>
                    </a:lnTo>
                    <a:cubicBezTo>
                      <a:pt x="420377" y="136741"/>
                      <a:pt x="426416" y="130701"/>
                      <a:pt x="426416" y="123247"/>
                    </a:cubicBezTo>
                    <a:lnTo>
                      <a:pt x="426416" y="123247"/>
                    </a:lnTo>
                    <a:close/>
                    <a:moveTo>
                      <a:pt x="467303" y="123085"/>
                    </a:moveTo>
                    <a:cubicBezTo>
                      <a:pt x="467344" y="115501"/>
                      <a:pt x="461231" y="109315"/>
                      <a:pt x="453647" y="109266"/>
                    </a:cubicBezTo>
                    <a:cubicBezTo>
                      <a:pt x="446063" y="109225"/>
                      <a:pt x="439877" y="115338"/>
                      <a:pt x="439829" y="122922"/>
                    </a:cubicBezTo>
                    <a:cubicBezTo>
                      <a:pt x="439788" y="130506"/>
                      <a:pt x="445901" y="136692"/>
                      <a:pt x="453484" y="136741"/>
                    </a:cubicBezTo>
                    <a:cubicBezTo>
                      <a:pt x="453541" y="136741"/>
                      <a:pt x="453590" y="136741"/>
                      <a:pt x="453647" y="136741"/>
                    </a:cubicBezTo>
                    <a:lnTo>
                      <a:pt x="453647" y="136741"/>
                    </a:lnTo>
                    <a:cubicBezTo>
                      <a:pt x="461052" y="136879"/>
                      <a:pt x="467164" y="130977"/>
                      <a:pt x="467303" y="123572"/>
                    </a:cubicBezTo>
                    <a:cubicBezTo>
                      <a:pt x="467303" y="123524"/>
                      <a:pt x="467303" y="123467"/>
                      <a:pt x="467303" y="123410"/>
                    </a:cubicBezTo>
                    <a:lnTo>
                      <a:pt x="467303" y="123410"/>
                    </a:lnTo>
                    <a:close/>
                    <a:moveTo>
                      <a:pt x="507945" y="123085"/>
                    </a:moveTo>
                    <a:cubicBezTo>
                      <a:pt x="507986" y="115501"/>
                      <a:pt x="501873" y="109315"/>
                      <a:pt x="494290" y="109266"/>
                    </a:cubicBezTo>
                    <a:cubicBezTo>
                      <a:pt x="486706" y="109225"/>
                      <a:pt x="480520" y="115338"/>
                      <a:pt x="480471" y="122922"/>
                    </a:cubicBezTo>
                    <a:cubicBezTo>
                      <a:pt x="480430" y="130506"/>
                      <a:pt x="486543" y="136692"/>
                      <a:pt x="494127" y="136741"/>
                    </a:cubicBezTo>
                    <a:cubicBezTo>
                      <a:pt x="494184" y="136741"/>
                      <a:pt x="494232" y="136741"/>
                      <a:pt x="494290" y="136741"/>
                    </a:cubicBezTo>
                    <a:lnTo>
                      <a:pt x="494290" y="136741"/>
                    </a:lnTo>
                    <a:cubicBezTo>
                      <a:pt x="501743" y="136741"/>
                      <a:pt x="507783" y="130701"/>
                      <a:pt x="507783" y="123247"/>
                    </a:cubicBezTo>
                    <a:lnTo>
                      <a:pt x="507783" y="123247"/>
                    </a:lnTo>
                    <a:close/>
                    <a:moveTo>
                      <a:pt x="442917" y="279883"/>
                    </a:moveTo>
                    <a:cubicBezTo>
                      <a:pt x="442917" y="272300"/>
                      <a:pt x="436764" y="266146"/>
                      <a:pt x="429180" y="266146"/>
                    </a:cubicBezTo>
                    <a:cubicBezTo>
                      <a:pt x="421596" y="266146"/>
                      <a:pt x="415443" y="272300"/>
                      <a:pt x="415443" y="279883"/>
                    </a:cubicBezTo>
                    <a:cubicBezTo>
                      <a:pt x="415443" y="287467"/>
                      <a:pt x="421596" y="293620"/>
                      <a:pt x="429180" y="293620"/>
                    </a:cubicBezTo>
                    <a:lnTo>
                      <a:pt x="429180" y="293620"/>
                    </a:lnTo>
                    <a:cubicBezTo>
                      <a:pt x="436658" y="293669"/>
                      <a:pt x="442787" y="287687"/>
                      <a:pt x="442917" y="280209"/>
                    </a:cubicBezTo>
                    <a:lnTo>
                      <a:pt x="442917" y="280209"/>
                    </a:lnTo>
                    <a:close/>
                    <a:moveTo>
                      <a:pt x="483560" y="279883"/>
                    </a:moveTo>
                    <a:cubicBezTo>
                      <a:pt x="483560" y="272300"/>
                      <a:pt x="477406" y="266146"/>
                      <a:pt x="469823" y="266146"/>
                    </a:cubicBezTo>
                    <a:cubicBezTo>
                      <a:pt x="462239" y="266146"/>
                      <a:pt x="456086" y="272300"/>
                      <a:pt x="456086" y="279883"/>
                    </a:cubicBezTo>
                    <a:cubicBezTo>
                      <a:pt x="456086" y="287467"/>
                      <a:pt x="462239" y="293620"/>
                      <a:pt x="469823" y="293620"/>
                    </a:cubicBezTo>
                    <a:lnTo>
                      <a:pt x="469823" y="293620"/>
                    </a:lnTo>
                    <a:cubicBezTo>
                      <a:pt x="477317" y="293620"/>
                      <a:pt x="483397" y="287540"/>
                      <a:pt x="483397" y="280046"/>
                    </a:cubicBezTo>
                    <a:lnTo>
                      <a:pt x="483397" y="280046"/>
                    </a:lnTo>
                    <a:close/>
                    <a:moveTo>
                      <a:pt x="524202" y="279883"/>
                    </a:moveTo>
                    <a:cubicBezTo>
                      <a:pt x="524202" y="272300"/>
                      <a:pt x="518049" y="266146"/>
                      <a:pt x="510465" y="266146"/>
                    </a:cubicBezTo>
                    <a:cubicBezTo>
                      <a:pt x="502881" y="266146"/>
                      <a:pt x="496728" y="272300"/>
                      <a:pt x="496728" y="279883"/>
                    </a:cubicBezTo>
                    <a:cubicBezTo>
                      <a:pt x="496728" y="287467"/>
                      <a:pt x="502881" y="293620"/>
                      <a:pt x="510465" y="293620"/>
                    </a:cubicBezTo>
                    <a:lnTo>
                      <a:pt x="510465" y="293620"/>
                    </a:lnTo>
                    <a:cubicBezTo>
                      <a:pt x="517960" y="293620"/>
                      <a:pt x="524040" y="287540"/>
                      <a:pt x="524040" y="280046"/>
                    </a:cubicBezTo>
                    <a:lnTo>
                      <a:pt x="524040" y="280046"/>
                    </a:lnTo>
                    <a:close/>
                    <a:moveTo>
                      <a:pt x="564845" y="279883"/>
                    </a:moveTo>
                    <a:cubicBezTo>
                      <a:pt x="564845" y="272300"/>
                      <a:pt x="558691" y="266146"/>
                      <a:pt x="551108" y="266146"/>
                    </a:cubicBezTo>
                    <a:cubicBezTo>
                      <a:pt x="543524" y="266146"/>
                      <a:pt x="537371" y="272300"/>
                      <a:pt x="537371" y="279883"/>
                    </a:cubicBezTo>
                    <a:cubicBezTo>
                      <a:pt x="537371" y="287467"/>
                      <a:pt x="543524" y="293620"/>
                      <a:pt x="551108" y="293620"/>
                    </a:cubicBezTo>
                    <a:lnTo>
                      <a:pt x="551108" y="293620"/>
                    </a:lnTo>
                    <a:cubicBezTo>
                      <a:pt x="558602" y="293710"/>
                      <a:pt x="564756" y="287703"/>
                      <a:pt x="564845" y="280209"/>
                    </a:cubicBezTo>
                    <a:cubicBezTo>
                      <a:pt x="564845" y="280209"/>
                      <a:pt x="564845" y="280209"/>
                      <a:pt x="564845" y="280209"/>
                    </a:cubicBezTo>
                    <a:lnTo>
                      <a:pt x="564845" y="280209"/>
                    </a:lnTo>
                    <a:close/>
                    <a:moveTo>
                      <a:pt x="605487" y="279883"/>
                    </a:moveTo>
                    <a:cubicBezTo>
                      <a:pt x="605487" y="272300"/>
                      <a:pt x="599334" y="266146"/>
                      <a:pt x="591750" y="266146"/>
                    </a:cubicBezTo>
                    <a:cubicBezTo>
                      <a:pt x="584166" y="266146"/>
                      <a:pt x="578013" y="272300"/>
                      <a:pt x="578013" y="279883"/>
                    </a:cubicBezTo>
                    <a:cubicBezTo>
                      <a:pt x="578013" y="287467"/>
                      <a:pt x="584166" y="293620"/>
                      <a:pt x="591750" y="293620"/>
                    </a:cubicBezTo>
                    <a:lnTo>
                      <a:pt x="591750" y="293620"/>
                    </a:lnTo>
                    <a:cubicBezTo>
                      <a:pt x="599245" y="293620"/>
                      <a:pt x="605325" y="287540"/>
                      <a:pt x="605325" y="280046"/>
                    </a:cubicBezTo>
                    <a:lnTo>
                      <a:pt x="605325" y="280046"/>
                    </a:lnTo>
                    <a:close/>
                    <a:moveTo>
                      <a:pt x="646130" y="279883"/>
                    </a:moveTo>
                    <a:cubicBezTo>
                      <a:pt x="646130" y="272300"/>
                      <a:pt x="639976" y="266146"/>
                      <a:pt x="632393" y="266146"/>
                    </a:cubicBezTo>
                    <a:cubicBezTo>
                      <a:pt x="624809" y="266146"/>
                      <a:pt x="618656" y="272300"/>
                      <a:pt x="618656" y="279883"/>
                    </a:cubicBezTo>
                    <a:cubicBezTo>
                      <a:pt x="618656" y="287467"/>
                      <a:pt x="624809" y="293620"/>
                      <a:pt x="632393" y="293620"/>
                    </a:cubicBezTo>
                    <a:cubicBezTo>
                      <a:pt x="632417" y="293620"/>
                      <a:pt x="632450" y="293620"/>
                      <a:pt x="632474" y="293620"/>
                    </a:cubicBezTo>
                    <a:lnTo>
                      <a:pt x="632474" y="293620"/>
                    </a:lnTo>
                    <a:cubicBezTo>
                      <a:pt x="639928" y="293710"/>
                      <a:pt x="646041" y="287744"/>
                      <a:pt x="646130" y="280290"/>
                    </a:cubicBezTo>
                    <a:cubicBezTo>
                      <a:pt x="646130" y="280265"/>
                      <a:pt x="646130" y="280233"/>
                      <a:pt x="646130" y="280209"/>
                    </a:cubicBezTo>
                    <a:lnTo>
                      <a:pt x="646130" y="280209"/>
                    </a:lnTo>
                    <a:close/>
                    <a:moveTo>
                      <a:pt x="441617" y="392301"/>
                    </a:moveTo>
                    <a:cubicBezTo>
                      <a:pt x="441617" y="384717"/>
                      <a:pt x="435464" y="378563"/>
                      <a:pt x="427880" y="378563"/>
                    </a:cubicBezTo>
                    <a:cubicBezTo>
                      <a:pt x="420296" y="378563"/>
                      <a:pt x="414143" y="384717"/>
                      <a:pt x="414143" y="392301"/>
                    </a:cubicBezTo>
                    <a:cubicBezTo>
                      <a:pt x="414143" y="399884"/>
                      <a:pt x="420296" y="406038"/>
                      <a:pt x="427880" y="406038"/>
                    </a:cubicBezTo>
                    <a:lnTo>
                      <a:pt x="427880" y="406038"/>
                    </a:lnTo>
                    <a:cubicBezTo>
                      <a:pt x="435358" y="406086"/>
                      <a:pt x="441487" y="400104"/>
                      <a:pt x="441617" y="392626"/>
                    </a:cubicBezTo>
                    <a:lnTo>
                      <a:pt x="441617" y="392626"/>
                    </a:lnTo>
                    <a:close/>
                    <a:moveTo>
                      <a:pt x="482260" y="392301"/>
                    </a:moveTo>
                    <a:cubicBezTo>
                      <a:pt x="482260" y="384717"/>
                      <a:pt x="476106" y="378563"/>
                      <a:pt x="468522" y="378563"/>
                    </a:cubicBezTo>
                    <a:cubicBezTo>
                      <a:pt x="460938" y="378563"/>
                      <a:pt x="454785" y="384717"/>
                      <a:pt x="454785" y="392301"/>
                    </a:cubicBezTo>
                    <a:cubicBezTo>
                      <a:pt x="454785" y="399884"/>
                      <a:pt x="460938" y="406038"/>
                      <a:pt x="468522" y="406038"/>
                    </a:cubicBezTo>
                    <a:lnTo>
                      <a:pt x="468522" y="406038"/>
                    </a:lnTo>
                    <a:cubicBezTo>
                      <a:pt x="476017" y="406038"/>
                      <a:pt x="482097" y="399958"/>
                      <a:pt x="482097" y="392463"/>
                    </a:cubicBezTo>
                    <a:lnTo>
                      <a:pt x="482097" y="392463"/>
                    </a:lnTo>
                    <a:close/>
                    <a:moveTo>
                      <a:pt x="522902" y="392301"/>
                    </a:moveTo>
                    <a:cubicBezTo>
                      <a:pt x="522902" y="384717"/>
                      <a:pt x="516749" y="378563"/>
                      <a:pt x="509165" y="378563"/>
                    </a:cubicBezTo>
                    <a:cubicBezTo>
                      <a:pt x="501581" y="378563"/>
                      <a:pt x="495428" y="384717"/>
                      <a:pt x="495428" y="392301"/>
                    </a:cubicBezTo>
                    <a:cubicBezTo>
                      <a:pt x="495428" y="399884"/>
                      <a:pt x="501581" y="406038"/>
                      <a:pt x="509165" y="406038"/>
                    </a:cubicBezTo>
                    <a:lnTo>
                      <a:pt x="509165" y="406038"/>
                    </a:lnTo>
                    <a:cubicBezTo>
                      <a:pt x="516659" y="406038"/>
                      <a:pt x="522739" y="399958"/>
                      <a:pt x="522739" y="392463"/>
                    </a:cubicBezTo>
                    <a:lnTo>
                      <a:pt x="522739" y="392463"/>
                    </a:lnTo>
                    <a:close/>
                    <a:moveTo>
                      <a:pt x="563545" y="392301"/>
                    </a:moveTo>
                    <a:cubicBezTo>
                      <a:pt x="563545" y="384717"/>
                      <a:pt x="557391" y="378563"/>
                      <a:pt x="549807" y="378563"/>
                    </a:cubicBezTo>
                    <a:cubicBezTo>
                      <a:pt x="542223" y="378563"/>
                      <a:pt x="536070" y="384717"/>
                      <a:pt x="536070" y="392301"/>
                    </a:cubicBezTo>
                    <a:cubicBezTo>
                      <a:pt x="536070" y="399884"/>
                      <a:pt x="542223" y="406038"/>
                      <a:pt x="549807" y="406038"/>
                    </a:cubicBezTo>
                    <a:lnTo>
                      <a:pt x="549807" y="406038"/>
                    </a:lnTo>
                    <a:cubicBezTo>
                      <a:pt x="557302" y="406127"/>
                      <a:pt x="563455" y="400120"/>
                      <a:pt x="563545" y="392626"/>
                    </a:cubicBezTo>
                    <a:cubicBezTo>
                      <a:pt x="563545" y="392626"/>
                      <a:pt x="563545" y="392626"/>
                      <a:pt x="563545" y="392626"/>
                    </a:cubicBezTo>
                    <a:lnTo>
                      <a:pt x="563545" y="392626"/>
                    </a:lnTo>
                    <a:close/>
                    <a:moveTo>
                      <a:pt x="604187" y="392301"/>
                    </a:moveTo>
                    <a:cubicBezTo>
                      <a:pt x="604187" y="384717"/>
                      <a:pt x="598034" y="378563"/>
                      <a:pt x="590450" y="378563"/>
                    </a:cubicBezTo>
                    <a:cubicBezTo>
                      <a:pt x="582866" y="378563"/>
                      <a:pt x="576713" y="384717"/>
                      <a:pt x="576713" y="392301"/>
                    </a:cubicBezTo>
                    <a:cubicBezTo>
                      <a:pt x="576713" y="399884"/>
                      <a:pt x="582866" y="406038"/>
                      <a:pt x="590450" y="406038"/>
                    </a:cubicBezTo>
                    <a:lnTo>
                      <a:pt x="590450" y="406038"/>
                    </a:lnTo>
                    <a:cubicBezTo>
                      <a:pt x="597904" y="406038"/>
                      <a:pt x="603943" y="399998"/>
                      <a:pt x="603943" y="392544"/>
                    </a:cubicBezTo>
                    <a:cubicBezTo>
                      <a:pt x="603943" y="392520"/>
                      <a:pt x="603943" y="392488"/>
                      <a:pt x="603943" y="392463"/>
                    </a:cubicBezTo>
                    <a:lnTo>
                      <a:pt x="603943" y="392463"/>
                    </a:lnTo>
                    <a:close/>
                    <a:moveTo>
                      <a:pt x="644830" y="392301"/>
                    </a:moveTo>
                    <a:cubicBezTo>
                      <a:pt x="644830" y="384717"/>
                      <a:pt x="638676" y="378563"/>
                      <a:pt x="631092" y="378563"/>
                    </a:cubicBezTo>
                    <a:cubicBezTo>
                      <a:pt x="623508" y="378563"/>
                      <a:pt x="617355" y="384717"/>
                      <a:pt x="617355" y="392301"/>
                    </a:cubicBezTo>
                    <a:cubicBezTo>
                      <a:pt x="617355" y="399884"/>
                      <a:pt x="623508" y="406038"/>
                      <a:pt x="631092" y="406038"/>
                    </a:cubicBezTo>
                    <a:cubicBezTo>
                      <a:pt x="631117" y="406038"/>
                      <a:pt x="631149" y="406038"/>
                      <a:pt x="631173" y="406038"/>
                    </a:cubicBezTo>
                    <a:lnTo>
                      <a:pt x="631173" y="406038"/>
                    </a:lnTo>
                    <a:cubicBezTo>
                      <a:pt x="638627" y="406127"/>
                      <a:pt x="644740" y="400161"/>
                      <a:pt x="644830" y="392707"/>
                    </a:cubicBezTo>
                    <a:cubicBezTo>
                      <a:pt x="644830" y="392683"/>
                      <a:pt x="644830" y="392650"/>
                      <a:pt x="644830" y="392626"/>
                    </a:cubicBezTo>
                    <a:lnTo>
                      <a:pt x="644830" y="392626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9" name="Google Shape;239;p18"/>
            <p:cNvGrpSpPr/>
            <p:nvPr/>
          </p:nvGrpSpPr>
          <p:grpSpPr>
            <a:xfrm>
              <a:off x="7692851" y="-482918"/>
              <a:ext cx="1627340" cy="1899886"/>
              <a:chOff x="7511876" y="-463868"/>
              <a:chExt cx="1627340" cy="1899886"/>
            </a:xfrm>
          </p:grpSpPr>
          <p:sp>
            <p:nvSpPr>
              <p:cNvPr id="240" name="Google Shape;240;p18"/>
              <p:cNvSpPr/>
              <p:nvPr/>
            </p:nvSpPr>
            <p:spPr>
              <a:xfrm>
                <a:off x="7511876" y="-463868"/>
                <a:ext cx="1594671" cy="1823598"/>
              </a:xfrm>
              <a:custGeom>
                <a:avLst/>
                <a:gdLst/>
                <a:ahLst/>
                <a:cxnLst/>
                <a:rect l="l" t="t" r="r" b="b"/>
                <a:pathLst>
                  <a:path w="1822481" h="2084112" extrusionOk="0">
                    <a:moveTo>
                      <a:pt x="1440741" y="2089880"/>
                    </a:moveTo>
                    <a:lnTo>
                      <a:pt x="1211143" y="844745"/>
                    </a:lnTo>
                    <a:lnTo>
                      <a:pt x="1228510" y="841537"/>
                    </a:lnTo>
                    <a:lnTo>
                      <a:pt x="1458113" y="2086671"/>
                    </a:lnTo>
                    <a:close/>
                    <a:moveTo>
                      <a:pt x="1223299" y="852172"/>
                    </a:moveTo>
                    <a:lnTo>
                      <a:pt x="1826542" y="884979"/>
                    </a:lnTo>
                    <a:lnTo>
                      <a:pt x="1827511" y="867351"/>
                    </a:lnTo>
                    <a:lnTo>
                      <a:pt x="1216354" y="834115"/>
                    </a:lnTo>
                    <a:lnTo>
                      <a:pt x="583398" y="1470959"/>
                    </a:lnTo>
                    <a:lnTo>
                      <a:pt x="595919" y="1483411"/>
                    </a:lnTo>
                    <a:close/>
                    <a:moveTo>
                      <a:pt x="928194" y="1527416"/>
                    </a:moveTo>
                    <a:lnTo>
                      <a:pt x="840068" y="1238658"/>
                    </a:lnTo>
                    <a:lnTo>
                      <a:pt x="823184" y="1243816"/>
                    </a:lnTo>
                    <a:lnTo>
                      <a:pt x="911309" y="1532574"/>
                    </a:lnTo>
                    <a:close/>
                    <a:moveTo>
                      <a:pt x="1224796" y="835862"/>
                    </a:moveTo>
                    <a:lnTo>
                      <a:pt x="15015" y="5767"/>
                    </a:lnTo>
                    <a:lnTo>
                      <a:pt x="5030" y="20325"/>
                    </a:lnTo>
                    <a:lnTo>
                      <a:pt x="1214834" y="85043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" name="Google Shape;241;p18"/>
              <p:cNvSpPr/>
              <p:nvPr/>
            </p:nvSpPr>
            <p:spPr>
              <a:xfrm>
                <a:off x="7991308" y="121335"/>
                <a:ext cx="1147908" cy="1314683"/>
              </a:xfrm>
              <a:custGeom>
                <a:avLst/>
                <a:gdLst/>
                <a:ahLst/>
                <a:cxnLst/>
                <a:rect l="l" t="t" r="r" b="b"/>
                <a:pathLst>
                  <a:path w="1311895" h="1502495" extrusionOk="0">
                    <a:moveTo>
                      <a:pt x="666806" y="348752"/>
                    </a:moveTo>
                    <a:cubicBezTo>
                      <a:pt x="572228" y="348752"/>
                      <a:pt x="495313" y="271820"/>
                      <a:pt x="495313" y="177259"/>
                    </a:cubicBezTo>
                    <a:cubicBezTo>
                      <a:pt x="495313" y="82699"/>
                      <a:pt x="572228" y="5767"/>
                      <a:pt x="666806" y="5767"/>
                    </a:cubicBezTo>
                    <a:cubicBezTo>
                      <a:pt x="761383" y="5767"/>
                      <a:pt x="838299" y="82699"/>
                      <a:pt x="838299" y="177259"/>
                    </a:cubicBezTo>
                    <a:cubicBezTo>
                      <a:pt x="838299" y="271820"/>
                      <a:pt x="761383" y="348752"/>
                      <a:pt x="666806" y="348752"/>
                    </a:cubicBezTo>
                    <a:close/>
                    <a:moveTo>
                      <a:pt x="666806" y="23429"/>
                    </a:moveTo>
                    <a:cubicBezTo>
                      <a:pt x="581982" y="23429"/>
                      <a:pt x="512975" y="92436"/>
                      <a:pt x="512975" y="177259"/>
                    </a:cubicBezTo>
                    <a:cubicBezTo>
                      <a:pt x="512975" y="262083"/>
                      <a:pt x="581982" y="331090"/>
                      <a:pt x="666806" y="331090"/>
                    </a:cubicBezTo>
                    <a:cubicBezTo>
                      <a:pt x="751630" y="331090"/>
                      <a:pt x="820637" y="262083"/>
                      <a:pt x="820637" y="177259"/>
                    </a:cubicBezTo>
                    <a:cubicBezTo>
                      <a:pt x="820637" y="92436"/>
                      <a:pt x="751630" y="23429"/>
                      <a:pt x="666806" y="23429"/>
                    </a:cubicBezTo>
                    <a:close/>
                    <a:moveTo>
                      <a:pt x="666806" y="88954"/>
                    </a:moveTo>
                    <a:cubicBezTo>
                      <a:pt x="715574" y="88954"/>
                      <a:pt x="755111" y="128491"/>
                      <a:pt x="755111" y="177259"/>
                    </a:cubicBezTo>
                    <a:cubicBezTo>
                      <a:pt x="755111" y="177259"/>
                      <a:pt x="755111" y="177265"/>
                      <a:pt x="755111" y="177265"/>
                    </a:cubicBezTo>
                    <a:cubicBezTo>
                      <a:pt x="755111" y="226034"/>
                      <a:pt x="715574" y="265571"/>
                      <a:pt x="666806" y="265571"/>
                    </a:cubicBezTo>
                    <a:cubicBezTo>
                      <a:pt x="618037" y="265576"/>
                      <a:pt x="578501" y="226039"/>
                      <a:pt x="578495" y="177271"/>
                    </a:cubicBezTo>
                    <a:cubicBezTo>
                      <a:pt x="578495" y="177271"/>
                      <a:pt x="578495" y="177265"/>
                      <a:pt x="578495" y="177265"/>
                    </a:cubicBezTo>
                    <a:cubicBezTo>
                      <a:pt x="578495" y="128491"/>
                      <a:pt x="618032" y="88954"/>
                      <a:pt x="666806" y="88954"/>
                    </a:cubicBezTo>
                    <a:close/>
                    <a:moveTo>
                      <a:pt x="49179" y="763095"/>
                    </a:moveTo>
                    <a:cubicBezTo>
                      <a:pt x="73567" y="763095"/>
                      <a:pt x="93335" y="782864"/>
                      <a:pt x="93335" y="807251"/>
                    </a:cubicBezTo>
                    <a:cubicBezTo>
                      <a:pt x="93335" y="831638"/>
                      <a:pt x="73567" y="851406"/>
                      <a:pt x="49179" y="851406"/>
                    </a:cubicBezTo>
                    <a:cubicBezTo>
                      <a:pt x="24798" y="851400"/>
                      <a:pt x="5030" y="831638"/>
                      <a:pt x="5030" y="807251"/>
                    </a:cubicBezTo>
                    <a:cubicBezTo>
                      <a:pt x="5030" y="782869"/>
                      <a:pt x="24792" y="763101"/>
                      <a:pt x="49179" y="763095"/>
                    </a:cubicBezTo>
                    <a:close/>
                    <a:moveTo>
                      <a:pt x="1272770" y="163520"/>
                    </a:moveTo>
                    <a:cubicBezTo>
                      <a:pt x="1297157" y="163520"/>
                      <a:pt x="1316919" y="183282"/>
                      <a:pt x="1316925" y="207669"/>
                    </a:cubicBezTo>
                    <a:cubicBezTo>
                      <a:pt x="1316925" y="232057"/>
                      <a:pt x="1297157" y="251825"/>
                      <a:pt x="1272770" y="251825"/>
                    </a:cubicBezTo>
                    <a:cubicBezTo>
                      <a:pt x="1248383" y="251819"/>
                      <a:pt x="1228620" y="232057"/>
                      <a:pt x="1228620" y="207669"/>
                    </a:cubicBezTo>
                    <a:cubicBezTo>
                      <a:pt x="1228620" y="183288"/>
                      <a:pt x="1248388" y="163520"/>
                      <a:pt x="1272770" y="163520"/>
                    </a:cubicBezTo>
                    <a:close/>
                    <a:moveTo>
                      <a:pt x="901880" y="1331651"/>
                    </a:moveTo>
                    <a:cubicBezTo>
                      <a:pt x="950649" y="1331651"/>
                      <a:pt x="990186" y="1371188"/>
                      <a:pt x="990186" y="1419957"/>
                    </a:cubicBezTo>
                    <a:cubicBezTo>
                      <a:pt x="990186" y="1468725"/>
                      <a:pt x="950649" y="1508262"/>
                      <a:pt x="901880" y="1508262"/>
                    </a:cubicBezTo>
                    <a:cubicBezTo>
                      <a:pt x="853112" y="1508268"/>
                      <a:pt x="813575" y="1468731"/>
                      <a:pt x="813569" y="1419963"/>
                    </a:cubicBezTo>
                    <a:cubicBezTo>
                      <a:pt x="813569" y="1419963"/>
                      <a:pt x="813569" y="1419957"/>
                      <a:pt x="813569" y="1419957"/>
                    </a:cubicBezTo>
                    <a:cubicBezTo>
                      <a:pt x="813552" y="1371188"/>
                      <a:pt x="853077" y="1331640"/>
                      <a:pt x="901846" y="1331622"/>
                    </a:cubicBezTo>
                    <a:cubicBezTo>
                      <a:pt x="901857" y="1331622"/>
                      <a:pt x="901869" y="1331622"/>
                      <a:pt x="901880" y="1331622"/>
                    </a:cubicBezTo>
                    <a:close/>
                    <a:moveTo>
                      <a:pt x="357195" y="905298"/>
                    </a:moveTo>
                    <a:cubicBezTo>
                      <a:pt x="333452" y="899745"/>
                      <a:pt x="318702" y="876002"/>
                      <a:pt x="324255" y="852259"/>
                    </a:cubicBezTo>
                    <a:cubicBezTo>
                      <a:pt x="324255" y="852253"/>
                      <a:pt x="324255" y="852253"/>
                      <a:pt x="324255" y="852253"/>
                    </a:cubicBezTo>
                    <a:cubicBezTo>
                      <a:pt x="329814" y="828510"/>
                      <a:pt x="353563" y="813767"/>
                      <a:pt x="377306" y="819314"/>
                    </a:cubicBezTo>
                    <a:cubicBezTo>
                      <a:pt x="401049" y="824866"/>
                      <a:pt x="415798" y="848609"/>
                      <a:pt x="410245" y="872352"/>
                    </a:cubicBezTo>
                    <a:cubicBezTo>
                      <a:pt x="410245" y="872358"/>
                      <a:pt x="410245" y="872358"/>
                      <a:pt x="410245" y="872358"/>
                    </a:cubicBezTo>
                    <a:cubicBezTo>
                      <a:pt x="410245" y="872451"/>
                      <a:pt x="410205" y="872538"/>
                      <a:pt x="410181" y="872625"/>
                    </a:cubicBezTo>
                    <a:cubicBezTo>
                      <a:pt x="404495" y="896223"/>
                      <a:pt x="380828" y="910804"/>
                      <a:pt x="357195" y="9052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42" name="Google Shape;242;p18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43" name="Google Shape;243;p18"/>
          <p:cNvSpPr txBox="1">
            <a:spLocks noGrp="1"/>
          </p:cNvSpPr>
          <p:nvPr>
            <p:ph type="subTitle" idx="1"/>
          </p:nvPr>
        </p:nvSpPr>
        <p:spPr>
          <a:xfrm>
            <a:off x="713325" y="1132125"/>
            <a:ext cx="7717500" cy="29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u="sng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4" name="Google Shape;244;p18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8" name="Google Shape;248;p20"/>
          <p:cNvGrpSpPr/>
          <p:nvPr/>
        </p:nvGrpSpPr>
        <p:grpSpPr>
          <a:xfrm>
            <a:off x="-1889882" y="-2665464"/>
            <a:ext cx="11164449" cy="9216288"/>
            <a:chOff x="-1889882" y="-2665464"/>
            <a:chExt cx="11164449" cy="9216288"/>
          </a:xfrm>
        </p:grpSpPr>
        <p:sp>
          <p:nvSpPr>
            <p:cNvPr id="249" name="Google Shape;249;p20"/>
            <p:cNvSpPr/>
            <p:nvPr/>
          </p:nvSpPr>
          <p:spPr>
            <a:xfrm rot="413639">
              <a:off x="6660988" y="4412558"/>
              <a:ext cx="2502879" cy="1995266"/>
            </a:xfrm>
            <a:custGeom>
              <a:avLst/>
              <a:gdLst/>
              <a:ahLst/>
              <a:cxnLst/>
              <a:rect l="l" t="t" r="r" b="b"/>
              <a:pathLst>
                <a:path w="2503560" h="1995809" extrusionOk="0">
                  <a:moveTo>
                    <a:pt x="2359679" y="330860"/>
                  </a:moveTo>
                  <a:cubicBezTo>
                    <a:pt x="2359679" y="330860"/>
                    <a:pt x="2191519" y="19683"/>
                    <a:pt x="1831164" y="1554"/>
                  </a:cubicBezTo>
                  <a:cubicBezTo>
                    <a:pt x="1470810" y="-16575"/>
                    <a:pt x="1342588" y="352392"/>
                    <a:pt x="1080032" y="494714"/>
                  </a:cubicBezTo>
                  <a:cubicBezTo>
                    <a:pt x="942572" y="569313"/>
                    <a:pt x="664597" y="444426"/>
                    <a:pt x="517968" y="487143"/>
                  </a:cubicBezTo>
                  <a:cubicBezTo>
                    <a:pt x="49188" y="623908"/>
                    <a:pt x="-118139" y="1249875"/>
                    <a:pt x="83571" y="1580431"/>
                  </a:cubicBezTo>
                  <a:cubicBezTo>
                    <a:pt x="258122" y="1867020"/>
                    <a:pt x="559227" y="1998506"/>
                    <a:pt x="1014324" y="1996700"/>
                  </a:cubicBezTo>
                  <a:cubicBezTo>
                    <a:pt x="1469421" y="1994894"/>
                    <a:pt x="1789072" y="2010592"/>
                    <a:pt x="2191380" y="1681772"/>
                  </a:cubicBezTo>
                  <a:cubicBezTo>
                    <a:pt x="2593688" y="1352952"/>
                    <a:pt x="2556665" y="741989"/>
                    <a:pt x="2359679" y="330860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0" name="Google Shape;250;p20"/>
            <p:cNvSpPr/>
            <p:nvPr/>
          </p:nvSpPr>
          <p:spPr>
            <a:xfrm rot="1397564">
              <a:off x="-1382452" y="-2205071"/>
              <a:ext cx="2984344" cy="3181591"/>
            </a:xfrm>
            <a:custGeom>
              <a:avLst/>
              <a:gdLst/>
              <a:ahLst/>
              <a:cxnLst/>
              <a:rect l="l" t="t" r="r" b="b"/>
              <a:pathLst>
                <a:path w="2987585" h="3185047" extrusionOk="0">
                  <a:moveTo>
                    <a:pt x="1104335" y="26456"/>
                  </a:moveTo>
                  <a:cubicBezTo>
                    <a:pt x="868174" y="65284"/>
                    <a:pt x="642640" y="150858"/>
                    <a:pt x="450794" y="298736"/>
                  </a:cubicBezTo>
                  <a:cubicBezTo>
                    <a:pt x="171706" y="514060"/>
                    <a:pt x="16951" y="835447"/>
                    <a:pt x="767" y="1185174"/>
                  </a:cubicBezTo>
                  <a:cubicBezTo>
                    <a:pt x="-9860" y="1416057"/>
                    <a:pt x="45221" y="1641174"/>
                    <a:pt x="111902" y="1860387"/>
                  </a:cubicBezTo>
                  <a:cubicBezTo>
                    <a:pt x="197475" y="2142114"/>
                    <a:pt x="252765" y="2463640"/>
                    <a:pt x="431414" y="2704734"/>
                  </a:cubicBezTo>
                  <a:cubicBezTo>
                    <a:pt x="709946" y="3079813"/>
                    <a:pt x="1248185" y="3238041"/>
                    <a:pt x="1698351" y="3170944"/>
                  </a:cubicBezTo>
                  <a:cubicBezTo>
                    <a:pt x="1989176" y="3127532"/>
                    <a:pt x="2296464" y="2962566"/>
                    <a:pt x="2385997" y="2663891"/>
                  </a:cubicBezTo>
                  <a:cubicBezTo>
                    <a:pt x="2419129" y="2553382"/>
                    <a:pt x="2435243" y="2434676"/>
                    <a:pt x="2491853" y="2332501"/>
                  </a:cubicBezTo>
                  <a:cubicBezTo>
                    <a:pt x="2559714" y="2210114"/>
                    <a:pt x="2682726" y="2138641"/>
                    <a:pt x="2776149" y="2038967"/>
                  </a:cubicBezTo>
                  <a:cubicBezTo>
                    <a:pt x="2891590" y="1915885"/>
                    <a:pt x="2938059" y="1762519"/>
                    <a:pt x="2966815" y="1600332"/>
                  </a:cubicBezTo>
                  <a:cubicBezTo>
                    <a:pt x="3029744" y="1245257"/>
                    <a:pt x="2943823" y="869135"/>
                    <a:pt x="2736349" y="574559"/>
                  </a:cubicBezTo>
                  <a:cubicBezTo>
                    <a:pt x="2519845" y="267271"/>
                    <a:pt x="2198666" y="102236"/>
                    <a:pt x="1834005" y="37500"/>
                  </a:cubicBezTo>
                  <a:cubicBezTo>
                    <a:pt x="1793996" y="30554"/>
                    <a:pt x="1753779" y="24372"/>
                    <a:pt x="1713423" y="19302"/>
                  </a:cubicBezTo>
                  <a:cubicBezTo>
                    <a:pt x="1513242" y="-5912"/>
                    <a:pt x="1304864" y="-6745"/>
                    <a:pt x="1104335" y="26456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1" name="Google Shape;251;p20"/>
          <p:cNvGrpSpPr/>
          <p:nvPr/>
        </p:nvGrpSpPr>
        <p:grpSpPr>
          <a:xfrm>
            <a:off x="-129830" y="-482918"/>
            <a:ext cx="9450021" cy="4350376"/>
            <a:chOff x="-129830" y="-482918"/>
            <a:chExt cx="9450021" cy="4350376"/>
          </a:xfrm>
        </p:grpSpPr>
        <p:grpSp>
          <p:nvGrpSpPr>
            <p:cNvPr id="252" name="Google Shape;252;p20"/>
            <p:cNvGrpSpPr/>
            <p:nvPr/>
          </p:nvGrpSpPr>
          <p:grpSpPr>
            <a:xfrm>
              <a:off x="-129830" y="3013234"/>
              <a:ext cx="646623" cy="854224"/>
              <a:chOff x="-129830" y="3390059"/>
              <a:chExt cx="646623" cy="854224"/>
            </a:xfrm>
          </p:grpSpPr>
          <p:sp>
            <p:nvSpPr>
              <p:cNvPr id="253" name="Google Shape;253;p20"/>
              <p:cNvSpPr/>
              <p:nvPr/>
            </p:nvSpPr>
            <p:spPr>
              <a:xfrm>
                <a:off x="-129830" y="3390059"/>
                <a:ext cx="646623" cy="407481"/>
              </a:xfrm>
              <a:custGeom>
                <a:avLst/>
                <a:gdLst/>
                <a:ahLst/>
                <a:cxnLst/>
                <a:rect l="l" t="t" r="r" b="b"/>
                <a:pathLst>
                  <a:path w="646623" h="407481" extrusionOk="0">
                    <a:moveTo>
                      <a:pt x="58927" y="25217"/>
                    </a:moveTo>
                    <a:lnTo>
                      <a:pt x="11213" y="25217"/>
                    </a:lnTo>
                    <a:cubicBezTo>
                      <a:pt x="4702" y="24452"/>
                      <a:pt x="44" y="18551"/>
                      <a:pt x="817" y="12040"/>
                    </a:cubicBezTo>
                    <a:cubicBezTo>
                      <a:pt x="1459" y="6586"/>
                      <a:pt x="5758" y="2286"/>
                      <a:pt x="11213" y="1644"/>
                    </a:cubicBezTo>
                    <a:lnTo>
                      <a:pt x="58927" y="1644"/>
                    </a:lnTo>
                    <a:cubicBezTo>
                      <a:pt x="65438" y="855"/>
                      <a:pt x="71348" y="5497"/>
                      <a:pt x="72136" y="12008"/>
                    </a:cubicBezTo>
                    <a:cubicBezTo>
                      <a:pt x="72924" y="18519"/>
                      <a:pt x="68283" y="24428"/>
                      <a:pt x="61772" y="25217"/>
                    </a:cubicBezTo>
                    <a:close/>
                    <a:moveTo>
                      <a:pt x="70794" y="67891"/>
                    </a:moveTo>
                    <a:cubicBezTo>
                      <a:pt x="70844" y="61470"/>
                      <a:pt x="65674" y="56235"/>
                      <a:pt x="59252" y="56186"/>
                    </a:cubicBezTo>
                    <a:cubicBezTo>
                      <a:pt x="59196" y="56186"/>
                      <a:pt x="59146" y="56186"/>
                      <a:pt x="59090" y="56186"/>
                    </a:cubicBezTo>
                    <a:lnTo>
                      <a:pt x="11213" y="56186"/>
                    </a:lnTo>
                    <a:cubicBezTo>
                      <a:pt x="4702" y="56950"/>
                      <a:pt x="44" y="62851"/>
                      <a:pt x="817" y="69362"/>
                    </a:cubicBezTo>
                    <a:cubicBezTo>
                      <a:pt x="1459" y="74817"/>
                      <a:pt x="5758" y="79117"/>
                      <a:pt x="11213" y="79759"/>
                    </a:cubicBezTo>
                    <a:lnTo>
                      <a:pt x="58927" y="79759"/>
                    </a:lnTo>
                    <a:cubicBezTo>
                      <a:pt x="65478" y="79759"/>
                      <a:pt x="70794" y="74443"/>
                      <a:pt x="70794" y="67891"/>
                    </a:cubicBezTo>
                    <a:close/>
                    <a:moveTo>
                      <a:pt x="70794" y="122596"/>
                    </a:moveTo>
                    <a:cubicBezTo>
                      <a:pt x="70794" y="116044"/>
                      <a:pt x="65478" y="110728"/>
                      <a:pt x="58927" y="110728"/>
                    </a:cubicBezTo>
                    <a:lnTo>
                      <a:pt x="11213" y="110728"/>
                    </a:lnTo>
                    <a:cubicBezTo>
                      <a:pt x="4702" y="111492"/>
                      <a:pt x="44" y="117394"/>
                      <a:pt x="817" y="123905"/>
                    </a:cubicBezTo>
                    <a:cubicBezTo>
                      <a:pt x="1459" y="129359"/>
                      <a:pt x="5758" y="133659"/>
                      <a:pt x="11213" y="134301"/>
                    </a:cubicBezTo>
                    <a:lnTo>
                      <a:pt x="58927" y="134301"/>
                    </a:lnTo>
                    <a:cubicBezTo>
                      <a:pt x="65373" y="134350"/>
                      <a:pt x="70664" y="129204"/>
                      <a:pt x="70794" y="122759"/>
                    </a:cubicBezTo>
                    <a:lnTo>
                      <a:pt x="70794" y="122759"/>
                    </a:lnTo>
                    <a:close/>
                    <a:moveTo>
                      <a:pt x="70794" y="177138"/>
                    </a:moveTo>
                    <a:cubicBezTo>
                      <a:pt x="70794" y="170587"/>
                      <a:pt x="65478" y="165271"/>
                      <a:pt x="58927" y="165271"/>
                    </a:cubicBezTo>
                    <a:lnTo>
                      <a:pt x="11213" y="165271"/>
                    </a:lnTo>
                    <a:cubicBezTo>
                      <a:pt x="4726" y="165807"/>
                      <a:pt x="-94" y="171505"/>
                      <a:pt x="442" y="177992"/>
                    </a:cubicBezTo>
                    <a:cubicBezTo>
                      <a:pt x="922" y="183730"/>
                      <a:pt x="5474" y="188282"/>
                      <a:pt x="11213" y="188762"/>
                    </a:cubicBezTo>
                    <a:lnTo>
                      <a:pt x="58927" y="188762"/>
                    </a:lnTo>
                    <a:cubicBezTo>
                      <a:pt x="65348" y="188900"/>
                      <a:pt x="70656" y="183804"/>
                      <a:pt x="70794" y="177382"/>
                    </a:cubicBezTo>
                    <a:cubicBezTo>
                      <a:pt x="70794" y="177358"/>
                      <a:pt x="70794" y="177325"/>
                      <a:pt x="70794" y="177301"/>
                    </a:cubicBezTo>
                    <a:lnTo>
                      <a:pt x="70794" y="177301"/>
                    </a:lnTo>
                    <a:close/>
                    <a:moveTo>
                      <a:pt x="70794" y="231599"/>
                    </a:moveTo>
                    <a:cubicBezTo>
                      <a:pt x="70794" y="225088"/>
                      <a:pt x="65519" y="219813"/>
                      <a:pt x="59008" y="219813"/>
                    </a:cubicBezTo>
                    <a:cubicBezTo>
                      <a:pt x="58984" y="219813"/>
                      <a:pt x="58951" y="219813"/>
                      <a:pt x="58927" y="219813"/>
                    </a:cubicBezTo>
                    <a:lnTo>
                      <a:pt x="11213" y="219813"/>
                    </a:lnTo>
                    <a:cubicBezTo>
                      <a:pt x="4726" y="220349"/>
                      <a:pt x="-94" y="226047"/>
                      <a:pt x="442" y="232534"/>
                    </a:cubicBezTo>
                    <a:cubicBezTo>
                      <a:pt x="922" y="238273"/>
                      <a:pt x="5474" y="242825"/>
                      <a:pt x="11213" y="243304"/>
                    </a:cubicBezTo>
                    <a:lnTo>
                      <a:pt x="58927" y="243304"/>
                    </a:lnTo>
                    <a:cubicBezTo>
                      <a:pt x="65365" y="243394"/>
                      <a:pt x="70664" y="238273"/>
                      <a:pt x="70794" y="231843"/>
                    </a:cubicBezTo>
                    <a:lnTo>
                      <a:pt x="70794" y="231843"/>
                    </a:lnTo>
                    <a:close/>
                    <a:moveTo>
                      <a:pt x="70794" y="286141"/>
                    </a:moveTo>
                    <a:cubicBezTo>
                      <a:pt x="70794" y="279590"/>
                      <a:pt x="65478" y="274274"/>
                      <a:pt x="58927" y="274274"/>
                    </a:cubicBezTo>
                    <a:lnTo>
                      <a:pt x="11213" y="274274"/>
                    </a:lnTo>
                    <a:cubicBezTo>
                      <a:pt x="4702" y="275038"/>
                      <a:pt x="44" y="280939"/>
                      <a:pt x="817" y="287450"/>
                    </a:cubicBezTo>
                    <a:cubicBezTo>
                      <a:pt x="1459" y="292904"/>
                      <a:pt x="5758" y="297204"/>
                      <a:pt x="11213" y="297846"/>
                    </a:cubicBezTo>
                    <a:lnTo>
                      <a:pt x="58927" y="297846"/>
                    </a:lnTo>
                    <a:cubicBezTo>
                      <a:pt x="65389" y="297936"/>
                      <a:pt x="70705" y="292766"/>
                      <a:pt x="70794" y="286304"/>
                    </a:cubicBezTo>
                    <a:cubicBezTo>
                      <a:pt x="70794" y="286304"/>
                      <a:pt x="70794" y="286304"/>
                      <a:pt x="70794" y="286304"/>
                    </a:cubicBezTo>
                    <a:lnTo>
                      <a:pt x="70794" y="286304"/>
                    </a:lnTo>
                    <a:close/>
                    <a:moveTo>
                      <a:pt x="70794" y="340683"/>
                    </a:moveTo>
                    <a:cubicBezTo>
                      <a:pt x="70794" y="334132"/>
                      <a:pt x="65478" y="328816"/>
                      <a:pt x="58927" y="328816"/>
                    </a:cubicBezTo>
                    <a:lnTo>
                      <a:pt x="11213" y="328816"/>
                    </a:lnTo>
                    <a:cubicBezTo>
                      <a:pt x="4702" y="329580"/>
                      <a:pt x="44" y="335481"/>
                      <a:pt x="817" y="341992"/>
                    </a:cubicBezTo>
                    <a:cubicBezTo>
                      <a:pt x="1459" y="347446"/>
                      <a:pt x="5758" y="351747"/>
                      <a:pt x="11213" y="352389"/>
                    </a:cubicBezTo>
                    <a:lnTo>
                      <a:pt x="58927" y="352389"/>
                    </a:lnTo>
                    <a:cubicBezTo>
                      <a:pt x="65389" y="352478"/>
                      <a:pt x="70705" y="347308"/>
                      <a:pt x="70794" y="340846"/>
                    </a:cubicBezTo>
                    <a:cubicBezTo>
                      <a:pt x="70794" y="340846"/>
                      <a:pt x="70794" y="340846"/>
                      <a:pt x="70794" y="340846"/>
                    </a:cubicBezTo>
                    <a:lnTo>
                      <a:pt x="70794" y="340846"/>
                    </a:lnTo>
                    <a:close/>
                    <a:moveTo>
                      <a:pt x="70794" y="395226"/>
                    </a:moveTo>
                    <a:cubicBezTo>
                      <a:pt x="70794" y="388674"/>
                      <a:pt x="65478" y="383358"/>
                      <a:pt x="58927" y="383358"/>
                    </a:cubicBezTo>
                    <a:lnTo>
                      <a:pt x="11213" y="383358"/>
                    </a:lnTo>
                    <a:cubicBezTo>
                      <a:pt x="4718" y="383448"/>
                      <a:pt x="-492" y="388731"/>
                      <a:pt x="-492" y="395226"/>
                    </a:cubicBezTo>
                    <a:cubicBezTo>
                      <a:pt x="-492" y="401688"/>
                      <a:pt x="4750" y="406931"/>
                      <a:pt x="11213" y="406931"/>
                    </a:cubicBezTo>
                    <a:lnTo>
                      <a:pt x="58927" y="406931"/>
                    </a:lnTo>
                    <a:cubicBezTo>
                      <a:pt x="65373" y="406980"/>
                      <a:pt x="70664" y="401834"/>
                      <a:pt x="70794" y="395388"/>
                    </a:cubicBezTo>
                    <a:lnTo>
                      <a:pt x="70794" y="395388"/>
                    </a:lnTo>
                    <a:close/>
                    <a:moveTo>
                      <a:pt x="249621" y="13674"/>
                    </a:moveTo>
                    <a:cubicBezTo>
                      <a:pt x="249581" y="7228"/>
                      <a:pt x="244362" y="2010"/>
                      <a:pt x="237917" y="1969"/>
                    </a:cubicBezTo>
                    <a:lnTo>
                      <a:pt x="112250" y="1969"/>
                    </a:lnTo>
                    <a:cubicBezTo>
                      <a:pt x="105755" y="1254"/>
                      <a:pt x="99887" y="5887"/>
                      <a:pt x="99082" y="12374"/>
                    </a:cubicBezTo>
                    <a:cubicBezTo>
                      <a:pt x="98277" y="18836"/>
                      <a:pt x="102853" y="24721"/>
                      <a:pt x="109315" y="25534"/>
                    </a:cubicBezTo>
                    <a:cubicBezTo>
                      <a:pt x="109348" y="25534"/>
                      <a:pt x="109373" y="25542"/>
                      <a:pt x="109405" y="25542"/>
                    </a:cubicBezTo>
                    <a:lnTo>
                      <a:pt x="237429" y="25542"/>
                    </a:lnTo>
                    <a:cubicBezTo>
                      <a:pt x="243980" y="25542"/>
                      <a:pt x="249296" y="20226"/>
                      <a:pt x="249296" y="13674"/>
                    </a:cubicBezTo>
                    <a:close/>
                    <a:moveTo>
                      <a:pt x="249621" y="68216"/>
                    </a:moveTo>
                    <a:cubicBezTo>
                      <a:pt x="249581" y="61770"/>
                      <a:pt x="244362" y="56552"/>
                      <a:pt x="237917" y="56511"/>
                    </a:cubicBezTo>
                    <a:lnTo>
                      <a:pt x="112250" y="56511"/>
                    </a:lnTo>
                    <a:cubicBezTo>
                      <a:pt x="105755" y="55796"/>
                      <a:pt x="99887" y="60429"/>
                      <a:pt x="99082" y="66916"/>
                    </a:cubicBezTo>
                    <a:cubicBezTo>
                      <a:pt x="98277" y="73378"/>
                      <a:pt x="102853" y="79263"/>
                      <a:pt x="109315" y="80076"/>
                    </a:cubicBezTo>
                    <a:cubicBezTo>
                      <a:pt x="109348" y="80076"/>
                      <a:pt x="109373" y="80084"/>
                      <a:pt x="109405" y="80084"/>
                    </a:cubicBezTo>
                    <a:lnTo>
                      <a:pt x="237429" y="80084"/>
                    </a:lnTo>
                    <a:cubicBezTo>
                      <a:pt x="243980" y="80084"/>
                      <a:pt x="249296" y="74768"/>
                      <a:pt x="249296" y="68216"/>
                    </a:cubicBezTo>
                    <a:lnTo>
                      <a:pt x="249296" y="68216"/>
                    </a:lnTo>
                    <a:close/>
                    <a:moveTo>
                      <a:pt x="249621" y="122921"/>
                    </a:moveTo>
                    <a:cubicBezTo>
                      <a:pt x="249621" y="116370"/>
                      <a:pt x="244305" y="111053"/>
                      <a:pt x="237754" y="111053"/>
                    </a:cubicBezTo>
                    <a:lnTo>
                      <a:pt x="112575" y="111053"/>
                    </a:lnTo>
                    <a:cubicBezTo>
                      <a:pt x="106064" y="110265"/>
                      <a:pt x="100155" y="114906"/>
                      <a:pt x="99366" y="121417"/>
                    </a:cubicBezTo>
                    <a:cubicBezTo>
                      <a:pt x="98578" y="127928"/>
                      <a:pt x="103219" y="133838"/>
                      <a:pt x="109730" y="134626"/>
                    </a:cubicBezTo>
                    <a:cubicBezTo>
                      <a:pt x="110673" y="134707"/>
                      <a:pt x="111632" y="134707"/>
                      <a:pt x="112575" y="134626"/>
                    </a:cubicBezTo>
                    <a:lnTo>
                      <a:pt x="237754" y="134626"/>
                    </a:lnTo>
                    <a:cubicBezTo>
                      <a:pt x="244200" y="134675"/>
                      <a:pt x="249491" y="129530"/>
                      <a:pt x="249621" y="123084"/>
                    </a:cubicBezTo>
                    <a:lnTo>
                      <a:pt x="249621" y="123084"/>
                    </a:lnTo>
                    <a:close/>
                    <a:moveTo>
                      <a:pt x="249621" y="177463"/>
                    </a:moveTo>
                    <a:cubicBezTo>
                      <a:pt x="249621" y="170912"/>
                      <a:pt x="244305" y="165596"/>
                      <a:pt x="237754" y="165596"/>
                    </a:cubicBezTo>
                    <a:lnTo>
                      <a:pt x="112575" y="165596"/>
                    </a:lnTo>
                    <a:cubicBezTo>
                      <a:pt x="105999" y="164791"/>
                      <a:pt x="100009" y="169465"/>
                      <a:pt x="99204" y="176041"/>
                    </a:cubicBezTo>
                    <a:cubicBezTo>
                      <a:pt x="98399" y="182617"/>
                      <a:pt x="103073" y="188608"/>
                      <a:pt x="109649" y="189412"/>
                    </a:cubicBezTo>
                    <a:lnTo>
                      <a:pt x="237673" y="189412"/>
                    </a:lnTo>
                    <a:cubicBezTo>
                      <a:pt x="244119" y="189461"/>
                      <a:pt x="249410" y="184316"/>
                      <a:pt x="249541" y="177870"/>
                    </a:cubicBezTo>
                    <a:lnTo>
                      <a:pt x="249541" y="177870"/>
                    </a:lnTo>
                    <a:close/>
                    <a:moveTo>
                      <a:pt x="249621" y="232006"/>
                    </a:moveTo>
                    <a:cubicBezTo>
                      <a:pt x="249621" y="225454"/>
                      <a:pt x="244305" y="220138"/>
                      <a:pt x="237754" y="220138"/>
                    </a:cubicBezTo>
                    <a:lnTo>
                      <a:pt x="112575" y="220138"/>
                    </a:lnTo>
                    <a:cubicBezTo>
                      <a:pt x="106024" y="219862"/>
                      <a:pt x="100496" y="224942"/>
                      <a:pt x="100212" y="231493"/>
                    </a:cubicBezTo>
                    <a:cubicBezTo>
                      <a:pt x="99968" y="237330"/>
                      <a:pt x="103999" y="242475"/>
                      <a:pt x="109730" y="243629"/>
                    </a:cubicBezTo>
                    <a:cubicBezTo>
                      <a:pt x="110673" y="243800"/>
                      <a:pt x="111632" y="243800"/>
                      <a:pt x="112575" y="243629"/>
                    </a:cubicBezTo>
                    <a:lnTo>
                      <a:pt x="237754" y="243629"/>
                    </a:lnTo>
                    <a:cubicBezTo>
                      <a:pt x="244175" y="243767"/>
                      <a:pt x="249483" y="238671"/>
                      <a:pt x="249621" y="232249"/>
                    </a:cubicBezTo>
                    <a:cubicBezTo>
                      <a:pt x="249621" y="232225"/>
                      <a:pt x="249621" y="232193"/>
                      <a:pt x="249621" y="232168"/>
                    </a:cubicBezTo>
                    <a:lnTo>
                      <a:pt x="249621" y="232168"/>
                    </a:lnTo>
                    <a:close/>
                    <a:moveTo>
                      <a:pt x="399674" y="286467"/>
                    </a:moveTo>
                    <a:cubicBezTo>
                      <a:pt x="399625" y="279947"/>
                      <a:pt x="394325" y="274680"/>
                      <a:pt x="387806" y="274680"/>
                    </a:cubicBezTo>
                    <a:lnTo>
                      <a:pt x="262140" y="274680"/>
                    </a:lnTo>
                    <a:cubicBezTo>
                      <a:pt x="255653" y="275615"/>
                      <a:pt x="251150" y="281638"/>
                      <a:pt x="252093" y="288125"/>
                    </a:cubicBezTo>
                    <a:cubicBezTo>
                      <a:pt x="252841" y="293327"/>
                      <a:pt x="256929" y="297415"/>
                      <a:pt x="262140" y="298172"/>
                    </a:cubicBezTo>
                    <a:lnTo>
                      <a:pt x="387481" y="298172"/>
                    </a:lnTo>
                    <a:cubicBezTo>
                      <a:pt x="393911" y="298261"/>
                      <a:pt x="399219" y="293140"/>
                      <a:pt x="399349" y="286710"/>
                    </a:cubicBezTo>
                    <a:lnTo>
                      <a:pt x="399349" y="286710"/>
                    </a:lnTo>
                    <a:close/>
                    <a:moveTo>
                      <a:pt x="399674" y="341009"/>
                    </a:moveTo>
                    <a:cubicBezTo>
                      <a:pt x="399633" y="334473"/>
                      <a:pt x="394341" y="329182"/>
                      <a:pt x="387806" y="329141"/>
                    </a:cubicBezTo>
                    <a:lnTo>
                      <a:pt x="262140" y="329141"/>
                    </a:lnTo>
                    <a:cubicBezTo>
                      <a:pt x="255628" y="329905"/>
                      <a:pt x="250971" y="335807"/>
                      <a:pt x="251743" y="342317"/>
                    </a:cubicBezTo>
                    <a:cubicBezTo>
                      <a:pt x="252385" y="347772"/>
                      <a:pt x="256685" y="352072"/>
                      <a:pt x="262140" y="352714"/>
                    </a:cubicBezTo>
                    <a:lnTo>
                      <a:pt x="387481" y="352714"/>
                    </a:lnTo>
                    <a:cubicBezTo>
                      <a:pt x="393927" y="352763"/>
                      <a:pt x="399219" y="347617"/>
                      <a:pt x="399349" y="341171"/>
                    </a:cubicBezTo>
                    <a:lnTo>
                      <a:pt x="399349" y="341171"/>
                    </a:lnTo>
                    <a:close/>
                    <a:moveTo>
                      <a:pt x="399674" y="395551"/>
                    </a:moveTo>
                    <a:cubicBezTo>
                      <a:pt x="399633" y="389016"/>
                      <a:pt x="394341" y="383724"/>
                      <a:pt x="387806" y="383683"/>
                    </a:cubicBezTo>
                    <a:lnTo>
                      <a:pt x="262140" y="383683"/>
                    </a:lnTo>
                    <a:cubicBezTo>
                      <a:pt x="255645" y="383773"/>
                      <a:pt x="250435" y="389056"/>
                      <a:pt x="250435" y="395551"/>
                    </a:cubicBezTo>
                    <a:cubicBezTo>
                      <a:pt x="250435" y="402013"/>
                      <a:pt x="255678" y="407256"/>
                      <a:pt x="262140" y="407256"/>
                    </a:cubicBezTo>
                    <a:lnTo>
                      <a:pt x="387481" y="407256"/>
                    </a:lnTo>
                    <a:cubicBezTo>
                      <a:pt x="393927" y="407305"/>
                      <a:pt x="399219" y="402159"/>
                      <a:pt x="399349" y="395714"/>
                    </a:cubicBezTo>
                    <a:lnTo>
                      <a:pt x="399349" y="395714"/>
                    </a:lnTo>
                    <a:close/>
                    <a:moveTo>
                      <a:pt x="304814" y="13511"/>
                    </a:moveTo>
                    <a:cubicBezTo>
                      <a:pt x="305026" y="6334"/>
                      <a:pt x="299384" y="335"/>
                      <a:pt x="292199" y="124"/>
                    </a:cubicBezTo>
                    <a:cubicBezTo>
                      <a:pt x="285021" y="-88"/>
                      <a:pt x="279031" y="5554"/>
                      <a:pt x="278811" y="12739"/>
                    </a:cubicBezTo>
                    <a:cubicBezTo>
                      <a:pt x="278795" y="13536"/>
                      <a:pt x="278844" y="14341"/>
                      <a:pt x="278966" y="15137"/>
                    </a:cubicBezTo>
                    <a:cubicBezTo>
                      <a:pt x="279413" y="22274"/>
                      <a:pt x="285566" y="27696"/>
                      <a:pt x="292703" y="27249"/>
                    </a:cubicBezTo>
                    <a:cubicBezTo>
                      <a:pt x="299840" y="26802"/>
                      <a:pt x="305261" y="20648"/>
                      <a:pt x="304814" y="13511"/>
                    </a:cubicBezTo>
                    <a:close/>
                    <a:moveTo>
                      <a:pt x="345457" y="13511"/>
                    </a:moveTo>
                    <a:cubicBezTo>
                      <a:pt x="345457" y="5928"/>
                      <a:pt x="339303" y="-226"/>
                      <a:pt x="331720" y="-226"/>
                    </a:cubicBezTo>
                    <a:cubicBezTo>
                      <a:pt x="324136" y="-226"/>
                      <a:pt x="317982" y="5928"/>
                      <a:pt x="317982" y="13511"/>
                    </a:cubicBezTo>
                    <a:cubicBezTo>
                      <a:pt x="317982" y="21095"/>
                      <a:pt x="324136" y="27249"/>
                      <a:pt x="331720" y="27249"/>
                    </a:cubicBezTo>
                    <a:lnTo>
                      <a:pt x="331720" y="27249"/>
                    </a:lnTo>
                    <a:cubicBezTo>
                      <a:pt x="339181" y="27297"/>
                      <a:pt x="345286" y="21299"/>
                      <a:pt x="345375" y="13837"/>
                    </a:cubicBezTo>
                    <a:lnTo>
                      <a:pt x="345375" y="13837"/>
                    </a:lnTo>
                    <a:close/>
                    <a:moveTo>
                      <a:pt x="386099" y="13511"/>
                    </a:moveTo>
                    <a:cubicBezTo>
                      <a:pt x="386099" y="5928"/>
                      <a:pt x="379946" y="-226"/>
                      <a:pt x="372362" y="-226"/>
                    </a:cubicBezTo>
                    <a:cubicBezTo>
                      <a:pt x="364778" y="-226"/>
                      <a:pt x="358625" y="5928"/>
                      <a:pt x="358625" y="13511"/>
                    </a:cubicBezTo>
                    <a:cubicBezTo>
                      <a:pt x="358625" y="21095"/>
                      <a:pt x="364778" y="27249"/>
                      <a:pt x="372362" y="27249"/>
                    </a:cubicBezTo>
                    <a:lnTo>
                      <a:pt x="372362" y="27249"/>
                    </a:lnTo>
                    <a:cubicBezTo>
                      <a:pt x="379857" y="27338"/>
                      <a:pt x="386010" y="21331"/>
                      <a:pt x="386099" y="13837"/>
                    </a:cubicBezTo>
                    <a:cubicBezTo>
                      <a:pt x="386099" y="13837"/>
                      <a:pt x="386099" y="13837"/>
                      <a:pt x="386099" y="13837"/>
                    </a:cubicBezTo>
                    <a:lnTo>
                      <a:pt x="386099" y="13837"/>
                    </a:lnTo>
                    <a:close/>
                    <a:moveTo>
                      <a:pt x="426742" y="13511"/>
                    </a:moveTo>
                    <a:cubicBezTo>
                      <a:pt x="426742" y="5928"/>
                      <a:pt x="420588" y="-226"/>
                      <a:pt x="413005" y="-226"/>
                    </a:cubicBezTo>
                    <a:cubicBezTo>
                      <a:pt x="405421" y="-226"/>
                      <a:pt x="399267" y="5928"/>
                      <a:pt x="399267" y="13511"/>
                    </a:cubicBezTo>
                    <a:cubicBezTo>
                      <a:pt x="399267" y="21095"/>
                      <a:pt x="405421" y="27249"/>
                      <a:pt x="413005" y="27249"/>
                    </a:cubicBezTo>
                    <a:lnTo>
                      <a:pt x="413005" y="27249"/>
                    </a:lnTo>
                    <a:cubicBezTo>
                      <a:pt x="420458" y="27249"/>
                      <a:pt x="426498" y="21209"/>
                      <a:pt x="426498" y="13755"/>
                    </a:cubicBezTo>
                    <a:cubicBezTo>
                      <a:pt x="426498" y="13731"/>
                      <a:pt x="426498" y="13698"/>
                      <a:pt x="426498" y="13674"/>
                    </a:cubicBezTo>
                    <a:lnTo>
                      <a:pt x="426498" y="13674"/>
                    </a:lnTo>
                    <a:close/>
                    <a:moveTo>
                      <a:pt x="467384" y="13511"/>
                    </a:moveTo>
                    <a:cubicBezTo>
                      <a:pt x="467384" y="5928"/>
                      <a:pt x="461231" y="-226"/>
                      <a:pt x="453647" y="-226"/>
                    </a:cubicBezTo>
                    <a:cubicBezTo>
                      <a:pt x="446063" y="-226"/>
                      <a:pt x="439910" y="5928"/>
                      <a:pt x="439910" y="13511"/>
                    </a:cubicBezTo>
                    <a:cubicBezTo>
                      <a:pt x="439910" y="21095"/>
                      <a:pt x="446063" y="27249"/>
                      <a:pt x="453647" y="27249"/>
                    </a:cubicBezTo>
                    <a:cubicBezTo>
                      <a:pt x="453671" y="27249"/>
                      <a:pt x="453704" y="27249"/>
                      <a:pt x="453728" y="27249"/>
                    </a:cubicBezTo>
                    <a:lnTo>
                      <a:pt x="453728" y="27249"/>
                    </a:lnTo>
                    <a:cubicBezTo>
                      <a:pt x="461182" y="27338"/>
                      <a:pt x="467295" y="21372"/>
                      <a:pt x="467384" y="13918"/>
                    </a:cubicBezTo>
                    <a:cubicBezTo>
                      <a:pt x="467384" y="13894"/>
                      <a:pt x="467384" y="13861"/>
                      <a:pt x="467384" y="13837"/>
                    </a:cubicBezTo>
                    <a:lnTo>
                      <a:pt x="467384" y="13837"/>
                    </a:lnTo>
                    <a:close/>
                    <a:moveTo>
                      <a:pt x="508027" y="13511"/>
                    </a:moveTo>
                    <a:cubicBezTo>
                      <a:pt x="508027" y="5928"/>
                      <a:pt x="501873" y="-226"/>
                      <a:pt x="494290" y="-226"/>
                    </a:cubicBezTo>
                    <a:cubicBezTo>
                      <a:pt x="486706" y="-226"/>
                      <a:pt x="480552" y="5928"/>
                      <a:pt x="480552" y="13511"/>
                    </a:cubicBezTo>
                    <a:cubicBezTo>
                      <a:pt x="480552" y="21095"/>
                      <a:pt x="486706" y="27249"/>
                      <a:pt x="494290" y="27249"/>
                    </a:cubicBezTo>
                    <a:cubicBezTo>
                      <a:pt x="494314" y="27249"/>
                      <a:pt x="494347" y="27249"/>
                      <a:pt x="494371" y="27249"/>
                    </a:cubicBezTo>
                    <a:lnTo>
                      <a:pt x="494371" y="27249"/>
                    </a:lnTo>
                    <a:cubicBezTo>
                      <a:pt x="501825" y="27249"/>
                      <a:pt x="507864" y="21209"/>
                      <a:pt x="507864" y="13755"/>
                    </a:cubicBezTo>
                    <a:cubicBezTo>
                      <a:pt x="507864" y="13731"/>
                      <a:pt x="507864" y="13698"/>
                      <a:pt x="507864" y="13674"/>
                    </a:cubicBezTo>
                    <a:lnTo>
                      <a:pt x="507864" y="13674"/>
                    </a:lnTo>
                    <a:close/>
                    <a:moveTo>
                      <a:pt x="304733" y="122921"/>
                    </a:moveTo>
                    <a:cubicBezTo>
                      <a:pt x="304733" y="115337"/>
                      <a:pt x="298579" y="109184"/>
                      <a:pt x="290996" y="109184"/>
                    </a:cubicBezTo>
                    <a:cubicBezTo>
                      <a:pt x="283412" y="109184"/>
                      <a:pt x="277259" y="115337"/>
                      <a:pt x="277259" y="122921"/>
                    </a:cubicBezTo>
                    <a:cubicBezTo>
                      <a:pt x="277259" y="130505"/>
                      <a:pt x="283412" y="136658"/>
                      <a:pt x="290996" y="136658"/>
                    </a:cubicBezTo>
                    <a:cubicBezTo>
                      <a:pt x="298579" y="136658"/>
                      <a:pt x="304733" y="130505"/>
                      <a:pt x="304733" y="122921"/>
                    </a:cubicBezTo>
                    <a:close/>
                    <a:moveTo>
                      <a:pt x="345375" y="122921"/>
                    </a:moveTo>
                    <a:cubicBezTo>
                      <a:pt x="345465" y="115337"/>
                      <a:pt x="339385" y="109111"/>
                      <a:pt x="331801" y="109021"/>
                    </a:cubicBezTo>
                    <a:cubicBezTo>
                      <a:pt x="324217" y="108932"/>
                      <a:pt x="317990" y="115012"/>
                      <a:pt x="317901" y="122596"/>
                    </a:cubicBezTo>
                    <a:cubicBezTo>
                      <a:pt x="317812" y="130180"/>
                      <a:pt x="323892" y="136406"/>
                      <a:pt x="331475" y="136496"/>
                    </a:cubicBezTo>
                    <a:lnTo>
                      <a:pt x="331475" y="136496"/>
                    </a:lnTo>
                    <a:cubicBezTo>
                      <a:pt x="338970" y="136496"/>
                      <a:pt x="345050" y="130416"/>
                      <a:pt x="345050" y="122921"/>
                    </a:cubicBezTo>
                    <a:lnTo>
                      <a:pt x="345050" y="122921"/>
                    </a:lnTo>
                    <a:close/>
                    <a:moveTo>
                      <a:pt x="386018" y="122921"/>
                    </a:moveTo>
                    <a:cubicBezTo>
                      <a:pt x="386107" y="115337"/>
                      <a:pt x="380027" y="109111"/>
                      <a:pt x="372443" y="109021"/>
                    </a:cubicBezTo>
                    <a:cubicBezTo>
                      <a:pt x="364859" y="108932"/>
                      <a:pt x="358633" y="115012"/>
                      <a:pt x="358544" y="122596"/>
                    </a:cubicBezTo>
                    <a:cubicBezTo>
                      <a:pt x="358454" y="130180"/>
                      <a:pt x="364534" y="136406"/>
                      <a:pt x="372118" y="136496"/>
                    </a:cubicBezTo>
                    <a:lnTo>
                      <a:pt x="372118" y="136496"/>
                    </a:lnTo>
                    <a:cubicBezTo>
                      <a:pt x="379702" y="136585"/>
                      <a:pt x="385929" y="130505"/>
                      <a:pt x="386018" y="122921"/>
                    </a:cubicBezTo>
                    <a:cubicBezTo>
                      <a:pt x="386018" y="122864"/>
                      <a:pt x="386018" y="122815"/>
                      <a:pt x="386018" y="122759"/>
                    </a:cubicBezTo>
                    <a:lnTo>
                      <a:pt x="386018" y="122759"/>
                    </a:lnTo>
                    <a:close/>
                    <a:moveTo>
                      <a:pt x="426660" y="122921"/>
                    </a:moveTo>
                    <a:cubicBezTo>
                      <a:pt x="426750" y="115337"/>
                      <a:pt x="420670" y="109111"/>
                      <a:pt x="413086" y="109021"/>
                    </a:cubicBezTo>
                    <a:cubicBezTo>
                      <a:pt x="405502" y="108932"/>
                      <a:pt x="399275" y="115012"/>
                      <a:pt x="399186" y="122596"/>
                    </a:cubicBezTo>
                    <a:cubicBezTo>
                      <a:pt x="399097" y="130180"/>
                      <a:pt x="405177" y="136406"/>
                      <a:pt x="412760" y="136496"/>
                    </a:cubicBezTo>
                    <a:lnTo>
                      <a:pt x="412760" y="136496"/>
                    </a:lnTo>
                    <a:cubicBezTo>
                      <a:pt x="420214" y="136496"/>
                      <a:pt x="426254" y="130456"/>
                      <a:pt x="426254" y="123002"/>
                    </a:cubicBezTo>
                    <a:cubicBezTo>
                      <a:pt x="426254" y="122978"/>
                      <a:pt x="426254" y="122945"/>
                      <a:pt x="426254" y="122921"/>
                    </a:cubicBezTo>
                    <a:lnTo>
                      <a:pt x="426254" y="122921"/>
                    </a:lnTo>
                    <a:close/>
                    <a:moveTo>
                      <a:pt x="467303" y="122921"/>
                    </a:moveTo>
                    <a:cubicBezTo>
                      <a:pt x="467392" y="115337"/>
                      <a:pt x="461312" y="109111"/>
                      <a:pt x="453728" y="109021"/>
                    </a:cubicBezTo>
                    <a:cubicBezTo>
                      <a:pt x="446144" y="108932"/>
                      <a:pt x="439918" y="115012"/>
                      <a:pt x="439829" y="122596"/>
                    </a:cubicBezTo>
                    <a:cubicBezTo>
                      <a:pt x="439739" y="130180"/>
                      <a:pt x="445819" y="136406"/>
                      <a:pt x="453403" y="136496"/>
                    </a:cubicBezTo>
                    <a:cubicBezTo>
                      <a:pt x="453428" y="136496"/>
                      <a:pt x="453460" y="136496"/>
                      <a:pt x="453484" y="136496"/>
                    </a:cubicBezTo>
                    <a:lnTo>
                      <a:pt x="453484" y="136496"/>
                    </a:lnTo>
                    <a:cubicBezTo>
                      <a:pt x="461036" y="136455"/>
                      <a:pt x="467140" y="130310"/>
                      <a:pt x="467140" y="122759"/>
                    </a:cubicBezTo>
                    <a:lnTo>
                      <a:pt x="467140" y="122759"/>
                    </a:lnTo>
                    <a:close/>
                    <a:moveTo>
                      <a:pt x="507945" y="122921"/>
                    </a:moveTo>
                    <a:cubicBezTo>
                      <a:pt x="508035" y="115337"/>
                      <a:pt x="501955" y="109111"/>
                      <a:pt x="494371" y="109021"/>
                    </a:cubicBezTo>
                    <a:cubicBezTo>
                      <a:pt x="486787" y="108932"/>
                      <a:pt x="480560" y="115012"/>
                      <a:pt x="480471" y="122596"/>
                    </a:cubicBezTo>
                    <a:cubicBezTo>
                      <a:pt x="480382" y="130180"/>
                      <a:pt x="486462" y="136406"/>
                      <a:pt x="494045" y="136496"/>
                    </a:cubicBezTo>
                    <a:cubicBezTo>
                      <a:pt x="494070" y="136496"/>
                      <a:pt x="494103" y="136496"/>
                      <a:pt x="494127" y="136496"/>
                    </a:cubicBezTo>
                    <a:lnTo>
                      <a:pt x="494127" y="136496"/>
                    </a:lnTo>
                    <a:cubicBezTo>
                      <a:pt x="501621" y="136496"/>
                      <a:pt x="507701" y="130416"/>
                      <a:pt x="507701" y="122921"/>
                    </a:cubicBezTo>
                    <a:lnTo>
                      <a:pt x="507701" y="122921"/>
                    </a:lnTo>
                    <a:close/>
                    <a:moveTo>
                      <a:pt x="442917" y="279720"/>
                    </a:moveTo>
                    <a:cubicBezTo>
                      <a:pt x="443007" y="272136"/>
                      <a:pt x="436927" y="265910"/>
                      <a:pt x="429343" y="265820"/>
                    </a:cubicBezTo>
                    <a:cubicBezTo>
                      <a:pt x="421759" y="265731"/>
                      <a:pt x="415532" y="271811"/>
                      <a:pt x="415443" y="279395"/>
                    </a:cubicBezTo>
                    <a:cubicBezTo>
                      <a:pt x="415354" y="286979"/>
                      <a:pt x="421434" y="293205"/>
                      <a:pt x="429017" y="293294"/>
                    </a:cubicBezTo>
                    <a:lnTo>
                      <a:pt x="429017" y="293294"/>
                    </a:lnTo>
                    <a:cubicBezTo>
                      <a:pt x="436602" y="293294"/>
                      <a:pt x="442755" y="287141"/>
                      <a:pt x="442755" y="279557"/>
                    </a:cubicBezTo>
                    <a:lnTo>
                      <a:pt x="442755" y="279557"/>
                    </a:lnTo>
                    <a:close/>
                    <a:moveTo>
                      <a:pt x="483560" y="279720"/>
                    </a:moveTo>
                    <a:cubicBezTo>
                      <a:pt x="483649" y="272136"/>
                      <a:pt x="477569" y="265910"/>
                      <a:pt x="469985" y="265820"/>
                    </a:cubicBezTo>
                    <a:cubicBezTo>
                      <a:pt x="462401" y="265731"/>
                      <a:pt x="456175" y="271811"/>
                      <a:pt x="456086" y="279395"/>
                    </a:cubicBezTo>
                    <a:cubicBezTo>
                      <a:pt x="455996" y="286979"/>
                      <a:pt x="462076" y="293205"/>
                      <a:pt x="469660" y="293294"/>
                    </a:cubicBezTo>
                    <a:lnTo>
                      <a:pt x="469660" y="293294"/>
                    </a:lnTo>
                    <a:cubicBezTo>
                      <a:pt x="477154" y="293294"/>
                      <a:pt x="483235" y="287214"/>
                      <a:pt x="483235" y="279720"/>
                    </a:cubicBezTo>
                    <a:lnTo>
                      <a:pt x="483235" y="279720"/>
                    </a:lnTo>
                    <a:close/>
                    <a:moveTo>
                      <a:pt x="524202" y="279720"/>
                    </a:moveTo>
                    <a:cubicBezTo>
                      <a:pt x="524292" y="272136"/>
                      <a:pt x="518212" y="265910"/>
                      <a:pt x="510628" y="265820"/>
                    </a:cubicBezTo>
                    <a:cubicBezTo>
                      <a:pt x="503044" y="265731"/>
                      <a:pt x="496817" y="271811"/>
                      <a:pt x="496728" y="279395"/>
                    </a:cubicBezTo>
                    <a:cubicBezTo>
                      <a:pt x="496639" y="286979"/>
                      <a:pt x="502719" y="293205"/>
                      <a:pt x="510302" y="293294"/>
                    </a:cubicBezTo>
                    <a:lnTo>
                      <a:pt x="510302" y="293294"/>
                    </a:lnTo>
                    <a:cubicBezTo>
                      <a:pt x="517797" y="293294"/>
                      <a:pt x="523877" y="287214"/>
                      <a:pt x="523877" y="279720"/>
                    </a:cubicBezTo>
                    <a:lnTo>
                      <a:pt x="523877" y="279720"/>
                    </a:lnTo>
                    <a:close/>
                    <a:moveTo>
                      <a:pt x="564845" y="279720"/>
                    </a:moveTo>
                    <a:cubicBezTo>
                      <a:pt x="564934" y="272136"/>
                      <a:pt x="558854" y="265910"/>
                      <a:pt x="551270" y="265820"/>
                    </a:cubicBezTo>
                    <a:cubicBezTo>
                      <a:pt x="543686" y="265731"/>
                      <a:pt x="537460" y="271811"/>
                      <a:pt x="537371" y="279395"/>
                    </a:cubicBezTo>
                    <a:cubicBezTo>
                      <a:pt x="537281" y="286979"/>
                      <a:pt x="543361" y="293205"/>
                      <a:pt x="550945" y="293294"/>
                    </a:cubicBezTo>
                    <a:lnTo>
                      <a:pt x="550945" y="293294"/>
                    </a:lnTo>
                    <a:cubicBezTo>
                      <a:pt x="558529" y="293294"/>
                      <a:pt x="564682" y="287141"/>
                      <a:pt x="564682" y="279557"/>
                    </a:cubicBezTo>
                    <a:lnTo>
                      <a:pt x="564682" y="279557"/>
                    </a:lnTo>
                    <a:close/>
                    <a:moveTo>
                      <a:pt x="605487" y="279720"/>
                    </a:moveTo>
                    <a:cubicBezTo>
                      <a:pt x="605577" y="272136"/>
                      <a:pt x="599497" y="265910"/>
                      <a:pt x="591913" y="265820"/>
                    </a:cubicBezTo>
                    <a:cubicBezTo>
                      <a:pt x="584329" y="265731"/>
                      <a:pt x="578102" y="271811"/>
                      <a:pt x="578013" y="279395"/>
                    </a:cubicBezTo>
                    <a:cubicBezTo>
                      <a:pt x="577924" y="286979"/>
                      <a:pt x="584004" y="293205"/>
                      <a:pt x="591587" y="293294"/>
                    </a:cubicBezTo>
                    <a:lnTo>
                      <a:pt x="591587" y="293294"/>
                    </a:lnTo>
                    <a:cubicBezTo>
                      <a:pt x="599082" y="293294"/>
                      <a:pt x="605162" y="287214"/>
                      <a:pt x="605162" y="279720"/>
                    </a:cubicBezTo>
                    <a:lnTo>
                      <a:pt x="605162" y="279720"/>
                    </a:lnTo>
                    <a:close/>
                    <a:moveTo>
                      <a:pt x="646130" y="279720"/>
                    </a:moveTo>
                    <a:cubicBezTo>
                      <a:pt x="646219" y="272136"/>
                      <a:pt x="640139" y="265910"/>
                      <a:pt x="632555" y="265820"/>
                    </a:cubicBezTo>
                    <a:cubicBezTo>
                      <a:pt x="624971" y="265731"/>
                      <a:pt x="618745" y="271811"/>
                      <a:pt x="618656" y="279395"/>
                    </a:cubicBezTo>
                    <a:cubicBezTo>
                      <a:pt x="618566" y="286979"/>
                      <a:pt x="624646" y="293205"/>
                      <a:pt x="632230" y="293294"/>
                    </a:cubicBezTo>
                    <a:cubicBezTo>
                      <a:pt x="632255" y="293294"/>
                      <a:pt x="632287" y="293294"/>
                      <a:pt x="632311" y="293294"/>
                    </a:cubicBezTo>
                    <a:lnTo>
                      <a:pt x="632311" y="293294"/>
                    </a:lnTo>
                    <a:cubicBezTo>
                      <a:pt x="639863" y="293254"/>
                      <a:pt x="645967" y="287109"/>
                      <a:pt x="645967" y="279557"/>
                    </a:cubicBezTo>
                    <a:lnTo>
                      <a:pt x="645967" y="279557"/>
                    </a:lnTo>
                    <a:close/>
                    <a:moveTo>
                      <a:pt x="441617" y="392137"/>
                    </a:moveTo>
                    <a:cubicBezTo>
                      <a:pt x="441706" y="384553"/>
                      <a:pt x="435626" y="378327"/>
                      <a:pt x="428042" y="378237"/>
                    </a:cubicBezTo>
                    <a:cubicBezTo>
                      <a:pt x="420458" y="378148"/>
                      <a:pt x="414232" y="384228"/>
                      <a:pt x="414143" y="391812"/>
                    </a:cubicBezTo>
                    <a:cubicBezTo>
                      <a:pt x="414053" y="399396"/>
                      <a:pt x="420133" y="405622"/>
                      <a:pt x="427717" y="405711"/>
                    </a:cubicBezTo>
                    <a:lnTo>
                      <a:pt x="427717" y="405711"/>
                    </a:lnTo>
                    <a:cubicBezTo>
                      <a:pt x="435301" y="405711"/>
                      <a:pt x="441454" y="399558"/>
                      <a:pt x="441454" y="391975"/>
                    </a:cubicBezTo>
                    <a:lnTo>
                      <a:pt x="441454" y="391975"/>
                    </a:lnTo>
                    <a:close/>
                    <a:moveTo>
                      <a:pt x="482260" y="392137"/>
                    </a:moveTo>
                    <a:cubicBezTo>
                      <a:pt x="482349" y="384553"/>
                      <a:pt x="476269" y="378327"/>
                      <a:pt x="468685" y="378237"/>
                    </a:cubicBezTo>
                    <a:cubicBezTo>
                      <a:pt x="461101" y="378148"/>
                      <a:pt x="454874" y="384228"/>
                      <a:pt x="454785" y="391812"/>
                    </a:cubicBezTo>
                    <a:cubicBezTo>
                      <a:pt x="454695" y="399396"/>
                      <a:pt x="460776" y="405622"/>
                      <a:pt x="468360" y="405711"/>
                    </a:cubicBezTo>
                    <a:lnTo>
                      <a:pt x="468360" y="405711"/>
                    </a:lnTo>
                    <a:cubicBezTo>
                      <a:pt x="475854" y="405711"/>
                      <a:pt x="481934" y="399631"/>
                      <a:pt x="481934" y="392137"/>
                    </a:cubicBezTo>
                    <a:lnTo>
                      <a:pt x="481934" y="392137"/>
                    </a:lnTo>
                    <a:close/>
                    <a:moveTo>
                      <a:pt x="522902" y="392137"/>
                    </a:moveTo>
                    <a:cubicBezTo>
                      <a:pt x="522991" y="384553"/>
                      <a:pt x="516911" y="378327"/>
                      <a:pt x="509327" y="378237"/>
                    </a:cubicBezTo>
                    <a:cubicBezTo>
                      <a:pt x="501743" y="378148"/>
                      <a:pt x="495517" y="384228"/>
                      <a:pt x="495428" y="391812"/>
                    </a:cubicBezTo>
                    <a:cubicBezTo>
                      <a:pt x="495338" y="399396"/>
                      <a:pt x="501418" y="405622"/>
                      <a:pt x="509002" y="405711"/>
                    </a:cubicBezTo>
                    <a:lnTo>
                      <a:pt x="509002" y="405711"/>
                    </a:lnTo>
                    <a:cubicBezTo>
                      <a:pt x="516497" y="405711"/>
                      <a:pt x="522577" y="399631"/>
                      <a:pt x="522577" y="392137"/>
                    </a:cubicBezTo>
                    <a:lnTo>
                      <a:pt x="522577" y="392137"/>
                    </a:lnTo>
                    <a:close/>
                    <a:moveTo>
                      <a:pt x="563545" y="392137"/>
                    </a:moveTo>
                    <a:cubicBezTo>
                      <a:pt x="563634" y="384553"/>
                      <a:pt x="557554" y="378327"/>
                      <a:pt x="549970" y="378237"/>
                    </a:cubicBezTo>
                    <a:cubicBezTo>
                      <a:pt x="542386" y="378148"/>
                      <a:pt x="536159" y="384228"/>
                      <a:pt x="536070" y="391812"/>
                    </a:cubicBezTo>
                    <a:cubicBezTo>
                      <a:pt x="535980" y="399396"/>
                      <a:pt x="542061" y="405622"/>
                      <a:pt x="549645" y="405711"/>
                    </a:cubicBezTo>
                    <a:lnTo>
                      <a:pt x="549645" y="405711"/>
                    </a:lnTo>
                    <a:cubicBezTo>
                      <a:pt x="557188" y="405760"/>
                      <a:pt x="563333" y="399680"/>
                      <a:pt x="563382" y="392137"/>
                    </a:cubicBezTo>
                    <a:cubicBezTo>
                      <a:pt x="563382" y="392080"/>
                      <a:pt x="563382" y="392031"/>
                      <a:pt x="563382" y="391975"/>
                    </a:cubicBezTo>
                    <a:lnTo>
                      <a:pt x="563382" y="391975"/>
                    </a:lnTo>
                    <a:close/>
                    <a:moveTo>
                      <a:pt x="604187" y="392137"/>
                    </a:moveTo>
                    <a:cubicBezTo>
                      <a:pt x="604276" y="384553"/>
                      <a:pt x="598196" y="378327"/>
                      <a:pt x="590612" y="378237"/>
                    </a:cubicBezTo>
                    <a:cubicBezTo>
                      <a:pt x="583028" y="378148"/>
                      <a:pt x="576802" y="384228"/>
                      <a:pt x="576713" y="391812"/>
                    </a:cubicBezTo>
                    <a:cubicBezTo>
                      <a:pt x="576623" y="399396"/>
                      <a:pt x="582703" y="405622"/>
                      <a:pt x="590287" y="405711"/>
                    </a:cubicBezTo>
                    <a:lnTo>
                      <a:pt x="590287" y="405711"/>
                    </a:lnTo>
                    <a:cubicBezTo>
                      <a:pt x="597741" y="405711"/>
                      <a:pt x="603780" y="399672"/>
                      <a:pt x="603780" y="392218"/>
                    </a:cubicBezTo>
                    <a:cubicBezTo>
                      <a:pt x="603780" y="392194"/>
                      <a:pt x="603780" y="392161"/>
                      <a:pt x="603780" y="392137"/>
                    </a:cubicBezTo>
                    <a:lnTo>
                      <a:pt x="603780" y="392137"/>
                    </a:lnTo>
                    <a:close/>
                    <a:moveTo>
                      <a:pt x="644830" y="392137"/>
                    </a:moveTo>
                    <a:cubicBezTo>
                      <a:pt x="644244" y="384569"/>
                      <a:pt x="637644" y="378912"/>
                      <a:pt x="630076" y="379497"/>
                    </a:cubicBezTo>
                    <a:cubicBezTo>
                      <a:pt x="623321" y="380017"/>
                      <a:pt x="617956" y="385382"/>
                      <a:pt x="617436" y="392137"/>
                    </a:cubicBezTo>
                    <a:cubicBezTo>
                      <a:pt x="617347" y="399721"/>
                      <a:pt x="623419" y="405947"/>
                      <a:pt x="631011" y="406037"/>
                    </a:cubicBezTo>
                    <a:cubicBezTo>
                      <a:pt x="631011" y="406037"/>
                      <a:pt x="631011" y="406037"/>
                      <a:pt x="631011" y="406037"/>
                    </a:cubicBezTo>
                    <a:lnTo>
                      <a:pt x="631011" y="406037"/>
                    </a:lnTo>
                    <a:cubicBezTo>
                      <a:pt x="638554" y="406037"/>
                      <a:pt x="644667" y="399924"/>
                      <a:pt x="644667" y="392381"/>
                    </a:cubicBezTo>
                    <a:cubicBezTo>
                      <a:pt x="644667" y="392357"/>
                      <a:pt x="644667" y="392324"/>
                      <a:pt x="644667" y="392300"/>
                    </a:cubicBezTo>
                    <a:lnTo>
                      <a:pt x="644667" y="39230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4" name="Google Shape;254;p20"/>
              <p:cNvSpPr/>
              <p:nvPr/>
            </p:nvSpPr>
            <p:spPr>
              <a:xfrm>
                <a:off x="-129830" y="3836475"/>
                <a:ext cx="646622" cy="407808"/>
              </a:xfrm>
              <a:custGeom>
                <a:avLst/>
                <a:gdLst/>
                <a:ahLst/>
                <a:cxnLst/>
                <a:rect l="l" t="t" r="r" b="b"/>
                <a:pathLst>
                  <a:path w="646622" h="407808" extrusionOk="0">
                    <a:moveTo>
                      <a:pt x="58927" y="25705"/>
                    </a:moveTo>
                    <a:lnTo>
                      <a:pt x="11213" y="25705"/>
                    </a:lnTo>
                    <a:cubicBezTo>
                      <a:pt x="4750" y="25705"/>
                      <a:pt x="-492" y="20462"/>
                      <a:pt x="-492" y="14000"/>
                    </a:cubicBezTo>
                    <a:lnTo>
                      <a:pt x="-492" y="14000"/>
                    </a:lnTo>
                    <a:cubicBezTo>
                      <a:pt x="-492" y="7505"/>
                      <a:pt x="4718" y="2222"/>
                      <a:pt x="11213" y="2133"/>
                    </a:cubicBezTo>
                    <a:lnTo>
                      <a:pt x="58927" y="2133"/>
                    </a:lnTo>
                    <a:cubicBezTo>
                      <a:pt x="65478" y="2133"/>
                      <a:pt x="70794" y="7449"/>
                      <a:pt x="70794" y="14000"/>
                    </a:cubicBezTo>
                    <a:lnTo>
                      <a:pt x="70794" y="14000"/>
                    </a:lnTo>
                    <a:cubicBezTo>
                      <a:pt x="70794" y="20462"/>
                      <a:pt x="65552" y="25705"/>
                      <a:pt x="59090" y="25705"/>
                    </a:cubicBezTo>
                    <a:close/>
                    <a:moveTo>
                      <a:pt x="70794" y="68542"/>
                    </a:moveTo>
                    <a:cubicBezTo>
                      <a:pt x="70794" y="62080"/>
                      <a:pt x="65552" y="56837"/>
                      <a:pt x="59090" y="56837"/>
                    </a:cubicBezTo>
                    <a:lnTo>
                      <a:pt x="11213" y="56837"/>
                    </a:lnTo>
                    <a:cubicBezTo>
                      <a:pt x="4791" y="56789"/>
                      <a:pt x="-444" y="61958"/>
                      <a:pt x="-492" y="68380"/>
                    </a:cubicBezTo>
                    <a:cubicBezTo>
                      <a:pt x="-492" y="68437"/>
                      <a:pt x="-492" y="68486"/>
                      <a:pt x="-492" y="68542"/>
                    </a:cubicBezTo>
                    <a:lnTo>
                      <a:pt x="-492" y="68542"/>
                    </a:lnTo>
                    <a:cubicBezTo>
                      <a:pt x="-492" y="75037"/>
                      <a:pt x="4718" y="80321"/>
                      <a:pt x="11213" y="80410"/>
                    </a:cubicBezTo>
                    <a:lnTo>
                      <a:pt x="58927" y="80410"/>
                    </a:lnTo>
                    <a:cubicBezTo>
                      <a:pt x="65478" y="80410"/>
                      <a:pt x="70794" y="75094"/>
                      <a:pt x="70794" y="68542"/>
                    </a:cubicBezTo>
                    <a:close/>
                    <a:moveTo>
                      <a:pt x="70794" y="123085"/>
                    </a:moveTo>
                    <a:cubicBezTo>
                      <a:pt x="70844" y="116663"/>
                      <a:pt x="65674" y="111428"/>
                      <a:pt x="59252" y="111380"/>
                    </a:cubicBezTo>
                    <a:cubicBezTo>
                      <a:pt x="59196" y="111380"/>
                      <a:pt x="59146" y="111380"/>
                      <a:pt x="59090" y="111380"/>
                    </a:cubicBezTo>
                    <a:lnTo>
                      <a:pt x="11213" y="111380"/>
                    </a:lnTo>
                    <a:cubicBezTo>
                      <a:pt x="4702" y="112144"/>
                      <a:pt x="44" y="118045"/>
                      <a:pt x="817" y="124556"/>
                    </a:cubicBezTo>
                    <a:cubicBezTo>
                      <a:pt x="1459" y="130010"/>
                      <a:pt x="5758" y="134310"/>
                      <a:pt x="11213" y="134952"/>
                    </a:cubicBezTo>
                    <a:lnTo>
                      <a:pt x="58927" y="134952"/>
                    </a:lnTo>
                    <a:cubicBezTo>
                      <a:pt x="65478" y="134952"/>
                      <a:pt x="70794" y="129636"/>
                      <a:pt x="70794" y="123085"/>
                    </a:cubicBezTo>
                    <a:close/>
                    <a:moveTo>
                      <a:pt x="70794" y="177627"/>
                    </a:moveTo>
                    <a:cubicBezTo>
                      <a:pt x="70844" y="171205"/>
                      <a:pt x="65674" y="165971"/>
                      <a:pt x="59252" y="165922"/>
                    </a:cubicBezTo>
                    <a:cubicBezTo>
                      <a:pt x="59196" y="165922"/>
                      <a:pt x="59146" y="165922"/>
                      <a:pt x="59090" y="165922"/>
                    </a:cubicBezTo>
                    <a:lnTo>
                      <a:pt x="11213" y="165922"/>
                    </a:lnTo>
                    <a:cubicBezTo>
                      <a:pt x="4726" y="166458"/>
                      <a:pt x="-94" y="172156"/>
                      <a:pt x="442" y="178643"/>
                    </a:cubicBezTo>
                    <a:cubicBezTo>
                      <a:pt x="922" y="184382"/>
                      <a:pt x="5474" y="188934"/>
                      <a:pt x="11213" y="189413"/>
                    </a:cubicBezTo>
                    <a:lnTo>
                      <a:pt x="58927" y="189413"/>
                    </a:lnTo>
                    <a:cubicBezTo>
                      <a:pt x="65438" y="189462"/>
                      <a:pt x="70746" y="184219"/>
                      <a:pt x="70794" y="177708"/>
                    </a:cubicBezTo>
                    <a:cubicBezTo>
                      <a:pt x="70794" y="177684"/>
                      <a:pt x="70794" y="177651"/>
                      <a:pt x="70794" y="177627"/>
                    </a:cubicBezTo>
                    <a:lnTo>
                      <a:pt x="70794" y="177627"/>
                    </a:lnTo>
                    <a:close/>
                    <a:moveTo>
                      <a:pt x="70794" y="232088"/>
                    </a:moveTo>
                    <a:cubicBezTo>
                      <a:pt x="70794" y="225666"/>
                      <a:pt x="65593" y="220464"/>
                      <a:pt x="59171" y="220464"/>
                    </a:cubicBezTo>
                    <a:cubicBezTo>
                      <a:pt x="59146" y="220464"/>
                      <a:pt x="59114" y="220464"/>
                      <a:pt x="59090" y="220464"/>
                    </a:cubicBezTo>
                    <a:lnTo>
                      <a:pt x="11213" y="220464"/>
                    </a:lnTo>
                    <a:cubicBezTo>
                      <a:pt x="4726" y="221001"/>
                      <a:pt x="-94" y="226699"/>
                      <a:pt x="442" y="233185"/>
                    </a:cubicBezTo>
                    <a:cubicBezTo>
                      <a:pt x="922" y="238924"/>
                      <a:pt x="5474" y="243476"/>
                      <a:pt x="11213" y="243955"/>
                    </a:cubicBezTo>
                    <a:lnTo>
                      <a:pt x="58927" y="243955"/>
                    </a:lnTo>
                    <a:cubicBezTo>
                      <a:pt x="65478" y="243955"/>
                      <a:pt x="70794" y="238640"/>
                      <a:pt x="70794" y="232088"/>
                    </a:cubicBezTo>
                    <a:close/>
                    <a:moveTo>
                      <a:pt x="70794" y="286630"/>
                    </a:moveTo>
                    <a:cubicBezTo>
                      <a:pt x="70794" y="280168"/>
                      <a:pt x="65552" y="274925"/>
                      <a:pt x="59090" y="274925"/>
                    </a:cubicBezTo>
                    <a:lnTo>
                      <a:pt x="11213" y="274925"/>
                    </a:lnTo>
                    <a:cubicBezTo>
                      <a:pt x="4702" y="275689"/>
                      <a:pt x="44" y="281590"/>
                      <a:pt x="817" y="288101"/>
                    </a:cubicBezTo>
                    <a:cubicBezTo>
                      <a:pt x="1459" y="293556"/>
                      <a:pt x="5758" y="297855"/>
                      <a:pt x="11213" y="298498"/>
                    </a:cubicBezTo>
                    <a:lnTo>
                      <a:pt x="58927" y="298498"/>
                    </a:lnTo>
                    <a:cubicBezTo>
                      <a:pt x="65478" y="298498"/>
                      <a:pt x="70794" y="293182"/>
                      <a:pt x="70794" y="286630"/>
                    </a:cubicBezTo>
                    <a:close/>
                    <a:moveTo>
                      <a:pt x="70794" y="341172"/>
                    </a:moveTo>
                    <a:cubicBezTo>
                      <a:pt x="70794" y="334710"/>
                      <a:pt x="65552" y="329467"/>
                      <a:pt x="59090" y="329467"/>
                    </a:cubicBezTo>
                    <a:lnTo>
                      <a:pt x="11213" y="329467"/>
                    </a:lnTo>
                    <a:cubicBezTo>
                      <a:pt x="4702" y="330231"/>
                      <a:pt x="44" y="336133"/>
                      <a:pt x="817" y="342644"/>
                    </a:cubicBezTo>
                    <a:cubicBezTo>
                      <a:pt x="1459" y="348098"/>
                      <a:pt x="5758" y="352398"/>
                      <a:pt x="11213" y="353040"/>
                    </a:cubicBezTo>
                    <a:lnTo>
                      <a:pt x="58927" y="353040"/>
                    </a:lnTo>
                    <a:cubicBezTo>
                      <a:pt x="65478" y="353040"/>
                      <a:pt x="70794" y="347724"/>
                      <a:pt x="70794" y="341172"/>
                    </a:cubicBezTo>
                    <a:close/>
                    <a:moveTo>
                      <a:pt x="70794" y="395877"/>
                    </a:moveTo>
                    <a:cubicBezTo>
                      <a:pt x="70794" y="389326"/>
                      <a:pt x="65478" y="384009"/>
                      <a:pt x="58927" y="384009"/>
                    </a:cubicBezTo>
                    <a:lnTo>
                      <a:pt x="11213" y="384009"/>
                    </a:lnTo>
                    <a:cubicBezTo>
                      <a:pt x="4702" y="384774"/>
                      <a:pt x="44" y="390675"/>
                      <a:pt x="817" y="397186"/>
                    </a:cubicBezTo>
                    <a:cubicBezTo>
                      <a:pt x="1459" y="402640"/>
                      <a:pt x="5758" y="406940"/>
                      <a:pt x="11213" y="407582"/>
                    </a:cubicBezTo>
                    <a:lnTo>
                      <a:pt x="58927" y="407582"/>
                    </a:lnTo>
                    <a:cubicBezTo>
                      <a:pt x="65373" y="407631"/>
                      <a:pt x="70664" y="402486"/>
                      <a:pt x="70794" y="396040"/>
                    </a:cubicBezTo>
                    <a:lnTo>
                      <a:pt x="70794" y="396040"/>
                    </a:lnTo>
                    <a:close/>
                    <a:moveTo>
                      <a:pt x="249621" y="13838"/>
                    </a:moveTo>
                    <a:cubicBezTo>
                      <a:pt x="249581" y="7302"/>
                      <a:pt x="244290" y="2011"/>
                      <a:pt x="237754" y="1970"/>
                    </a:cubicBezTo>
                    <a:lnTo>
                      <a:pt x="112575" y="1970"/>
                    </a:lnTo>
                    <a:cubicBezTo>
                      <a:pt x="106040" y="2011"/>
                      <a:pt x="100748" y="7302"/>
                      <a:pt x="100708" y="13838"/>
                    </a:cubicBezTo>
                    <a:lnTo>
                      <a:pt x="100708" y="13838"/>
                    </a:lnTo>
                    <a:cubicBezTo>
                      <a:pt x="100748" y="20284"/>
                      <a:pt x="105967" y="25502"/>
                      <a:pt x="112413" y="25543"/>
                    </a:cubicBezTo>
                    <a:lnTo>
                      <a:pt x="237754" y="25543"/>
                    </a:lnTo>
                    <a:cubicBezTo>
                      <a:pt x="244216" y="25632"/>
                      <a:pt x="249532" y="20462"/>
                      <a:pt x="249621" y="14000"/>
                    </a:cubicBezTo>
                    <a:cubicBezTo>
                      <a:pt x="249621" y="14000"/>
                      <a:pt x="249621" y="14000"/>
                      <a:pt x="249621" y="14000"/>
                    </a:cubicBezTo>
                    <a:lnTo>
                      <a:pt x="249621" y="14000"/>
                    </a:lnTo>
                    <a:close/>
                    <a:moveTo>
                      <a:pt x="249621" y="68380"/>
                    </a:moveTo>
                    <a:cubicBezTo>
                      <a:pt x="249581" y="61934"/>
                      <a:pt x="244362" y="56715"/>
                      <a:pt x="237917" y="56675"/>
                    </a:cubicBezTo>
                    <a:lnTo>
                      <a:pt x="112250" y="56675"/>
                    </a:lnTo>
                    <a:cubicBezTo>
                      <a:pt x="105804" y="56626"/>
                      <a:pt x="100512" y="61771"/>
                      <a:pt x="100382" y="68217"/>
                    </a:cubicBezTo>
                    <a:lnTo>
                      <a:pt x="100382" y="68217"/>
                    </a:lnTo>
                    <a:cubicBezTo>
                      <a:pt x="100423" y="74753"/>
                      <a:pt x="105715" y="80044"/>
                      <a:pt x="112250" y="80085"/>
                    </a:cubicBezTo>
                    <a:lnTo>
                      <a:pt x="237429" y="80085"/>
                    </a:lnTo>
                    <a:cubicBezTo>
                      <a:pt x="243964" y="80044"/>
                      <a:pt x="249248" y="74753"/>
                      <a:pt x="249296" y="68217"/>
                    </a:cubicBezTo>
                    <a:close/>
                    <a:moveTo>
                      <a:pt x="249621" y="122922"/>
                    </a:moveTo>
                    <a:cubicBezTo>
                      <a:pt x="249621" y="116460"/>
                      <a:pt x="244379" y="111217"/>
                      <a:pt x="237917" y="111217"/>
                    </a:cubicBezTo>
                    <a:lnTo>
                      <a:pt x="112250" y="111217"/>
                    </a:lnTo>
                    <a:cubicBezTo>
                      <a:pt x="105788" y="110412"/>
                      <a:pt x="99903" y="114989"/>
                      <a:pt x="99090" y="121451"/>
                    </a:cubicBezTo>
                    <a:cubicBezTo>
                      <a:pt x="99090" y="121483"/>
                      <a:pt x="99082" y="121508"/>
                      <a:pt x="99082" y="121540"/>
                    </a:cubicBezTo>
                    <a:cubicBezTo>
                      <a:pt x="98318" y="128035"/>
                      <a:pt x="102918" y="133944"/>
                      <a:pt x="109405" y="134790"/>
                    </a:cubicBezTo>
                    <a:lnTo>
                      <a:pt x="237429" y="134790"/>
                    </a:lnTo>
                    <a:cubicBezTo>
                      <a:pt x="243964" y="134749"/>
                      <a:pt x="249248" y="129457"/>
                      <a:pt x="249296" y="122922"/>
                    </a:cubicBezTo>
                    <a:close/>
                    <a:moveTo>
                      <a:pt x="249621" y="177464"/>
                    </a:moveTo>
                    <a:cubicBezTo>
                      <a:pt x="249621" y="171002"/>
                      <a:pt x="244379" y="165759"/>
                      <a:pt x="237917" y="165759"/>
                    </a:cubicBezTo>
                    <a:lnTo>
                      <a:pt x="112250" y="165759"/>
                    </a:lnTo>
                    <a:cubicBezTo>
                      <a:pt x="105698" y="165483"/>
                      <a:pt x="100171" y="170563"/>
                      <a:pt x="99887" y="177115"/>
                    </a:cubicBezTo>
                    <a:cubicBezTo>
                      <a:pt x="99643" y="182951"/>
                      <a:pt x="103675" y="188096"/>
                      <a:pt x="109405" y="189251"/>
                    </a:cubicBezTo>
                    <a:cubicBezTo>
                      <a:pt x="110348" y="189421"/>
                      <a:pt x="111307" y="189421"/>
                      <a:pt x="112250" y="189251"/>
                    </a:cubicBezTo>
                    <a:lnTo>
                      <a:pt x="237429" y="189251"/>
                    </a:lnTo>
                    <a:cubicBezTo>
                      <a:pt x="243940" y="189299"/>
                      <a:pt x="249248" y="184056"/>
                      <a:pt x="249296" y="177546"/>
                    </a:cubicBezTo>
                    <a:cubicBezTo>
                      <a:pt x="249296" y="177521"/>
                      <a:pt x="249296" y="177489"/>
                      <a:pt x="249296" y="177464"/>
                    </a:cubicBezTo>
                    <a:lnTo>
                      <a:pt x="249296" y="177464"/>
                    </a:lnTo>
                    <a:close/>
                    <a:moveTo>
                      <a:pt x="249621" y="231925"/>
                    </a:moveTo>
                    <a:cubicBezTo>
                      <a:pt x="249573" y="225496"/>
                      <a:pt x="244346" y="220302"/>
                      <a:pt x="237917" y="220302"/>
                    </a:cubicBezTo>
                    <a:lnTo>
                      <a:pt x="112250" y="220302"/>
                    </a:lnTo>
                    <a:cubicBezTo>
                      <a:pt x="105829" y="219009"/>
                      <a:pt x="99570" y="223171"/>
                      <a:pt x="98277" y="229592"/>
                    </a:cubicBezTo>
                    <a:cubicBezTo>
                      <a:pt x="96985" y="236022"/>
                      <a:pt x="101146" y="242281"/>
                      <a:pt x="107568" y="243573"/>
                    </a:cubicBezTo>
                    <a:cubicBezTo>
                      <a:pt x="108177" y="243695"/>
                      <a:pt x="108787" y="243768"/>
                      <a:pt x="109405" y="243793"/>
                    </a:cubicBezTo>
                    <a:cubicBezTo>
                      <a:pt x="110348" y="243964"/>
                      <a:pt x="111307" y="243964"/>
                      <a:pt x="112250" y="243793"/>
                    </a:cubicBezTo>
                    <a:lnTo>
                      <a:pt x="237429" y="243793"/>
                    </a:lnTo>
                    <a:cubicBezTo>
                      <a:pt x="243980" y="243793"/>
                      <a:pt x="249296" y="238477"/>
                      <a:pt x="249296" y="231925"/>
                    </a:cubicBezTo>
                    <a:close/>
                    <a:moveTo>
                      <a:pt x="399674" y="286467"/>
                    </a:moveTo>
                    <a:cubicBezTo>
                      <a:pt x="399633" y="280021"/>
                      <a:pt x="394415" y="274803"/>
                      <a:pt x="387969" y="274763"/>
                    </a:cubicBezTo>
                    <a:lnTo>
                      <a:pt x="262140" y="274763"/>
                    </a:lnTo>
                    <a:cubicBezTo>
                      <a:pt x="255628" y="275527"/>
                      <a:pt x="250971" y="281428"/>
                      <a:pt x="251743" y="287939"/>
                    </a:cubicBezTo>
                    <a:cubicBezTo>
                      <a:pt x="252385" y="293393"/>
                      <a:pt x="256685" y="297693"/>
                      <a:pt x="262140" y="298335"/>
                    </a:cubicBezTo>
                    <a:lnTo>
                      <a:pt x="387481" y="298335"/>
                    </a:lnTo>
                    <a:cubicBezTo>
                      <a:pt x="394033" y="298335"/>
                      <a:pt x="399349" y="293019"/>
                      <a:pt x="399349" y="286467"/>
                    </a:cubicBezTo>
                    <a:close/>
                    <a:moveTo>
                      <a:pt x="399674" y="341010"/>
                    </a:moveTo>
                    <a:cubicBezTo>
                      <a:pt x="399633" y="334564"/>
                      <a:pt x="394415" y="329345"/>
                      <a:pt x="387969" y="329305"/>
                    </a:cubicBezTo>
                    <a:lnTo>
                      <a:pt x="262140" y="329305"/>
                    </a:lnTo>
                    <a:cubicBezTo>
                      <a:pt x="255628" y="330069"/>
                      <a:pt x="250971" y="335970"/>
                      <a:pt x="251743" y="342481"/>
                    </a:cubicBezTo>
                    <a:cubicBezTo>
                      <a:pt x="252385" y="347935"/>
                      <a:pt x="256685" y="352235"/>
                      <a:pt x="262140" y="352877"/>
                    </a:cubicBezTo>
                    <a:lnTo>
                      <a:pt x="387481" y="352877"/>
                    </a:lnTo>
                    <a:cubicBezTo>
                      <a:pt x="394033" y="352877"/>
                      <a:pt x="399349" y="347561"/>
                      <a:pt x="399349" y="341010"/>
                    </a:cubicBezTo>
                    <a:close/>
                    <a:moveTo>
                      <a:pt x="399674" y="395714"/>
                    </a:moveTo>
                    <a:cubicBezTo>
                      <a:pt x="399674" y="389163"/>
                      <a:pt x="394358" y="383847"/>
                      <a:pt x="387806" y="383847"/>
                    </a:cubicBezTo>
                    <a:lnTo>
                      <a:pt x="262140" y="383847"/>
                    </a:lnTo>
                    <a:cubicBezTo>
                      <a:pt x="255628" y="384611"/>
                      <a:pt x="250971" y="390512"/>
                      <a:pt x="251743" y="397023"/>
                    </a:cubicBezTo>
                    <a:cubicBezTo>
                      <a:pt x="252385" y="402477"/>
                      <a:pt x="256685" y="406778"/>
                      <a:pt x="262140" y="407419"/>
                    </a:cubicBezTo>
                    <a:lnTo>
                      <a:pt x="387481" y="407419"/>
                    </a:lnTo>
                    <a:cubicBezTo>
                      <a:pt x="393927" y="407468"/>
                      <a:pt x="399219" y="402323"/>
                      <a:pt x="399349" y="395877"/>
                    </a:cubicBezTo>
                    <a:lnTo>
                      <a:pt x="399349" y="395877"/>
                    </a:lnTo>
                    <a:close/>
                    <a:moveTo>
                      <a:pt x="304814" y="13675"/>
                    </a:moveTo>
                    <a:cubicBezTo>
                      <a:pt x="304814" y="6091"/>
                      <a:pt x="298661" y="-62"/>
                      <a:pt x="291077" y="-62"/>
                    </a:cubicBezTo>
                    <a:cubicBezTo>
                      <a:pt x="283493" y="-62"/>
                      <a:pt x="277340" y="6091"/>
                      <a:pt x="277340" y="13675"/>
                    </a:cubicBezTo>
                    <a:cubicBezTo>
                      <a:pt x="277340" y="21259"/>
                      <a:pt x="283493" y="27412"/>
                      <a:pt x="291077" y="27412"/>
                    </a:cubicBezTo>
                    <a:cubicBezTo>
                      <a:pt x="298661" y="27412"/>
                      <a:pt x="304814" y="21259"/>
                      <a:pt x="304814" y="13675"/>
                    </a:cubicBezTo>
                    <a:close/>
                    <a:moveTo>
                      <a:pt x="345457" y="13675"/>
                    </a:moveTo>
                    <a:cubicBezTo>
                      <a:pt x="345546" y="6091"/>
                      <a:pt x="339466" y="-135"/>
                      <a:pt x="331882" y="-225"/>
                    </a:cubicBezTo>
                    <a:cubicBezTo>
                      <a:pt x="324298" y="-314"/>
                      <a:pt x="318072" y="5766"/>
                      <a:pt x="317982" y="13350"/>
                    </a:cubicBezTo>
                    <a:cubicBezTo>
                      <a:pt x="317893" y="20934"/>
                      <a:pt x="323973" y="27160"/>
                      <a:pt x="331557" y="27250"/>
                    </a:cubicBezTo>
                    <a:lnTo>
                      <a:pt x="331557" y="27250"/>
                    </a:lnTo>
                    <a:cubicBezTo>
                      <a:pt x="339051" y="27250"/>
                      <a:pt x="345131" y="21169"/>
                      <a:pt x="345131" y="13675"/>
                    </a:cubicBezTo>
                    <a:close/>
                    <a:moveTo>
                      <a:pt x="386099" y="13675"/>
                    </a:moveTo>
                    <a:cubicBezTo>
                      <a:pt x="386189" y="6091"/>
                      <a:pt x="380109" y="-135"/>
                      <a:pt x="372525" y="-225"/>
                    </a:cubicBezTo>
                    <a:cubicBezTo>
                      <a:pt x="364941" y="-314"/>
                      <a:pt x="358714" y="5766"/>
                      <a:pt x="358625" y="13350"/>
                    </a:cubicBezTo>
                    <a:cubicBezTo>
                      <a:pt x="358536" y="20934"/>
                      <a:pt x="364616" y="27160"/>
                      <a:pt x="372199" y="27250"/>
                    </a:cubicBezTo>
                    <a:lnTo>
                      <a:pt x="372199" y="27250"/>
                    </a:lnTo>
                    <a:cubicBezTo>
                      <a:pt x="379727" y="27250"/>
                      <a:pt x="385847" y="21202"/>
                      <a:pt x="385937" y="13675"/>
                    </a:cubicBezTo>
                    <a:close/>
                    <a:moveTo>
                      <a:pt x="426742" y="13675"/>
                    </a:moveTo>
                    <a:cubicBezTo>
                      <a:pt x="426831" y="6091"/>
                      <a:pt x="420751" y="-135"/>
                      <a:pt x="413167" y="-225"/>
                    </a:cubicBezTo>
                    <a:cubicBezTo>
                      <a:pt x="405583" y="-314"/>
                      <a:pt x="399357" y="5766"/>
                      <a:pt x="399267" y="13350"/>
                    </a:cubicBezTo>
                    <a:cubicBezTo>
                      <a:pt x="399178" y="20934"/>
                      <a:pt x="405258" y="27160"/>
                      <a:pt x="412842" y="27250"/>
                    </a:cubicBezTo>
                    <a:lnTo>
                      <a:pt x="412842" y="27250"/>
                    </a:lnTo>
                    <a:cubicBezTo>
                      <a:pt x="420296" y="27250"/>
                      <a:pt x="426335" y="21210"/>
                      <a:pt x="426335" y="13756"/>
                    </a:cubicBezTo>
                    <a:cubicBezTo>
                      <a:pt x="426335" y="13732"/>
                      <a:pt x="426335" y="13700"/>
                      <a:pt x="426335" y="13675"/>
                    </a:cubicBezTo>
                    <a:close/>
                    <a:moveTo>
                      <a:pt x="467384" y="13675"/>
                    </a:moveTo>
                    <a:cubicBezTo>
                      <a:pt x="467474" y="6091"/>
                      <a:pt x="461394" y="-135"/>
                      <a:pt x="453810" y="-225"/>
                    </a:cubicBezTo>
                    <a:cubicBezTo>
                      <a:pt x="446226" y="-314"/>
                      <a:pt x="439999" y="5766"/>
                      <a:pt x="439910" y="13350"/>
                    </a:cubicBezTo>
                    <a:cubicBezTo>
                      <a:pt x="439821" y="20934"/>
                      <a:pt x="445901" y="27160"/>
                      <a:pt x="453484" y="27250"/>
                    </a:cubicBezTo>
                    <a:cubicBezTo>
                      <a:pt x="453509" y="27250"/>
                      <a:pt x="453541" y="27250"/>
                      <a:pt x="453566" y="27250"/>
                    </a:cubicBezTo>
                    <a:lnTo>
                      <a:pt x="453566" y="27250"/>
                    </a:lnTo>
                    <a:cubicBezTo>
                      <a:pt x="461060" y="27209"/>
                      <a:pt x="467132" y="21169"/>
                      <a:pt x="467222" y="13675"/>
                    </a:cubicBezTo>
                    <a:close/>
                    <a:moveTo>
                      <a:pt x="508027" y="13675"/>
                    </a:moveTo>
                    <a:cubicBezTo>
                      <a:pt x="508116" y="6091"/>
                      <a:pt x="502036" y="-135"/>
                      <a:pt x="494452" y="-225"/>
                    </a:cubicBezTo>
                    <a:cubicBezTo>
                      <a:pt x="486868" y="-314"/>
                      <a:pt x="480642" y="5766"/>
                      <a:pt x="480552" y="13350"/>
                    </a:cubicBezTo>
                    <a:cubicBezTo>
                      <a:pt x="480463" y="20934"/>
                      <a:pt x="486543" y="27160"/>
                      <a:pt x="494127" y="27250"/>
                    </a:cubicBezTo>
                    <a:cubicBezTo>
                      <a:pt x="494151" y="27250"/>
                      <a:pt x="494184" y="27250"/>
                      <a:pt x="494208" y="27250"/>
                    </a:cubicBezTo>
                    <a:lnTo>
                      <a:pt x="494208" y="27250"/>
                    </a:lnTo>
                    <a:cubicBezTo>
                      <a:pt x="501662" y="27250"/>
                      <a:pt x="507701" y="21210"/>
                      <a:pt x="507701" y="13756"/>
                    </a:cubicBezTo>
                    <a:cubicBezTo>
                      <a:pt x="507701" y="13732"/>
                      <a:pt x="507701" y="13700"/>
                      <a:pt x="507701" y="13675"/>
                    </a:cubicBezTo>
                    <a:close/>
                    <a:moveTo>
                      <a:pt x="304733" y="123085"/>
                    </a:moveTo>
                    <a:cubicBezTo>
                      <a:pt x="304310" y="115956"/>
                      <a:pt x="298197" y="110526"/>
                      <a:pt x="291069" y="110941"/>
                    </a:cubicBezTo>
                    <a:cubicBezTo>
                      <a:pt x="283948" y="111363"/>
                      <a:pt x="278510" y="117476"/>
                      <a:pt x="278925" y="124605"/>
                    </a:cubicBezTo>
                    <a:cubicBezTo>
                      <a:pt x="279315" y="131115"/>
                      <a:pt x="284485" y="136318"/>
                      <a:pt x="290996" y="136741"/>
                    </a:cubicBezTo>
                    <a:cubicBezTo>
                      <a:pt x="298539" y="136789"/>
                      <a:pt x="304684" y="130709"/>
                      <a:pt x="304733" y="123166"/>
                    </a:cubicBezTo>
                    <a:cubicBezTo>
                      <a:pt x="304733" y="123142"/>
                      <a:pt x="304733" y="123109"/>
                      <a:pt x="304733" y="123085"/>
                    </a:cubicBezTo>
                    <a:close/>
                    <a:moveTo>
                      <a:pt x="345375" y="123085"/>
                    </a:moveTo>
                    <a:cubicBezTo>
                      <a:pt x="345416" y="115501"/>
                      <a:pt x="339303" y="109315"/>
                      <a:pt x="331720" y="109266"/>
                    </a:cubicBezTo>
                    <a:cubicBezTo>
                      <a:pt x="324136" y="109225"/>
                      <a:pt x="317950" y="115338"/>
                      <a:pt x="317901" y="122922"/>
                    </a:cubicBezTo>
                    <a:cubicBezTo>
                      <a:pt x="317860" y="130506"/>
                      <a:pt x="323973" y="136692"/>
                      <a:pt x="331557" y="136741"/>
                    </a:cubicBezTo>
                    <a:cubicBezTo>
                      <a:pt x="331581" y="136741"/>
                      <a:pt x="331614" y="136741"/>
                      <a:pt x="331638" y="136741"/>
                    </a:cubicBezTo>
                    <a:lnTo>
                      <a:pt x="331638" y="136741"/>
                    </a:lnTo>
                    <a:cubicBezTo>
                      <a:pt x="339092" y="136789"/>
                      <a:pt x="345164" y="130782"/>
                      <a:pt x="345213" y="123329"/>
                    </a:cubicBezTo>
                    <a:cubicBezTo>
                      <a:pt x="345213" y="123304"/>
                      <a:pt x="345213" y="123272"/>
                      <a:pt x="345213" y="123247"/>
                    </a:cubicBezTo>
                    <a:lnTo>
                      <a:pt x="345213" y="123247"/>
                    </a:lnTo>
                    <a:close/>
                    <a:moveTo>
                      <a:pt x="386018" y="123085"/>
                    </a:moveTo>
                    <a:cubicBezTo>
                      <a:pt x="386059" y="115501"/>
                      <a:pt x="379946" y="109315"/>
                      <a:pt x="372362" y="109266"/>
                    </a:cubicBezTo>
                    <a:cubicBezTo>
                      <a:pt x="364778" y="109225"/>
                      <a:pt x="358592" y="115338"/>
                      <a:pt x="358544" y="122922"/>
                    </a:cubicBezTo>
                    <a:cubicBezTo>
                      <a:pt x="358503" y="130506"/>
                      <a:pt x="364616" y="136692"/>
                      <a:pt x="372199" y="136741"/>
                    </a:cubicBezTo>
                    <a:cubicBezTo>
                      <a:pt x="372224" y="136741"/>
                      <a:pt x="372256" y="136741"/>
                      <a:pt x="372281" y="136741"/>
                    </a:cubicBezTo>
                    <a:lnTo>
                      <a:pt x="372281" y="136741"/>
                    </a:lnTo>
                    <a:cubicBezTo>
                      <a:pt x="379734" y="136879"/>
                      <a:pt x="385879" y="130945"/>
                      <a:pt x="386018" y="123491"/>
                    </a:cubicBezTo>
                    <a:cubicBezTo>
                      <a:pt x="386018" y="123467"/>
                      <a:pt x="386018" y="123434"/>
                      <a:pt x="386018" y="123410"/>
                    </a:cubicBezTo>
                    <a:lnTo>
                      <a:pt x="386018" y="123410"/>
                    </a:lnTo>
                    <a:close/>
                    <a:moveTo>
                      <a:pt x="426660" y="123085"/>
                    </a:moveTo>
                    <a:cubicBezTo>
                      <a:pt x="426701" y="115501"/>
                      <a:pt x="420588" y="109315"/>
                      <a:pt x="413005" y="109266"/>
                    </a:cubicBezTo>
                    <a:cubicBezTo>
                      <a:pt x="405421" y="109225"/>
                      <a:pt x="399235" y="115338"/>
                      <a:pt x="399186" y="122922"/>
                    </a:cubicBezTo>
                    <a:cubicBezTo>
                      <a:pt x="399145" y="130506"/>
                      <a:pt x="405258" y="136692"/>
                      <a:pt x="412842" y="136741"/>
                    </a:cubicBezTo>
                    <a:cubicBezTo>
                      <a:pt x="412866" y="136741"/>
                      <a:pt x="412899" y="136741"/>
                      <a:pt x="412923" y="136741"/>
                    </a:cubicBezTo>
                    <a:lnTo>
                      <a:pt x="412923" y="136741"/>
                    </a:lnTo>
                    <a:cubicBezTo>
                      <a:pt x="420377" y="136741"/>
                      <a:pt x="426416" y="130701"/>
                      <a:pt x="426416" y="123247"/>
                    </a:cubicBezTo>
                    <a:lnTo>
                      <a:pt x="426416" y="123247"/>
                    </a:lnTo>
                    <a:close/>
                    <a:moveTo>
                      <a:pt x="467303" y="123085"/>
                    </a:moveTo>
                    <a:cubicBezTo>
                      <a:pt x="467344" y="115501"/>
                      <a:pt x="461231" y="109315"/>
                      <a:pt x="453647" y="109266"/>
                    </a:cubicBezTo>
                    <a:cubicBezTo>
                      <a:pt x="446063" y="109225"/>
                      <a:pt x="439877" y="115338"/>
                      <a:pt x="439829" y="122922"/>
                    </a:cubicBezTo>
                    <a:cubicBezTo>
                      <a:pt x="439788" y="130506"/>
                      <a:pt x="445901" y="136692"/>
                      <a:pt x="453484" y="136741"/>
                    </a:cubicBezTo>
                    <a:cubicBezTo>
                      <a:pt x="453541" y="136741"/>
                      <a:pt x="453590" y="136741"/>
                      <a:pt x="453647" y="136741"/>
                    </a:cubicBezTo>
                    <a:lnTo>
                      <a:pt x="453647" y="136741"/>
                    </a:lnTo>
                    <a:cubicBezTo>
                      <a:pt x="461052" y="136879"/>
                      <a:pt x="467164" y="130977"/>
                      <a:pt x="467303" y="123572"/>
                    </a:cubicBezTo>
                    <a:cubicBezTo>
                      <a:pt x="467303" y="123524"/>
                      <a:pt x="467303" y="123467"/>
                      <a:pt x="467303" y="123410"/>
                    </a:cubicBezTo>
                    <a:lnTo>
                      <a:pt x="467303" y="123410"/>
                    </a:lnTo>
                    <a:close/>
                    <a:moveTo>
                      <a:pt x="507945" y="123085"/>
                    </a:moveTo>
                    <a:cubicBezTo>
                      <a:pt x="507986" y="115501"/>
                      <a:pt x="501873" y="109315"/>
                      <a:pt x="494290" y="109266"/>
                    </a:cubicBezTo>
                    <a:cubicBezTo>
                      <a:pt x="486706" y="109225"/>
                      <a:pt x="480520" y="115338"/>
                      <a:pt x="480471" y="122922"/>
                    </a:cubicBezTo>
                    <a:cubicBezTo>
                      <a:pt x="480430" y="130506"/>
                      <a:pt x="486543" y="136692"/>
                      <a:pt x="494127" y="136741"/>
                    </a:cubicBezTo>
                    <a:cubicBezTo>
                      <a:pt x="494184" y="136741"/>
                      <a:pt x="494232" y="136741"/>
                      <a:pt x="494290" y="136741"/>
                    </a:cubicBezTo>
                    <a:lnTo>
                      <a:pt x="494290" y="136741"/>
                    </a:lnTo>
                    <a:cubicBezTo>
                      <a:pt x="501743" y="136741"/>
                      <a:pt x="507783" y="130701"/>
                      <a:pt x="507783" y="123247"/>
                    </a:cubicBezTo>
                    <a:lnTo>
                      <a:pt x="507783" y="123247"/>
                    </a:lnTo>
                    <a:close/>
                    <a:moveTo>
                      <a:pt x="442917" y="279883"/>
                    </a:moveTo>
                    <a:cubicBezTo>
                      <a:pt x="442917" y="272300"/>
                      <a:pt x="436764" y="266146"/>
                      <a:pt x="429180" y="266146"/>
                    </a:cubicBezTo>
                    <a:cubicBezTo>
                      <a:pt x="421596" y="266146"/>
                      <a:pt x="415443" y="272300"/>
                      <a:pt x="415443" y="279883"/>
                    </a:cubicBezTo>
                    <a:cubicBezTo>
                      <a:pt x="415443" y="287467"/>
                      <a:pt x="421596" y="293620"/>
                      <a:pt x="429180" y="293620"/>
                    </a:cubicBezTo>
                    <a:lnTo>
                      <a:pt x="429180" y="293620"/>
                    </a:lnTo>
                    <a:cubicBezTo>
                      <a:pt x="436658" y="293669"/>
                      <a:pt x="442787" y="287687"/>
                      <a:pt x="442917" y="280209"/>
                    </a:cubicBezTo>
                    <a:lnTo>
                      <a:pt x="442917" y="280209"/>
                    </a:lnTo>
                    <a:close/>
                    <a:moveTo>
                      <a:pt x="483560" y="279883"/>
                    </a:moveTo>
                    <a:cubicBezTo>
                      <a:pt x="483560" y="272300"/>
                      <a:pt x="477406" y="266146"/>
                      <a:pt x="469823" y="266146"/>
                    </a:cubicBezTo>
                    <a:cubicBezTo>
                      <a:pt x="462239" y="266146"/>
                      <a:pt x="456086" y="272300"/>
                      <a:pt x="456086" y="279883"/>
                    </a:cubicBezTo>
                    <a:cubicBezTo>
                      <a:pt x="456086" y="287467"/>
                      <a:pt x="462239" y="293620"/>
                      <a:pt x="469823" y="293620"/>
                    </a:cubicBezTo>
                    <a:lnTo>
                      <a:pt x="469823" y="293620"/>
                    </a:lnTo>
                    <a:cubicBezTo>
                      <a:pt x="477317" y="293620"/>
                      <a:pt x="483397" y="287540"/>
                      <a:pt x="483397" y="280046"/>
                    </a:cubicBezTo>
                    <a:lnTo>
                      <a:pt x="483397" y="280046"/>
                    </a:lnTo>
                    <a:close/>
                    <a:moveTo>
                      <a:pt x="524202" y="279883"/>
                    </a:moveTo>
                    <a:cubicBezTo>
                      <a:pt x="524202" y="272300"/>
                      <a:pt x="518049" y="266146"/>
                      <a:pt x="510465" y="266146"/>
                    </a:cubicBezTo>
                    <a:cubicBezTo>
                      <a:pt x="502881" y="266146"/>
                      <a:pt x="496728" y="272300"/>
                      <a:pt x="496728" y="279883"/>
                    </a:cubicBezTo>
                    <a:cubicBezTo>
                      <a:pt x="496728" y="287467"/>
                      <a:pt x="502881" y="293620"/>
                      <a:pt x="510465" y="293620"/>
                    </a:cubicBezTo>
                    <a:lnTo>
                      <a:pt x="510465" y="293620"/>
                    </a:lnTo>
                    <a:cubicBezTo>
                      <a:pt x="517960" y="293620"/>
                      <a:pt x="524040" y="287540"/>
                      <a:pt x="524040" y="280046"/>
                    </a:cubicBezTo>
                    <a:lnTo>
                      <a:pt x="524040" y="280046"/>
                    </a:lnTo>
                    <a:close/>
                    <a:moveTo>
                      <a:pt x="564845" y="279883"/>
                    </a:moveTo>
                    <a:cubicBezTo>
                      <a:pt x="564845" y="272300"/>
                      <a:pt x="558691" y="266146"/>
                      <a:pt x="551108" y="266146"/>
                    </a:cubicBezTo>
                    <a:cubicBezTo>
                      <a:pt x="543524" y="266146"/>
                      <a:pt x="537371" y="272300"/>
                      <a:pt x="537371" y="279883"/>
                    </a:cubicBezTo>
                    <a:cubicBezTo>
                      <a:pt x="537371" y="287467"/>
                      <a:pt x="543524" y="293620"/>
                      <a:pt x="551108" y="293620"/>
                    </a:cubicBezTo>
                    <a:lnTo>
                      <a:pt x="551108" y="293620"/>
                    </a:lnTo>
                    <a:cubicBezTo>
                      <a:pt x="558602" y="293710"/>
                      <a:pt x="564756" y="287703"/>
                      <a:pt x="564845" y="280209"/>
                    </a:cubicBezTo>
                    <a:cubicBezTo>
                      <a:pt x="564845" y="280209"/>
                      <a:pt x="564845" y="280209"/>
                      <a:pt x="564845" y="280209"/>
                    </a:cubicBezTo>
                    <a:lnTo>
                      <a:pt x="564845" y="280209"/>
                    </a:lnTo>
                    <a:close/>
                    <a:moveTo>
                      <a:pt x="605487" y="279883"/>
                    </a:moveTo>
                    <a:cubicBezTo>
                      <a:pt x="605487" y="272300"/>
                      <a:pt x="599334" y="266146"/>
                      <a:pt x="591750" y="266146"/>
                    </a:cubicBezTo>
                    <a:cubicBezTo>
                      <a:pt x="584166" y="266146"/>
                      <a:pt x="578013" y="272300"/>
                      <a:pt x="578013" y="279883"/>
                    </a:cubicBezTo>
                    <a:cubicBezTo>
                      <a:pt x="578013" y="287467"/>
                      <a:pt x="584166" y="293620"/>
                      <a:pt x="591750" y="293620"/>
                    </a:cubicBezTo>
                    <a:lnTo>
                      <a:pt x="591750" y="293620"/>
                    </a:lnTo>
                    <a:cubicBezTo>
                      <a:pt x="599245" y="293620"/>
                      <a:pt x="605325" y="287540"/>
                      <a:pt x="605325" y="280046"/>
                    </a:cubicBezTo>
                    <a:lnTo>
                      <a:pt x="605325" y="280046"/>
                    </a:lnTo>
                    <a:close/>
                    <a:moveTo>
                      <a:pt x="646130" y="279883"/>
                    </a:moveTo>
                    <a:cubicBezTo>
                      <a:pt x="646130" y="272300"/>
                      <a:pt x="639976" y="266146"/>
                      <a:pt x="632393" y="266146"/>
                    </a:cubicBezTo>
                    <a:cubicBezTo>
                      <a:pt x="624809" y="266146"/>
                      <a:pt x="618656" y="272300"/>
                      <a:pt x="618656" y="279883"/>
                    </a:cubicBezTo>
                    <a:cubicBezTo>
                      <a:pt x="618656" y="287467"/>
                      <a:pt x="624809" y="293620"/>
                      <a:pt x="632393" y="293620"/>
                    </a:cubicBezTo>
                    <a:cubicBezTo>
                      <a:pt x="632417" y="293620"/>
                      <a:pt x="632450" y="293620"/>
                      <a:pt x="632474" y="293620"/>
                    </a:cubicBezTo>
                    <a:lnTo>
                      <a:pt x="632474" y="293620"/>
                    </a:lnTo>
                    <a:cubicBezTo>
                      <a:pt x="639928" y="293710"/>
                      <a:pt x="646041" y="287744"/>
                      <a:pt x="646130" y="280290"/>
                    </a:cubicBezTo>
                    <a:cubicBezTo>
                      <a:pt x="646130" y="280265"/>
                      <a:pt x="646130" y="280233"/>
                      <a:pt x="646130" y="280209"/>
                    </a:cubicBezTo>
                    <a:lnTo>
                      <a:pt x="646130" y="280209"/>
                    </a:lnTo>
                    <a:close/>
                    <a:moveTo>
                      <a:pt x="441617" y="392301"/>
                    </a:moveTo>
                    <a:cubicBezTo>
                      <a:pt x="441617" y="384717"/>
                      <a:pt x="435464" y="378563"/>
                      <a:pt x="427880" y="378563"/>
                    </a:cubicBezTo>
                    <a:cubicBezTo>
                      <a:pt x="420296" y="378563"/>
                      <a:pt x="414143" y="384717"/>
                      <a:pt x="414143" y="392301"/>
                    </a:cubicBezTo>
                    <a:cubicBezTo>
                      <a:pt x="414143" y="399884"/>
                      <a:pt x="420296" y="406038"/>
                      <a:pt x="427880" y="406038"/>
                    </a:cubicBezTo>
                    <a:lnTo>
                      <a:pt x="427880" y="406038"/>
                    </a:lnTo>
                    <a:cubicBezTo>
                      <a:pt x="435358" y="406086"/>
                      <a:pt x="441487" y="400104"/>
                      <a:pt x="441617" y="392626"/>
                    </a:cubicBezTo>
                    <a:lnTo>
                      <a:pt x="441617" y="392626"/>
                    </a:lnTo>
                    <a:close/>
                    <a:moveTo>
                      <a:pt x="482260" y="392301"/>
                    </a:moveTo>
                    <a:cubicBezTo>
                      <a:pt x="482260" y="384717"/>
                      <a:pt x="476106" y="378563"/>
                      <a:pt x="468522" y="378563"/>
                    </a:cubicBezTo>
                    <a:cubicBezTo>
                      <a:pt x="460938" y="378563"/>
                      <a:pt x="454785" y="384717"/>
                      <a:pt x="454785" y="392301"/>
                    </a:cubicBezTo>
                    <a:cubicBezTo>
                      <a:pt x="454785" y="399884"/>
                      <a:pt x="460938" y="406038"/>
                      <a:pt x="468522" y="406038"/>
                    </a:cubicBezTo>
                    <a:lnTo>
                      <a:pt x="468522" y="406038"/>
                    </a:lnTo>
                    <a:cubicBezTo>
                      <a:pt x="476017" y="406038"/>
                      <a:pt x="482097" y="399958"/>
                      <a:pt x="482097" y="392463"/>
                    </a:cubicBezTo>
                    <a:lnTo>
                      <a:pt x="482097" y="392463"/>
                    </a:lnTo>
                    <a:close/>
                    <a:moveTo>
                      <a:pt x="522902" y="392301"/>
                    </a:moveTo>
                    <a:cubicBezTo>
                      <a:pt x="522902" y="384717"/>
                      <a:pt x="516749" y="378563"/>
                      <a:pt x="509165" y="378563"/>
                    </a:cubicBezTo>
                    <a:cubicBezTo>
                      <a:pt x="501581" y="378563"/>
                      <a:pt x="495428" y="384717"/>
                      <a:pt x="495428" y="392301"/>
                    </a:cubicBezTo>
                    <a:cubicBezTo>
                      <a:pt x="495428" y="399884"/>
                      <a:pt x="501581" y="406038"/>
                      <a:pt x="509165" y="406038"/>
                    </a:cubicBezTo>
                    <a:lnTo>
                      <a:pt x="509165" y="406038"/>
                    </a:lnTo>
                    <a:cubicBezTo>
                      <a:pt x="516659" y="406038"/>
                      <a:pt x="522739" y="399958"/>
                      <a:pt x="522739" y="392463"/>
                    </a:cubicBezTo>
                    <a:lnTo>
                      <a:pt x="522739" y="392463"/>
                    </a:lnTo>
                    <a:close/>
                    <a:moveTo>
                      <a:pt x="563545" y="392301"/>
                    </a:moveTo>
                    <a:cubicBezTo>
                      <a:pt x="563545" y="384717"/>
                      <a:pt x="557391" y="378563"/>
                      <a:pt x="549807" y="378563"/>
                    </a:cubicBezTo>
                    <a:cubicBezTo>
                      <a:pt x="542223" y="378563"/>
                      <a:pt x="536070" y="384717"/>
                      <a:pt x="536070" y="392301"/>
                    </a:cubicBezTo>
                    <a:cubicBezTo>
                      <a:pt x="536070" y="399884"/>
                      <a:pt x="542223" y="406038"/>
                      <a:pt x="549807" y="406038"/>
                    </a:cubicBezTo>
                    <a:lnTo>
                      <a:pt x="549807" y="406038"/>
                    </a:lnTo>
                    <a:cubicBezTo>
                      <a:pt x="557302" y="406127"/>
                      <a:pt x="563455" y="400120"/>
                      <a:pt x="563545" y="392626"/>
                    </a:cubicBezTo>
                    <a:cubicBezTo>
                      <a:pt x="563545" y="392626"/>
                      <a:pt x="563545" y="392626"/>
                      <a:pt x="563545" y="392626"/>
                    </a:cubicBezTo>
                    <a:lnTo>
                      <a:pt x="563545" y="392626"/>
                    </a:lnTo>
                    <a:close/>
                    <a:moveTo>
                      <a:pt x="604187" y="392301"/>
                    </a:moveTo>
                    <a:cubicBezTo>
                      <a:pt x="604187" y="384717"/>
                      <a:pt x="598034" y="378563"/>
                      <a:pt x="590450" y="378563"/>
                    </a:cubicBezTo>
                    <a:cubicBezTo>
                      <a:pt x="582866" y="378563"/>
                      <a:pt x="576713" y="384717"/>
                      <a:pt x="576713" y="392301"/>
                    </a:cubicBezTo>
                    <a:cubicBezTo>
                      <a:pt x="576713" y="399884"/>
                      <a:pt x="582866" y="406038"/>
                      <a:pt x="590450" y="406038"/>
                    </a:cubicBezTo>
                    <a:lnTo>
                      <a:pt x="590450" y="406038"/>
                    </a:lnTo>
                    <a:cubicBezTo>
                      <a:pt x="597904" y="406038"/>
                      <a:pt x="603943" y="399998"/>
                      <a:pt x="603943" y="392544"/>
                    </a:cubicBezTo>
                    <a:cubicBezTo>
                      <a:pt x="603943" y="392520"/>
                      <a:pt x="603943" y="392488"/>
                      <a:pt x="603943" y="392463"/>
                    </a:cubicBezTo>
                    <a:lnTo>
                      <a:pt x="603943" y="392463"/>
                    </a:lnTo>
                    <a:close/>
                    <a:moveTo>
                      <a:pt x="644830" y="392301"/>
                    </a:moveTo>
                    <a:cubicBezTo>
                      <a:pt x="644830" y="384717"/>
                      <a:pt x="638676" y="378563"/>
                      <a:pt x="631092" y="378563"/>
                    </a:cubicBezTo>
                    <a:cubicBezTo>
                      <a:pt x="623508" y="378563"/>
                      <a:pt x="617355" y="384717"/>
                      <a:pt x="617355" y="392301"/>
                    </a:cubicBezTo>
                    <a:cubicBezTo>
                      <a:pt x="617355" y="399884"/>
                      <a:pt x="623508" y="406038"/>
                      <a:pt x="631092" y="406038"/>
                    </a:cubicBezTo>
                    <a:cubicBezTo>
                      <a:pt x="631117" y="406038"/>
                      <a:pt x="631149" y="406038"/>
                      <a:pt x="631173" y="406038"/>
                    </a:cubicBezTo>
                    <a:lnTo>
                      <a:pt x="631173" y="406038"/>
                    </a:lnTo>
                    <a:cubicBezTo>
                      <a:pt x="638627" y="406127"/>
                      <a:pt x="644740" y="400161"/>
                      <a:pt x="644830" y="392707"/>
                    </a:cubicBezTo>
                    <a:cubicBezTo>
                      <a:pt x="644830" y="392683"/>
                      <a:pt x="644830" y="392650"/>
                      <a:pt x="644830" y="392626"/>
                    </a:cubicBezTo>
                    <a:lnTo>
                      <a:pt x="644830" y="392626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0"/>
            <p:cNvGrpSpPr/>
            <p:nvPr/>
          </p:nvGrpSpPr>
          <p:grpSpPr>
            <a:xfrm>
              <a:off x="7692851" y="-482918"/>
              <a:ext cx="1627340" cy="1899886"/>
              <a:chOff x="7511876" y="-463868"/>
              <a:chExt cx="1627340" cy="1899886"/>
            </a:xfrm>
          </p:grpSpPr>
          <p:sp>
            <p:nvSpPr>
              <p:cNvPr id="256" name="Google Shape;256;p20"/>
              <p:cNvSpPr/>
              <p:nvPr/>
            </p:nvSpPr>
            <p:spPr>
              <a:xfrm>
                <a:off x="7511876" y="-463868"/>
                <a:ext cx="1594671" cy="1823598"/>
              </a:xfrm>
              <a:custGeom>
                <a:avLst/>
                <a:gdLst/>
                <a:ahLst/>
                <a:cxnLst/>
                <a:rect l="l" t="t" r="r" b="b"/>
                <a:pathLst>
                  <a:path w="1822481" h="2084112" extrusionOk="0">
                    <a:moveTo>
                      <a:pt x="1440741" y="2089880"/>
                    </a:moveTo>
                    <a:lnTo>
                      <a:pt x="1211143" y="844745"/>
                    </a:lnTo>
                    <a:lnTo>
                      <a:pt x="1228510" y="841537"/>
                    </a:lnTo>
                    <a:lnTo>
                      <a:pt x="1458113" y="2086671"/>
                    </a:lnTo>
                    <a:close/>
                    <a:moveTo>
                      <a:pt x="1223299" y="852172"/>
                    </a:moveTo>
                    <a:lnTo>
                      <a:pt x="1826542" y="884979"/>
                    </a:lnTo>
                    <a:lnTo>
                      <a:pt x="1827511" y="867351"/>
                    </a:lnTo>
                    <a:lnTo>
                      <a:pt x="1216354" y="834115"/>
                    </a:lnTo>
                    <a:lnTo>
                      <a:pt x="583398" y="1470959"/>
                    </a:lnTo>
                    <a:lnTo>
                      <a:pt x="595919" y="1483411"/>
                    </a:lnTo>
                    <a:close/>
                    <a:moveTo>
                      <a:pt x="928194" y="1527416"/>
                    </a:moveTo>
                    <a:lnTo>
                      <a:pt x="840068" y="1238658"/>
                    </a:lnTo>
                    <a:lnTo>
                      <a:pt x="823184" y="1243816"/>
                    </a:lnTo>
                    <a:lnTo>
                      <a:pt x="911309" y="1532574"/>
                    </a:lnTo>
                    <a:close/>
                    <a:moveTo>
                      <a:pt x="1224796" y="835862"/>
                    </a:moveTo>
                    <a:lnTo>
                      <a:pt x="15015" y="5767"/>
                    </a:lnTo>
                    <a:lnTo>
                      <a:pt x="5030" y="20325"/>
                    </a:lnTo>
                    <a:lnTo>
                      <a:pt x="1214834" y="85043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7" name="Google Shape;257;p20"/>
              <p:cNvSpPr/>
              <p:nvPr/>
            </p:nvSpPr>
            <p:spPr>
              <a:xfrm>
                <a:off x="7991308" y="121335"/>
                <a:ext cx="1147908" cy="1314683"/>
              </a:xfrm>
              <a:custGeom>
                <a:avLst/>
                <a:gdLst/>
                <a:ahLst/>
                <a:cxnLst/>
                <a:rect l="l" t="t" r="r" b="b"/>
                <a:pathLst>
                  <a:path w="1311895" h="1502495" extrusionOk="0">
                    <a:moveTo>
                      <a:pt x="666806" y="348752"/>
                    </a:moveTo>
                    <a:cubicBezTo>
                      <a:pt x="572228" y="348752"/>
                      <a:pt x="495313" y="271820"/>
                      <a:pt x="495313" y="177259"/>
                    </a:cubicBezTo>
                    <a:cubicBezTo>
                      <a:pt x="495313" y="82699"/>
                      <a:pt x="572228" y="5767"/>
                      <a:pt x="666806" y="5767"/>
                    </a:cubicBezTo>
                    <a:cubicBezTo>
                      <a:pt x="761383" y="5767"/>
                      <a:pt x="838299" y="82699"/>
                      <a:pt x="838299" y="177259"/>
                    </a:cubicBezTo>
                    <a:cubicBezTo>
                      <a:pt x="838299" y="271820"/>
                      <a:pt x="761383" y="348752"/>
                      <a:pt x="666806" y="348752"/>
                    </a:cubicBezTo>
                    <a:close/>
                    <a:moveTo>
                      <a:pt x="666806" y="23429"/>
                    </a:moveTo>
                    <a:cubicBezTo>
                      <a:pt x="581982" y="23429"/>
                      <a:pt x="512975" y="92436"/>
                      <a:pt x="512975" y="177259"/>
                    </a:cubicBezTo>
                    <a:cubicBezTo>
                      <a:pt x="512975" y="262083"/>
                      <a:pt x="581982" y="331090"/>
                      <a:pt x="666806" y="331090"/>
                    </a:cubicBezTo>
                    <a:cubicBezTo>
                      <a:pt x="751630" y="331090"/>
                      <a:pt x="820637" y="262083"/>
                      <a:pt x="820637" y="177259"/>
                    </a:cubicBezTo>
                    <a:cubicBezTo>
                      <a:pt x="820637" y="92436"/>
                      <a:pt x="751630" y="23429"/>
                      <a:pt x="666806" y="23429"/>
                    </a:cubicBezTo>
                    <a:close/>
                    <a:moveTo>
                      <a:pt x="666806" y="88954"/>
                    </a:moveTo>
                    <a:cubicBezTo>
                      <a:pt x="715574" y="88954"/>
                      <a:pt x="755111" y="128491"/>
                      <a:pt x="755111" y="177259"/>
                    </a:cubicBezTo>
                    <a:cubicBezTo>
                      <a:pt x="755111" y="177259"/>
                      <a:pt x="755111" y="177265"/>
                      <a:pt x="755111" y="177265"/>
                    </a:cubicBezTo>
                    <a:cubicBezTo>
                      <a:pt x="755111" y="226034"/>
                      <a:pt x="715574" y="265571"/>
                      <a:pt x="666806" y="265571"/>
                    </a:cubicBezTo>
                    <a:cubicBezTo>
                      <a:pt x="618037" y="265576"/>
                      <a:pt x="578501" y="226039"/>
                      <a:pt x="578495" y="177271"/>
                    </a:cubicBezTo>
                    <a:cubicBezTo>
                      <a:pt x="578495" y="177271"/>
                      <a:pt x="578495" y="177265"/>
                      <a:pt x="578495" y="177265"/>
                    </a:cubicBezTo>
                    <a:cubicBezTo>
                      <a:pt x="578495" y="128491"/>
                      <a:pt x="618032" y="88954"/>
                      <a:pt x="666806" y="88954"/>
                    </a:cubicBezTo>
                    <a:close/>
                    <a:moveTo>
                      <a:pt x="49179" y="763095"/>
                    </a:moveTo>
                    <a:cubicBezTo>
                      <a:pt x="73567" y="763095"/>
                      <a:pt x="93335" y="782864"/>
                      <a:pt x="93335" y="807251"/>
                    </a:cubicBezTo>
                    <a:cubicBezTo>
                      <a:pt x="93335" y="831638"/>
                      <a:pt x="73567" y="851406"/>
                      <a:pt x="49179" y="851406"/>
                    </a:cubicBezTo>
                    <a:cubicBezTo>
                      <a:pt x="24798" y="851400"/>
                      <a:pt x="5030" y="831638"/>
                      <a:pt x="5030" y="807251"/>
                    </a:cubicBezTo>
                    <a:cubicBezTo>
                      <a:pt x="5030" y="782869"/>
                      <a:pt x="24792" y="763101"/>
                      <a:pt x="49179" y="763095"/>
                    </a:cubicBezTo>
                    <a:close/>
                    <a:moveTo>
                      <a:pt x="1272770" y="163520"/>
                    </a:moveTo>
                    <a:cubicBezTo>
                      <a:pt x="1297157" y="163520"/>
                      <a:pt x="1316919" y="183282"/>
                      <a:pt x="1316925" y="207669"/>
                    </a:cubicBezTo>
                    <a:cubicBezTo>
                      <a:pt x="1316925" y="232057"/>
                      <a:pt x="1297157" y="251825"/>
                      <a:pt x="1272770" y="251825"/>
                    </a:cubicBezTo>
                    <a:cubicBezTo>
                      <a:pt x="1248383" y="251819"/>
                      <a:pt x="1228620" y="232057"/>
                      <a:pt x="1228620" y="207669"/>
                    </a:cubicBezTo>
                    <a:cubicBezTo>
                      <a:pt x="1228620" y="183288"/>
                      <a:pt x="1248388" y="163520"/>
                      <a:pt x="1272770" y="163520"/>
                    </a:cubicBezTo>
                    <a:close/>
                    <a:moveTo>
                      <a:pt x="901880" y="1331651"/>
                    </a:moveTo>
                    <a:cubicBezTo>
                      <a:pt x="950649" y="1331651"/>
                      <a:pt x="990186" y="1371188"/>
                      <a:pt x="990186" y="1419957"/>
                    </a:cubicBezTo>
                    <a:cubicBezTo>
                      <a:pt x="990186" y="1468725"/>
                      <a:pt x="950649" y="1508262"/>
                      <a:pt x="901880" y="1508262"/>
                    </a:cubicBezTo>
                    <a:cubicBezTo>
                      <a:pt x="853112" y="1508268"/>
                      <a:pt x="813575" y="1468731"/>
                      <a:pt x="813569" y="1419963"/>
                    </a:cubicBezTo>
                    <a:cubicBezTo>
                      <a:pt x="813569" y="1419963"/>
                      <a:pt x="813569" y="1419957"/>
                      <a:pt x="813569" y="1419957"/>
                    </a:cubicBezTo>
                    <a:cubicBezTo>
                      <a:pt x="813552" y="1371188"/>
                      <a:pt x="853077" y="1331640"/>
                      <a:pt x="901846" y="1331622"/>
                    </a:cubicBezTo>
                    <a:cubicBezTo>
                      <a:pt x="901857" y="1331622"/>
                      <a:pt x="901869" y="1331622"/>
                      <a:pt x="901880" y="1331622"/>
                    </a:cubicBezTo>
                    <a:close/>
                    <a:moveTo>
                      <a:pt x="357195" y="905298"/>
                    </a:moveTo>
                    <a:cubicBezTo>
                      <a:pt x="333452" y="899745"/>
                      <a:pt x="318702" y="876002"/>
                      <a:pt x="324255" y="852259"/>
                    </a:cubicBezTo>
                    <a:cubicBezTo>
                      <a:pt x="324255" y="852253"/>
                      <a:pt x="324255" y="852253"/>
                      <a:pt x="324255" y="852253"/>
                    </a:cubicBezTo>
                    <a:cubicBezTo>
                      <a:pt x="329814" y="828510"/>
                      <a:pt x="353563" y="813767"/>
                      <a:pt x="377306" y="819314"/>
                    </a:cubicBezTo>
                    <a:cubicBezTo>
                      <a:pt x="401049" y="824866"/>
                      <a:pt x="415798" y="848609"/>
                      <a:pt x="410245" y="872352"/>
                    </a:cubicBezTo>
                    <a:cubicBezTo>
                      <a:pt x="410245" y="872358"/>
                      <a:pt x="410245" y="872358"/>
                      <a:pt x="410245" y="872358"/>
                    </a:cubicBezTo>
                    <a:cubicBezTo>
                      <a:pt x="410245" y="872451"/>
                      <a:pt x="410205" y="872538"/>
                      <a:pt x="410181" y="872625"/>
                    </a:cubicBezTo>
                    <a:cubicBezTo>
                      <a:pt x="404495" y="896223"/>
                      <a:pt x="380828" y="910804"/>
                      <a:pt x="357195" y="9052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58" name="Google Shape;258;p2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0" name="Google Shape;260;p21"/>
          <p:cNvGrpSpPr/>
          <p:nvPr/>
        </p:nvGrpSpPr>
        <p:grpSpPr>
          <a:xfrm>
            <a:off x="1145868" y="-1519996"/>
            <a:ext cx="6852245" cy="8359981"/>
            <a:chOff x="2092493" y="-1456321"/>
            <a:chExt cx="6852245" cy="8359981"/>
          </a:xfrm>
        </p:grpSpPr>
        <p:sp>
          <p:nvSpPr>
            <p:cNvPr id="261" name="Google Shape;261;p21"/>
            <p:cNvSpPr/>
            <p:nvPr/>
          </p:nvSpPr>
          <p:spPr>
            <a:xfrm>
              <a:off x="6441178" y="-1456321"/>
              <a:ext cx="2503560" cy="1995809"/>
            </a:xfrm>
            <a:custGeom>
              <a:avLst/>
              <a:gdLst/>
              <a:ahLst/>
              <a:cxnLst/>
              <a:rect l="l" t="t" r="r" b="b"/>
              <a:pathLst>
                <a:path w="2503560" h="1995809" extrusionOk="0">
                  <a:moveTo>
                    <a:pt x="2359679" y="330860"/>
                  </a:moveTo>
                  <a:cubicBezTo>
                    <a:pt x="2359679" y="330860"/>
                    <a:pt x="2191519" y="19683"/>
                    <a:pt x="1831164" y="1554"/>
                  </a:cubicBezTo>
                  <a:cubicBezTo>
                    <a:pt x="1470810" y="-16575"/>
                    <a:pt x="1342588" y="352392"/>
                    <a:pt x="1080032" y="494714"/>
                  </a:cubicBezTo>
                  <a:cubicBezTo>
                    <a:pt x="942572" y="569313"/>
                    <a:pt x="664597" y="444426"/>
                    <a:pt x="517968" y="487143"/>
                  </a:cubicBezTo>
                  <a:cubicBezTo>
                    <a:pt x="49188" y="623908"/>
                    <a:pt x="-118139" y="1249875"/>
                    <a:pt x="83571" y="1580431"/>
                  </a:cubicBezTo>
                  <a:cubicBezTo>
                    <a:pt x="258122" y="1867020"/>
                    <a:pt x="559227" y="1998506"/>
                    <a:pt x="1014324" y="1996700"/>
                  </a:cubicBezTo>
                  <a:cubicBezTo>
                    <a:pt x="1469421" y="1994894"/>
                    <a:pt x="1789072" y="2010592"/>
                    <a:pt x="2191380" y="1681772"/>
                  </a:cubicBezTo>
                  <a:cubicBezTo>
                    <a:pt x="2593688" y="1352952"/>
                    <a:pt x="2556665" y="741989"/>
                    <a:pt x="2359679" y="330860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" name="Google Shape;262;p21"/>
            <p:cNvSpPr/>
            <p:nvPr/>
          </p:nvSpPr>
          <p:spPr>
            <a:xfrm rot="9110095" flipH="1">
              <a:off x="2369036" y="4601438"/>
              <a:ext cx="2541957" cy="1809429"/>
            </a:xfrm>
            <a:custGeom>
              <a:avLst/>
              <a:gdLst/>
              <a:ahLst/>
              <a:cxnLst/>
              <a:rect l="l" t="t" r="r" b="b"/>
              <a:pathLst>
                <a:path w="2539340" h="1807566" extrusionOk="0">
                  <a:moveTo>
                    <a:pt x="65938" y="1326437"/>
                  </a:moveTo>
                  <a:cubicBezTo>
                    <a:pt x="-119866" y="832095"/>
                    <a:pt x="116574" y="472088"/>
                    <a:pt x="371558" y="397906"/>
                  </a:cubicBezTo>
                  <a:cubicBezTo>
                    <a:pt x="729690" y="293717"/>
                    <a:pt x="1065248" y="672756"/>
                    <a:pt x="1296964" y="618995"/>
                  </a:cubicBezTo>
                  <a:cubicBezTo>
                    <a:pt x="1483462" y="575722"/>
                    <a:pt x="1514579" y="120625"/>
                    <a:pt x="1783734" y="27689"/>
                  </a:cubicBezTo>
                  <a:cubicBezTo>
                    <a:pt x="2117138" y="-87336"/>
                    <a:pt x="2533893" y="179179"/>
                    <a:pt x="2538755" y="616286"/>
                  </a:cubicBezTo>
                  <a:cubicBezTo>
                    <a:pt x="2543201" y="1050614"/>
                    <a:pt x="2096856" y="1427847"/>
                    <a:pt x="1798181" y="1577393"/>
                  </a:cubicBezTo>
                  <a:cubicBezTo>
                    <a:pt x="1503119" y="1725341"/>
                    <a:pt x="1019127" y="1838559"/>
                    <a:pt x="750042" y="1801329"/>
                  </a:cubicBezTo>
                  <a:cubicBezTo>
                    <a:pt x="443727" y="1758890"/>
                    <a:pt x="176795" y="1621291"/>
                    <a:pt x="65938" y="1326437"/>
                  </a:cubicBezTo>
                  <a:close/>
                </a:path>
              </a:pathLst>
            </a:custGeom>
            <a:solidFill>
              <a:srgbClr val="87E8BD">
                <a:alpha val="30196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3" name="Google Shape;263;p21"/>
          <p:cNvGrpSpPr/>
          <p:nvPr/>
        </p:nvGrpSpPr>
        <p:grpSpPr>
          <a:xfrm>
            <a:off x="-1194131" y="-559931"/>
            <a:ext cx="10595334" cy="5978442"/>
            <a:chOff x="-1194131" y="-559931"/>
            <a:chExt cx="10595334" cy="5978442"/>
          </a:xfrm>
        </p:grpSpPr>
        <p:grpSp>
          <p:nvGrpSpPr>
            <p:cNvPr id="264" name="Google Shape;264;p21"/>
            <p:cNvGrpSpPr/>
            <p:nvPr/>
          </p:nvGrpSpPr>
          <p:grpSpPr>
            <a:xfrm>
              <a:off x="-1194131" y="-559931"/>
              <a:ext cx="2269753" cy="2135869"/>
              <a:chOff x="-1194131" y="-559931"/>
              <a:chExt cx="2269753" cy="2135869"/>
            </a:xfrm>
          </p:grpSpPr>
          <p:sp>
            <p:nvSpPr>
              <p:cNvPr id="265" name="Google Shape;265;p21"/>
              <p:cNvSpPr/>
              <p:nvPr/>
            </p:nvSpPr>
            <p:spPr>
              <a:xfrm>
                <a:off x="-1194131" y="-297968"/>
                <a:ext cx="1687691" cy="1873906"/>
              </a:xfrm>
              <a:custGeom>
                <a:avLst/>
                <a:gdLst/>
                <a:ahLst/>
                <a:cxnLst/>
                <a:rect l="l" t="t" r="r" b="b"/>
                <a:pathLst>
                  <a:path w="1928790" h="2141607" extrusionOk="0">
                    <a:moveTo>
                      <a:pt x="1933821" y="1322611"/>
                    </a:moveTo>
                    <a:lnTo>
                      <a:pt x="1933385" y="1304949"/>
                    </a:lnTo>
                    <a:lnTo>
                      <a:pt x="1656981" y="1311645"/>
                    </a:lnTo>
                    <a:cubicBezTo>
                      <a:pt x="1650349" y="1142798"/>
                      <a:pt x="1569993" y="992663"/>
                      <a:pt x="1447187" y="892562"/>
                    </a:cubicBezTo>
                    <a:lnTo>
                      <a:pt x="1640288" y="647577"/>
                    </a:lnTo>
                    <a:lnTo>
                      <a:pt x="1626420" y="636640"/>
                    </a:lnTo>
                    <a:lnTo>
                      <a:pt x="1433308" y="881648"/>
                    </a:lnTo>
                    <a:cubicBezTo>
                      <a:pt x="1336578" y="807477"/>
                      <a:pt x="1218507" y="766472"/>
                      <a:pt x="1096623" y="764731"/>
                    </a:cubicBezTo>
                    <a:lnTo>
                      <a:pt x="1096623" y="23429"/>
                    </a:lnTo>
                    <a:lnTo>
                      <a:pt x="1864744" y="23429"/>
                    </a:lnTo>
                    <a:lnTo>
                      <a:pt x="1864744" y="5767"/>
                    </a:lnTo>
                    <a:lnTo>
                      <a:pt x="1078961" y="5767"/>
                    </a:lnTo>
                    <a:lnTo>
                      <a:pt x="1078961" y="764708"/>
                    </a:lnTo>
                    <a:cubicBezTo>
                      <a:pt x="768868" y="769466"/>
                      <a:pt x="518035" y="1023038"/>
                      <a:pt x="518035" y="1334239"/>
                    </a:cubicBezTo>
                    <a:cubicBezTo>
                      <a:pt x="518035" y="1459790"/>
                      <a:pt x="558941" y="1575917"/>
                      <a:pt x="628000" y="1670193"/>
                    </a:cubicBezTo>
                    <a:lnTo>
                      <a:pt x="5030" y="2140354"/>
                    </a:lnTo>
                    <a:lnTo>
                      <a:pt x="25036" y="2147374"/>
                    </a:lnTo>
                    <a:lnTo>
                      <a:pt x="638717" y="1684258"/>
                    </a:lnTo>
                    <a:cubicBezTo>
                      <a:pt x="743077" y="1817873"/>
                      <a:pt x="905524" y="1904026"/>
                      <a:pt x="1087815" y="1904026"/>
                    </a:cubicBezTo>
                    <a:cubicBezTo>
                      <a:pt x="1401987" y="1904026"/>
                      <a:pt x="1657602" y="1648434"/>
                      <a:pt x="1657602" y="1334239"/>
                    </a:cubicBezTo>
                    <a:cubicBezTo>
                      <a:pt x="1657602" y="1332580"/>
                      <a:pt x="1657492" y="1330944"/>
                      <a:pt x="1657474" y="1329284"/>
                    </a:cubicBezTo>
                    <a:close/>
                    <a:moveTo>
                      <a:pt x="1639330" y="1312063"/>
                    </a:moveTo>
                    <a:lnTo>
                      <a:pt x="1462360" y="1316345"/>
                    </a:lnTo>
                    <a:cubicBezTo>
                      <a:pt x="1457457" y="1210882"/>
                      <a:pt x="1408300" y="1112377"/>
                      <a:pt x="1326969" y="1045058"/>
                    </a:cubicBezTo>
                    <a:lnTo>
                      <a:pt x="1436250" y="906412"/>
                    </a:lnTo>
                    <a:cubicBezTo>
                      <a:pt x="1555069" y="1003380"/>
                      <a:pt x="1632832" y="1148693"/>
                      <a:pt x="1639330" y="1312063"/>
                    </a:cubicBezTo>
                    <a:close/>
                    <a:moveTo>
                      <a:pt x="1096623" y="976881"/>
                    </a:moveTo>
                    <a:cubicBezTo>
                      <a:pt x="1170846" y="978651"/>
                      <a:pt x="1242650" y="1003618"/>
                      <a:pt x="1301955" y="1048278"/>
                    </a:cubicBezTo>
                    <a:lnTo>
                      <a:pt x="1096623" y="1308802"/>
                    </a:lnTo>
                    <a:close/>
                    <a:moveTo>
                      <a:pt x="1078961" y="1329853"/>
                    </a:moveTo>
                    <a:lnTo>
                      <a:pt x="797323" y="1542414"/>
                    </a:lnTo>
                    <a:cubicBezTo>
                      <a:pt x="755117" y="1483689"/>
                      <a:pt x="729970" y="1411932"/>
                      <a:pt x="729970" y="1334257"/>
                    </a:cubicBezTo>
                    <a:cubicBezTo>
                      <a:pt x="729970" y="1139938"/>
                      <a:pt x="885756" y="981633"/>
                      <a:pt x="1078961" y="976887"/>
                    </a:cubicBezTo>
                    <a:close/>
                    <a:moveTo>
                      <a:pt x="1078961" y="1351983"/>
                    </a:moveTo>
                    <a:lnTo>
                      <a:pt x="1078961" y="1359717"/>
                    </a:lnTo>
                    <a:lnTo>
                      <a:pt x="1092150" y="1342983"/>
                    </a:lnTo>
                    <a:lnTo>
                      <a:pt x="1445609" y="1334425"/>
                    </a:lnTo>
                    <a:cubicBezTo>
                      <a:pt x="1445516" y="1531663"/>
                      <a:pt x="1285036" y="1692114"/>
                      <a:pt x="1087815" y="1692114"/>
                    </a:cubicBezTo>
                    <a:cubicBezTo>
                      <a:pt x="974514" y="1692114"/>
                      <a:pt x="873536" y="1639017"/>
                      <a:pt x="807924" y="1556584"/>
                    </a:cubicBezTo>
                    <a:close/>
                    <a:moveTo>
                      <a:pt x="1106348" y="1324967"/>
                    </a:moveTo>
                    <a:lnTo>
                      <a:pt x="1316038" y="1058943"/>
                    </a:lnTo>
                    <a:cubicBezTo>
                      <a:pt x="1393249" y="1122995"/>
                      <a:pt x="1439952" y="1216568"/>
                      <a:pt x="1444733" y="1316774"/>
                    </a:cubicBezTo>
                    <a:close/>
                    <a:moveTo>
                      <a:pt x="1422382" y="895498"/>
                    </a:moveTo>
                    <a:lnTo>
                      <a:pt x="1312875" y="1034428"/>
                    </a:lnTo>
                    <a:cubicBezTo>
                      <a:pt x="1250460" y="987308"/>
                      <a:pt x="1174809" y="960994"/>
                      <a:pt x="1096623" y="959219"/>
                    </a:cubicBezTo>
                    <a:lnTo>
                      <a:pt x="1096623" y="782382"/>
                    </a:lnTo>
                    <a:cubicBezTo>
                      <a:pt x="1214544" y="784128"/>
                      <a:pt x="1328762" y="823793"/>
                      <a:pt x="1422382" y="895510"/>
                    </a:cubicBezTo>
                    <a:close/>
                    <a:moveTo>
                      <a:pt x="535697" y="1334262"/>
                    </a:moveTo>
                    <a:cubicBezTo>
                      <a:pt x="535697" y="1032798"/>
                      <a:pt x="778605" y="787146"/>
                      <a:pt x="1078961" y="782393"/>
                    </a:cubicBezTo>
                    <a:lnTo>
                      <a:pt x="1078961" y="959230"/>
                    </a:lnTo>
                    <a:cubicBezTo>
                      <a:pt x="876020" y="963988"/>
                      <a:pt x="712308" y="1130207"/>
                      <a:pt x="712308" y="1334262"/>
                    </a:cubicBezTo>
                    <a:cubicBezTo>
                      <a:pt x="712308" y="1415924"/>
                      <a:pt x="738807" y="1491354"/>
                      <a:pt x="783241" y="1553009"/>
                    </a:cubicBezTo>
                    <a:lnTo>
                      <a:pt x="642094" y="1659540"/>
                    </a:lnTo>
                    <a:cubicBezTo>
                      <a:pt x="575274" y="1568264"/>
                      <a:pt x="535697" y="1455821"/>
                      <a:pt x="535697" y="1334262"/>
                    </a:cubicBezTo>
                    <a:close/>
                    <a:moveTo>
                      <a:pt x="1639876" y="1334262"/>
                    </a:moveTo>
                    <a:cubicBezTo>
                      <a:pt x="1639876" y="1638692"/>
                      <a:pt x="1392199" y="1886369"/>
                      <a:pt x="1087775" y="1886369"/>
                    </a:cubicBezTo>
                    <a:cubicBezTo>
                      <a:pt x="911234" y="1886369"/>
                      <a:pt x="753898" y="1802979"/>
                      <a:pt x="652764" y="1673622"/>
                    </a:cubicBezTo>
                    <a:lnTo>
                      <a:pt x="793807" y="1567179"/>
                    </a:lnTo>
                    <a:cubicBezTo>
                      <a:pt x="862686" y="1653883"/>
                      <a:pt x="968740" y="1709753"/>
                      <a:pt x="1087815" y="1709753"/>
                    </a:cubicBezTo>
                    <a:cubicBezTo>
                      <a:pt x="1294859" y="1709753"/>
                      <a:pt x="1463300" y="1541312"/>
                      <a:pt x="1463300" y="1334262"/>
                    </a:cubicBezTo>
                    <a:cubicBezTo>
                      <a:pt x="1463300" y="1334176"/>
                      <a:pt x="1463300" y="1334094"/>
                      <a:pt x="1463300" y="1334007"/>
                    </a:cubicBezTo>
                    <a:lnTo>
                      <a:pt x="1639812" y="1329737"/>
                    </a:lnTo>
                    <a:cubicBezTo>
                      <a:pt x="1639789" y="1331251"/>
                      <a:pt x="1639893" y="1332742"/>
                      <a:pt x="1639893" y="1334262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6" name="Google Shape;266;p21"/>
              <p:cNvSpPr/>
              <p:nvPr/>
            </p:nvSpPr>
            <p:spPr>
              <a:xfrm>
                <a:off x="-397817" y="220552"/>
                <a:ext cx="951075" cy="790293"/>
              </a:xfrm>
              <a:custGeom>
                <a:avLst/>
                <a:gdLst/>
                <a:ahLst/>
                <a:cxnLst/>
                <a:rect l="l" t="t" r="r" b="b"/>
                <a:pathLst>
                  <a:path w="1086943" h="903192" extrusionOk="0">
                    <a:moveTo>
                      <a:pt x="176543" y="908959"/>
                    </a:moveTo>
                    <a:cubicBezTo>
                      <a:pt x="163116" y="908954"/>
                      <a:pt x="149742" y="907369"/>
                      <a:pt x="136687" y="904242"/>
                    </a:cubicBezTo>
                    <a:cubicBezTo>
                      <a:pt x="44715" y="882263"/>
                      <a:pt x="-12229" y="789548"/>
                      <a:pt x="9744" y="697581"/>
                    </a:cubicBezTo>
                    <a:lnTo>
                      <a:pt x="9744" y="697581"/>
                    </a:lnTo>
                    <a:cubicBezTo>
                      <a:pt x="31735" y="605603"/>
                      <a:pt x="124467" y="548671"/>
                      <a:pt x="216405" y="570644"/>
                    </a:cubicBezTo>
                    <a:cubicBezTo>
                      <a:pt x="308342" y="592618"/>
                      <a:pt x="365321" y="685338"/>
                      <a:pt x="343336" y="777305"/>
                    </a:cubicBezTo>
                    <a:cubicBezTo>
                      <a:pt x="324548" y="855926"/>
                      <a:pt x="254068" y="908959"/>
                      <a:pt x="176543" y="908959"/>
                    </a:cubicBezTo>
                    <a:close/>
                    <a:moveTo>
                      <a:pt x="26925" y="701689"/>
                    </a:moveTo>
                    <a:lnTo>
                      <a:pt x="26925" y="701689"/>
                    </a:lnTo>
                    <a:cubicBezTo>
                      <a:pt x="7197" y="784187"/>
                      <a:pt x="58298" y="867345"/>
                      <a:pt x="140789" y="887067"/>
                    </a:cubicBezTo>
                    <a:cubicBezTo>
                      <a:pt x="223281" y="906789"/>
                      <a:pt x="306445" y="855694"/>
                      <a:pt x="326161" y="773197"/>
                    </a:cubicBezTo>
                    <a:cubicBezTo>
                      <a:pt x="345878" y="690700"/>
                      <a:pt x="294829" y="607541"/>
                      <a:pt x="212303" y="587819"/>
                    </a:cubicBezTo>
                    <a:cubicBezTo>
                      <a:pt x="129776" y="568097"/>
                      <a:pt x="46653" y="619204"/>
                      <a:pt x="26925" y="701689"/>
                    </a:cubicBezTo>
                    <a:close/>
                    <a:moveTo>
                      <a:pt x="176398" y="648999"/>
                    </a:moveTo>
                    <a:cubicBezTo>
                      <a:pt x="225172" y="648999"/>
                      <a:pt x="264709" y="688536"/>
                      <a:pt x="264709" y="737310"/>
                    </a:cubicBezTo>
                    <a:cubicBezTo>
                      <a:pt x="264709" y="786078"/>
                      <a:pt x="225172" y="825615"/>
                      <a:pt x="176404" y="825615"/>
                    </a:cubicBezTo>
                    <a:cubicBezTo>
                      <a:pt x="176404" y="825615"/>
                      <a:pt x="176398" y="825615"/>
                      <a:pt x="176398" y="825615"/>
                    </a:cubicBezTo>
                    <a:cubicBezTo>
                      <a:pt x="127630" y="825615"/>
                      <a:pt x="88093" y="786078"/>
                      <a:pt x="88093" y="737310"/>
                    </a:cubicBezTo>
                    <a:cubicBezTo>
                      <a:pt x="88087" y="688541"/>
                      <a:pt x="127624" y="649004"/>
                      <a:pt x="176392" y="648999"/>
                    </a:cubicBezTo>
                    <a:cubicBezTo>
                      <a:pt x="176392" y="648999"/>
                      <a:pt x="176398" y="648999"/>
                      <a:pt x="176398" y="648999"/>
                    </a:cubicBezTo>
                    <a:close/>
                    <a:moveTo>
                      <a:pt x="1047817" y="682025"/>
                    </a:moveTo>
                    <a:cubicBezTo>
                      <a:pt x="1072205" y="682025"/>
                      <a:pt x="1091973" y="701794"/>
                      <a:pt x="1091973" y="726181"/>
                    </a:cubicBezTo>
                    <a:cubicBezTo>
                      <a:pt x="1091973" y="750568"/>
                      <a:pt x="1072205" y="770336"/>
                      <a:pt x="1047817" y="770336"/>
                    </a:cubicBezTo>
                    <a:cubicBezTo>
                      <a:pt x="1023436" y="770331"/>
                      <a:pt x="1003668" y="750568"/>
                      <a:pt x="1003668" y="726181"/>
                    </a:cubicBezTo>
                    <a:cubicBezTo>
                      <a:pt x="1003668" y="701800"/>
                      <a:pt x="1023436" y="682031"/>
                      <a:pt x="1047817" y="682025"/>
                    </a:cubicBezTo>
                    <a:close/>
                    <a:moveTo>
                      <a:pt x="723910" y="5767"/>
                    </a:moveTo>
                    <a:cubicBezTo>
                      <a:pt x="748297" y="5772"/>
                      <a:pt x="768059" y="25541"/>
                      <a:pt x="768059" y="49922"/>
                    </a:cubicBezTo>
                    <a:cubicBezTo>
                      <a:pt x="768059" y="74309"/>
                      <a:pt x="748297" y="94072"/>
                      <a:pt x="723910" y="94078"/>
                    </a:cubicBezTo>
                    <a:cubicBezTo>
                      <a:pt x="699522" y="94078"/>
                      <a:pt x="679754" y="74309"/>
                      <a:pt x="679754" y="49922"/>
                    </a:cubicBezTo>
                    <a:cubicBezTo>
                      <a:pt x="679754" y="25535"/>
                      <a:pt x="699522" y="5767"/>
                      <a:pt x="723910" y="576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7" name="Google Shape;267;p21"/>
              <p:cNvSpPr/>
              <p:nvPr/>
            </p:nvSpPr>
            <p:spPr>
              <a:xfrm>
                <a:off x="481797" y="-559931"/>
                <a:ext cx="593825" cy="371934"/>
              </a:xfrm>
              <a:custGeom>
                <a:avLst/>
                <a:gdLst/>
                <a:ahLst/>
                <a:cxnLst/>
                <a:rect l="l" t="t" r="r" b="b"/>
                <a:pathLst>
                  <a:path w="678657" h="425067" extrusionOk="0">
                    <a:moveTo>
                      <a:pt x="68497" y="32523"/>
                    </a:moveTo>
                    <a:lnTo>
                      <a:pt x="18870" y="32523"/>
                    </a:lnTo>
                    <a:cubicBezTo>
                      <a:pt x="12140" y="32621"/>
                      <a:pt x="6604" y="27248"/>
                      <a:pt x="6506" y="20518"/>
                    </a:cubicBezTo>
                    <a:cubicBezTo>
                      <a:pt x="6506" y="20518"/>
                      <a:pt x="6506" y="20512"/>
                      <a:pt x="6506" y="20512"/>
                    </a:cubicBezTo>
                    <a:lnTo>
                      <a:pt x="6506" y="20332"/>
                    </a:lnTo>
                    <a:cubicBezTo>
                      <a:pt x="6511" y="13503"/>
                      <a:pt x="12047" y="7973"/>
                      <a:pt x="18870" y="7973"/>
                    </a:cubicBezTo>
                    <a:lnTo>
                      <a:pt x="68497" y="7973"/>
                    </a:lnTo>
                    <a:cubicBezTo>
                      <a:pt x="75327" y="7973"/>
                      <a:pt x="80856" y="13503"/>
                      <a:pt x="80862" y="20332"/>
                    </a:cubicBezTo>
                    <a:cubicBezTo>
                      <a:pt x="80862" y="27063"/>
                      <a:pt x="75408" y="32517"/>
                      <a:pt x="68677" y="32517"/>
                    </a:cubicBezTo>
                    <a:close/>
                    <a:moveTo>
                      <a:pt x="80862" y="77201"/>
                    </a:moveTo>
                    <a:cubicBezTo>
                      <a:pt x="80862" y="70371"/>
                      <a:pt x="75327" y="64836"/>
                      <a:pt x="68497" y="64836"/>
                    </a:cubicBezTo>
                    <a:lnTo>
                      <a:pt x="18870" y="64836"/>
                    </a:lnTo>
                    <a:cubicBezTo>
                      <a:pt x="12041" y="64836"/>
                      <a:pt x="6506" y="70371"/>
                      <a:pt x="6506" y="77201"/>
                    </a:cubicBezTo>
                    <a:cubicBezTo>
                      <a:pt x="6511" y="84030"/>
                      <a:pt x="12047" y="89559"/>
                      <a:pt x="18870" y="89559"/>
                    </a:cubicBezTo>
                    <a:lnTo>
                      <a:pt x="68497" y="89559"/>
                    </a:lnTo>
                    <a:cubicBezTo>
                      <a:pt x="75327" y="89559"/>
                      <a:pt x="80856" y="84030"/>
                      <a:pt x="80862" y="77201"/>
                    </a:cubicBezTo>
                    <a:close/>
                    <a:moveTo>
                      <a:pt x="80862" y="134063"/>
                    </a:moveTo>
                    <a:cubicBezTo>
                      <a:pt x="80862" y="127332"/>
                      <a:pt x="75408" y="121878"/>
                      <a:pt x="68677" y="121878"/>
                    </a:cubicBezTo>
                    <a:lnTo>
                      <a:pt x="18870" y="121878"/>
                    </a:lnTo>
                    <a:cubicBezTo>
                      <a:pt x="12140" y="121780"/>
                      <a:pt x="6604" y="127153"/>
                      <a:pt x="6506" y="133883"/>
                    </a:cubicBezTo>
                    <a:cubicBezTo>
                      <a:pt x="6506" y="133883"/>
                      <a:pt x="6506" y="133883"/>
                      <a:pt x="6506" y="133883"/>
                    </a:cubicBezTo>
                    <a:lnTo>
                      <a:pt x="6506" y="134063"/>
                    </a:lnTo>
                    <a:cubicBezTo>
                      <a:pt x="6506" y="140892"/>
                      <a:pt x="12041" y="146428"/>
                      <a:pt x="18870" y="146428"/>
                    </a:cubicBezTo>
                    <a:lnTo>
                      <a:pt x="68497" y="146428"/>
                    </a:lnTo>
                    <a:cubicBezTo>
                      <a:pt x="75321" y="146422"/>
                      <a:pt x="80850" y="140898"/>
                      <a:pt x="80856" y="134075"/>
                    </a:cubicBezTo>
                    <a:close/>
                    <a:moveTo>
                      <a:pt x="80862" y="190926"/>
                    </a:moveTo>
                    <a:cubicBezTo>
                      <a:pt x="80862" y="184195"/>
                      <a:pt x="75408" y="178741"/>
                      <a:pt x="68677" y="178741"/>
                    </a:cubicBezTo>
                    <a:lnTo>
                      <a:pt x="18870" y="178741"/>
                    </a:lnTo>
                    <a:cubicBezTo>
                      <a:pt x="12093" y="177929"/>
                      <a:pt x="5937" y="182762"/>
                      <a:pt x="5119" y="189539"/>
                    </a:cubicBezTo>
                    <a:cubicBezTo>
                      <a:pt x="4306" y="196316"/>
                      <a:pt x="9140" y="202472"/>
                      <a:pt x="15917" y="203291"/>
                    </a:cubicBezTo>
                    <a:cubicBezTo>
                      <a:pt x="16897" y="203406"/>
                      <a:pt x="17889" y="203406"/>
                      <a:pt x="18870" y="203291"/>
                    </a:cubicBezTo>
                    <a:lnTo>
                      <a:pt x="68497" y="203291"/>
                    </a:lnTo>
                    <a:cubicBezTo>
                      <a:pt x="75315" y="203285"/>
                      <a:pt x="80844" y="197761"/>
                      <a:pt x="80856" y="190943"/>
                    </a:cubicBezTo>
                    <a:close/>
                    <a:moveTo>
                      <a:pt x="80862" y="247788"/>
                    </a:moveTo>
                    <a:cubicBezTo>
                      <a:pt x="80862" y="241058"/>
                      <a:pt x="75408" y="235604"/>
                      <a:pt x="68677" y="235604"/>
                    </a:cubicBezTo>
                    <a:lnTo>
                      <a:pt x="18870" y="235604"/>
                    </a:lnTo>
                    <a:cubicBezTo>
                      <a:pt x="12093" y="234791"/>
                      <a:pt x="5937" y="239624"/>
                      <a:pt x="5119" y="246402"/>
                    </a:cubicBezTo>
                    <a:cubicBezTo>
                      <a:pt x="4306" y="253179"/>
                      <a:pt x="9140" y="259335"/>
                      <a:pt x="15917" y="260153"/>
                    </a:cubicBezTo>
                    <a:cubicBezTo>
                      <a:pt x="16897" y="260269"/>
                      <a:pt x="17889" y="260269"/>
                      <a:pt x="18870" y="260153"/>
                    </a:cubicBezTo>
                    <a:lnTo>
                      <a:pt x="68497" y="260153"/>
                    </a:lnTo>
                    <a:cubicBezTo>
                      <a:pt x="75327" y="260153"/>
                      <a:pt x="80862" y="254618"/>
                      <a:pt x="80862" y="247788"/>
                    </a:cubicBezTo>
                    <a:close/>
                    <a:moveTo>
                      <a:pt x="80862" y="304651"/>
                    </a:moveTo>
                    <a:cubicBezTo>
                      <a:pt x="80862" y="297920"/>
                      <a:pt x="75408" y="292466"/>
                      <a:pt x="68677" y="292466"/>
                    </a:cubicBezTo>
                    <a:lnTo>
                      <a:pt x="18870" y="292466"/>
                    </a:lnTo>
                    <a:cubicBezTo>
                      <a:pt x="12093" y="291654"/>
                      <a:pt x="5931" y="296487"/>
                      <a:pt x="5119" y="303270"/>
                    </a:cubicBezTo>
                    <a:cubicBezTo>
                      <a:pt x="5119" y="303270"/>
                      <a:pt x="5119" y="303270"/>
                      <a:pt x="5119" y="303270"/>
                    </a:cubicBezTo>
                    <a:cubicBezTo>
                      <a:pt x="4306" y="310047"/>
                      <a:pt x="9140" y="316203"/>
                      <a:pt x="15917" y="317016"/>
                    </a:cubicBezTo>
                    <a:cubicBezTo>
                      <a:pt x="15917" y="317016"/>
                      <a:pt x="15917" y="317016"/>
                      <a:pt x="15917" y="317016"/>
                    </a:cubicBezTo>
                    <a:cubicBezTo>
                      <a:pt x="16897" y="317138"/>
                      <a:pt x="17889" y="317138"/>
                      <a:pt x="18870" y="317016"/>
                    </a:cubicBezTo>
                    <a:lnTo>
                      <a:pt x="68497" y="317016"/>
                    </a:lnTo>
                    <a:cubicBezTo>
                      <a:pt x="75321" y="317021"/>
                      <a:pt x="80856" y="311486"/>
                      <a:pt x="80862" y="304663"/>
                    </a:cubicBezTo>
                    <a:cubicBezTo>
                      <a:pt x="80862" y="304663"/>
                      <a:pt x="80862" y="304657"/>
                      <a:pt x="80862" y="304657"/>
                    </a:cubicBezTo>
                    <a:close/>
                    <a:moveTo>
                      <a:pt x="80862" y="361514"/>
                    </a:moveTo>
                    <a:cubicBezTo>
                      <a:pt x="80862" y="354783"/>
                      <a:pt x="75408" y="349329"/>
                      <a:pt x="68677" y="349329"/>
                    </a:cubicBezTo>
                    <a:lnTo>
                      <a:pt x="18870" y="349329"/>
                    </a:lnTo>
                    <a:cubicBezTo>
                      <a:pt x="12093" y="348516"/>
                      <a:pt x="5937" y="353350"/>
                      <a:pt x="5119" y="360127"/>
                    </a:cubicBezTo>
                    <a:cubicBezTo>
                      <a:pt x="4306" y="366904"/>
                      <a:pt x="9140" y="373060"/>
                      <a:pt x="15917" y="373878"/>
                    </a:cubicBezTo>
                    <a:cubicBezTo>
                      <a:pt x="16897" y="373994"/>
                      <a:pt x="17889" y="373994"/>
                      <a:pt x="18870" y="373878"/>
                    </a:cubicBezTo>
                    <a:lnTo>
                      <a:pt x="68497" y="373878"/>
                    </a:lnTo>
                    <a:cubicBezTo>
                      <a:pt x="75327" y="373878"/>
                      <a:pt x="80862" y="368343"/>
                      <a:pt x="80862" y="361514"/>
                    </a:cubicBezTo>
                    <a:close/>
                    <a:moveTo>
                      <a:pt x="80862" y="418562"/>
                    </a:moveTo>
                    <a:cubicBezTo>
                      <a:pt x="80862" y="411732"/>
                      <a:pt x="75327" y="406197"/>
                      <a:pt x="68497" y="406197"/>
                    </a:cubicBezTo>
                    <a:lnTo>
                      <a:pt x="18870" y="406197"/>
                    </a:lnTo>
                    <a:cubicBezTo>
                      <a:pt x="12093" y="405385"/>
                      <a:pt x="5937" y="410218"/>
                      <a:pt x="5119" y="416995"/>
                    </a:cubicBezTo>
                    <a:cubicBezTo>
                      <a:pt x="4306" y="423772"/>
                      <a:pt x="9140" y="429928"/>
                      <a:pt x="15917" y="430747"/>
                    </a:cubicBezTo>
                    <a:cubicBezTo>
                      <a:pt x="16897" y="430863"/>
                      <a:pt x="17889" y="430863"/>
                      <a:pt x="18870" y="430747"/>
                    </a:cubicBezTo>
                    <a:lnTo>
                      <a:pt x="68497" y="430747"/>
                    </a:lnTo>
                    <a:cubicBezTo>
                      <a:pt x="75228" y="430845"/>
                      <a:pt x="80763" y="425472"/>
                      <a:pt x="80862" y="418742"/>
                    </a:cubicBezTo>
                    <a:cubicBezTo>
                      <a:pt x="80862" y="418742"/>
                      <a:pt x="80862" y="418736"/>
                      <a:pt x="80862" y="418736"/>
                    </a:cubicBezTo>
                    <a:close/>
                    <a:moveTo>
                      <a:pt x="267012" y="20292"/>
                    </a:moveTo>
                    <a:cubicBezTo>
                      <a:pt x="267017" y="13532"/>
                      <a:pt x="261586" y="8025"/>
                      <a:pt x="254827" y="7933"/>
                    </a:cubicBezTo>
                    <a:lnTo>
                      <a:pt x="124124" y="7933"/>
                    </a:lnTo>
                    <a:cubicBezTo>
                      <a:pt x="117335" y="8025"/>
                      <a:pt x="111858" y="13503"/>
                      <a:pt x="111765" y="20292"/>
                    </a:cubicBezTo>
                    <a:cubicBezTo>
                      <a:pt x="111858" y="27051"/>
                      <a:pt x="117364" y="32476"/>
                      <a:pt x="124124" y="32476"/>
                    </a:cubicBezTo>
                    <a:lnTo>
                      <a:pt x="254821" y="32476"/>
                    </a:lnTo>
                    <a:cubicBezTo>
                      <a:pt x="261552" y="32476"/>
                      <a:pt x="267006" y="27022"/>
                      <a:pt x="267006" y="20292"/>
                    </a:cubicBezTo>
                    <a:close/>
                    <a:moveTo>
                      <a:pt x="267012" y="77154"/>
                    </a:moveTo>
                    <a:cubicBezTo>
                      <a:pt x="267012" y="70394"/>
                      <a:pt x="261586" y="64888"/>
                      <a:pt x="254827" y="64789"/>
                    </a:cubicBezTo>
                    <a:lnTo>
                      <a:pt x="124124" y="64789"/>
                    </a:lnTo>
                    <a:cubicBezTo>
                      <a:pt x="117295" y="64795"/>
                      <a:pt x="111765" y="70325"/>
                      <a:pt x="111765" y="77154"/>
                    </a:cubicBezTo>
                    <a:cubicBezTo>
                      <a:pt x="111765" y="83977"/>
                      <a:pt x="117300" y="89513"/>
                      <a:pt x="124124" y="89513"/>
                    </a:cubicBezTo>
                    <a:lnTo>
                      <a:pt x="254821" y="89513"/>
                    </a:lnTo>
                    <a:cubicBezTo>
                      <a:pt x="261581" y="89420"/>
                      <a:pt x="267012" y="83914"/>
                      <a:pt x="267006" y="77154"/>
                    </a:cubicBezTo>
                    <a:close/>
                    <a:moveTo>
                      <a:pt x="267012" y="134017"/>
                    </a:moveTo>
                    <a:cubicBezTo>
                      <a:pt x="267012" y="127286"/>
                      <a:pt x="261557" y="121832"/>
                      <a:pt x="254827" y="121832"/>
                    </a:cubicBezTo>
                    <a:lnTo>
                      <a:pt x="124124" y="121832"/>
                    </a:lnTo>
                    <a:cubicBezTo>
                      <a:pt x="117364" y="121826"/>
                      <a:pt x="111858" y="127257"/>
                      <a:pt x="111765" y="134017"/>
                    </a:cubicBezTo>
                    <a:cubicBezTo>
                      <a:pt x="111858" y="140806"/>
                      <a:pt x="117335" y="146283"/>
                      <a:pt x="124124" y="146381"/>
                    </a:cubicBezTo>
                    <a:lnTo>
                      <a:pt x="254821" y="146381"/>
                    </a:lnTo>
                    <a:cubicBezTo>
                      <a:pt x="261581" y="146283"/>
                      <a:pt x="267006" y="140776"/>
                      <a:pt x="267006" y="134017"/>
                    </a:cubicBezTo>
                    <a:close/>
                    <a:moveTo>
                      <a:pt x="267012" y="190879"/>
                    </a:moveTo>
                    <a:cubicBezTo>
                      <a:pt x="267012" y="184149"/>
                      <a:pt x="261557" y="178694"/>
                      <a:pt x="254827" y="178694"/>
                    </a:cubicBezTo>
                    <a:lnTo>
                      <a:pt x="124124" y="178694"/>
                    </a:lnTo>
                    <a:cubicBezTo>
                      <a:pt x="117347" y="177882"/>
                      <a:pt x="111191" y="182716"/>
                      <a:pt x="110378" y="189492"/>
                    </a:cubicBezTo>
                    <a:cubicBezTo>
                      <a:pt x="110378" y="189492"/>
                      <a:pt x="110378" y="189492"/>
                      <a:pt x="110378" y="189492"/>
                    </a:cubicBezTo>
                    <a:cubicBezTo>
                      <a:pt x="109560" y="196270"/>
                      <a:pt x="114394" y="202426"/>
                      <a:pt x="121170" y="203244"/>
                    </a:cubicBezTo>
                    <a:cubicBezTo>
                      <a:pt x="121170" y="203244"/>
                      <a:pt x="121176" y="203244"/>
                      <a:pt x="121176" y="203244"/>
                    </a:cubicBezTo>
                    <a:cubicBezTo>
                      <a:pt x="122157" y="203360"/>
                      <a:pt x="123143" y="203360"/>
                      <a:pt x="124124" y="203244"/>
                    </a:cubicBezTo>
                    <a:lnTo>
                      <a:pt x="254821" y="203244"/>
                    </a:lnTo>
                    <a:cubicBezTo>
                      <a:pt x="261552" y="203244"/>
                      <a:pt x="267006" y="197790"/>
                      <a:pt x="267006" y="191059"/>
                    </a:cubicBezTo>
                    <a:cubicBezTo>
                      <a:pt x="267006" y="191001"/>
                      <a:pt x="267006" y="190937"/>
                      <a:pt x="267006" y="190879"/>
                    </a:cubicBezTo>
                    <a:close/>
                    <a:moveTo>
                      <a:pt x="267012" y="247742"/>
                    </a:moveTo>
                    <a:cubicBezTo>
                      <a:pt x="267012" y="241011"/>
                      <a:pt x="261557" y="235557"/>
                      <a:pt x="254827" y="235557"/>
                    </a:cubicBezTo>
                    <a:lnTo>
                      <a:pt x="124124" y="235557"/>
                    </a:lnTo>
                    <a:cubicBezTo>
                      <a:pt x="117347" y="234745"/>
                      <a:pt x="111191" y="239578"/>
                      <a:pt x="110378" y="246355"/>
                    </a:cubicBezTo>
                    <a:cubicBezTo>
                      <a:pt x="110378" y="246355"/>
                      <a:pt x="110378" y="246355"/>
                      <a:pt x="110378" y="246355"/>
                    </a:cubicBezTo>
                    <a:cubicBezTo>
                      <a:pt x="109560" y="253132"/>
                      <a:pt x="114394" y="259288"/>
                      <a:pt x="121170" y="260107"/>
                    </a:cubicBezTo>
                    <a:cubicBezTo>
                      <a:pt x="121170" y="260107"/>
                      <a:pt x="121176" y="260107"/>
                      <a:pt x="121176" y="260107"/>
                    </a:cubicBezTo>
                    <a:cubicBezTo>
                      <a:pt x="122157" y="260228"/>
                      <a:pt x="123143" y="260228"/>
                      <a:pt x="124124" y="260107"/>
                    </a:cubicBezTo>
                    <a:lnTo>
                      <a:pt x="254821" y="260107"/>
                    </a:lnTo>
                    <a:cubicBezTo>
                      <a:pt x="261552" y="260107"/>
                      <a:pt x="267006" y="254653"/>
                      <a:pt x="267006" y="247922"/>
                    </a:cubicBezTo>
                    <a:cubicBezTo>
                      <a:pt x="267006" y="247864"/>
                      <a:pt x="267006" y="247806"/>
                      <a:pt x="267006" y="247742"/>
                    </a:cubicBezTo>
                    <a:close/>
                    <a:moveTo>
                      <a:pt x="423494" y="304605"/>
                    </a:moveTo>
                    <a:cubicBezTo>
                      <a:pt x="423494" y="297874"/>
                      <a:pt x="418040" y="292420"/>
                      <a:pt x="411309" y="292420"/>
                    </a:cubicBezTo>
                    <a:lnTo>
                      <a:pt x="280606" y="292420"/>
                    </a:lnTo>
                    <a:cubicBezTo>
                      <a:pt x="273829" y="291601"/>
                      <a:pt x="267673" y="296435"/>
                      <a:pt x="266855" y="303212"/>
                    </a:cubicBezTo>
                    <a:cubicBezTo>
                      <a:pt x="266855" y="303212"/>
                      <a:pt x="266855" y="303218"/>
                      <a:pt x="266855" y="303218"/>
                    </a:cubicBezTo>
                    <a:cubicBezTo>
                      <a:pt x="266043" y="310001"/>
                      <a:pt x="270882" y="316151"/>
                      <a:pt x="277659" y="316969"/>
                    </a:cubicBezTo>
                    <a:cubicBezTo>
                      <a:pt x="278639" y="317085"/>
                      <a:pt x="279626" y="317085"/>
                      <a:pt x="280606" y="316969"/>
                    </a:cubicBezTo>
                    <a:lnTo>
                      <a:pt x="411123" y="316969"/>
                    </a:lnTo>
                    <a:cubicBezTo>
                      <a:pt x="417953" y="316969"/>
                      <a:pt x="423488" y="311434"/>
                      <a:pt x="423488" y="304605"/>
                    </a:cubicBezTo>
                    <a:close/>
                    <a:moveTo>
                      <a:pt x="423494" y="361467"/>
                    </a:moveTo>
                    <a:cubicBezTo>
                      <a:pt x="423494" y="354736"/>
                      <a:pt x="418040" y="349282"/>
                      <a:pt x="411309" y="349282"/>
                    </a:cubicBezTo>
                    <a:lnTo>
                      <a:pt x="280606" y="349282"/>
                    </a:lnTo>
                    <a:cubicBezTo>
                      <a:pt x="273829" y="348470"/>
                      <a:pt x="267673" y="353303"/>
                      <a:pt x="266855" y="360080"/>
                    </a:cubicBezTo>
                    <a:cubicBezTo>
                      <a:pt x="266043" y="366857"/>
                      <a:pt x="270882" y="373014"/>
                      <a:pt x="277659" y="373832"/>
                    </a:cubicBezTo>
                    <a:cubicBezTo>
                      <a:pt x="278639" y="373948"/>
                      <a:pt x="279626" y="373948"/>
                      <a:pt x="280606" y="373832"/>
                    </a:cubicBezTo>
                    <a:lnTo>
                      <a:pt x="411123" y="373832"/>
                    </a:lnTo>
                    <a:cubicBezTo>
                      <a:pt x="417953" y="373832"/>
                      <a:pt x="423488" y="368296"/>
                      <a:pt x="423488" y="361467"/>
                    </a:cubicBezTo>
                    <a:close/>
                    <a:moveTo>
                      <a:pt x="423494" y="418515"/>
                    </a:moveTo>
                    <a:cubicBezTo>
                      <a:pt x="423494" y="411686"/>
                      <a:pt x="417958" y="406151"/>
                      <a:pt x="411129" y="406151"/>
                    </a:cubicBezTo>
                    <a:lnTo>
                      <a:pt x="280606" y="406151"/>
                    </a:lnTo>
                    <a:cubicBezTo>
                      <a:pt x="273829" y="405338"/>
                      <a:pt x="267673" y="410172"/>
                      <a:pt x="266855" y="416949"/>
                    </a:cubicBezTo>
                    <a:cubicBezTo>
                      <a:pt x="266043" y="423726"/>
                      <a:pt x="270876" y="429888"/>
                      <a:pt x="277659" y="430700"/>
                    </a:cubicBezTo>
                    <a:cubicBezTo>
                      <a:pt x="277659" y="430700"/>
                      <a:pt x="277659" y="430700"/>
                      <a:pt x="277659" y="430700"/>
                    </a:cubicBezTo>
                    <a:cubicBezTo>
                      <a:pt x="278639" y="430816"/>
                      <a:pt x="279626" y="430816"/>
                      <a:pt x="280606" y="430700"/>
                    </a:cubicBezTo>
                    <a:lnTo>
                      <a:pt x="411123" y="430700"/>
                    </a:lnTo>
                    <a:cubicBezTo>
                      <a:pt x="417854" y="430799"/>
                      <a:pt x="423390" y="425426"/>
                      <a:pt x="423488" y="418695"/>
                    </a:cubicBezTo>
                    <a:cubicBezTo>
                      <a:pt x="423488" y="418695"/>
                      <a:pt x="423488" y="418690"/>
                      <a:pt x="423488" y="418690"/>
                    </a:cubicBezTo>
                    <a:lnTo>
                      <a:pt x="423488" y="418515"/>
                    </a:lnTo>
                    <a:close/>
                    <a:moveTo>
                      <a:pt x="324588" y="20245"/>
                    </a:moveTo>
                    <a:cubicBezTo>
                      <a:pt x="324686" y="12348"/>
                      <a:pt x="318368" y="5867"/>
                      <a:pt x="310471" y="5768"/>
                    </a:cubicBezTo>
                    <a:cubicBezTo>
                      <a:pt x="310471" y="5768"/>
                      <a:pt x="310465" y="5768"/>
                      <a:pt x="310459" y="5768"/>
                    </a:cubicBezTo>
                    <a:cubicBezTo>
                      <a:pt x="302562" y="5670"/>
                      <a:pt x="296081" y="11988"/>
                      <a:pt x="295983" y="19885"/>
                    </a:cubicBezTo>
                    <a:cubicBezTo>
                      <a:pt x="295983" y="19885"/>
                      <a:pt x="295983" y="19891"/>
                      <a:pt x="295983" y="19897"/>
                    </a:cubicBezTo>
                    <a:cubicBezTo>
                      <a:pt x="295884" y="27794"/>
                      <a:pt x="302208" y="34275"/>
                      <a:pt x="310111" y="34374"/>
                    </a:cubicBezTo>
                    <a:cubicBezTo>
                      <a:pt x="310111" y="34374"/>
                      <a:pt x="310111" y="34374"/>
                      <a:pt x="310111" y="34374"/>
                    </a:cubicBezTo>
                    <a:lnTo>
                      <a:pt x="310285" y="34374"/>
                    </a:lnTo>
                    <a:cubicBezTo>
                      <a:pt x="318118" y="34379"/>
                      <a:pt x="324495" y="28078"/>
                      <a:pt x="324588" y="20245"/>
                    </a:cubicBezTo>
                    <a:close/>
                    <a:moveTo>
                      <a:pt x="367154" y="20245"/>
                    </a:moveTo>
                    <a:cubicBezTo>
                      <a:pt x="367252" y="12348"/>
                      <a:pt x="360934" y="5867"/>
                      <a:pt x="353037" y="5768"/>
                    </a:cubicBezTo>
                    <a:cubicBezTo>
                      <a:pt x="353037" y="5768"/>
                      <a:pt x="353031" y="5768"/>
                      <a:pt x="353025" y="5768"/>
                    </a:cubicBezTo>
                    <a:cubicBezTo>
                      <a:pt x="345128" y="5658"/>
                      <a:pt x="338635" y="11965"/>
                      <a:pt x="338519" y="19868"/>
                    </a:cubicBezTo>
                    <a:cubicBezTo>
                      <a:pt x="338519" y="19874"/>
                      <a:pt x="338519" y="19885"/>
                      <a:pt x="338519" y="19897"/>
                    </a:cubicBezTo>
                    <a:cubicBezTo>
                      <a:pt x="338426" y="27794"/>
                      <a:pt x="344751" y="34275"/>
                      <a:pt x="352648" y="34374"/>
                    </a:cubicBezTo>
                    <a:cubicBezTo>
                      <a:pt x="352770" y="34374"/>
                      <a:pt x="352886" y="34374"/>
                      <a:pt x="353002" y="34374"/>
                    </a:cubicBezTo>
                    <a:cubicBezTo>
                      <a:pt x="360800" y="34588"/>
                      <a:pt x="367293" y="28438"/>
                      <a:pt x="367508" y="20645"/>
                    </a:cubicBezTo>
                    <a:cubicBezTo>
                      <a:pt x="367508" y="20628"/>
                      <a:pt x="367508" y="20616"/>
                      <a:pt x="367508" y="20605"/>
                    </a:cubicBezTo>
                    <a:cubicBezTo>
                      <a:pt x="367508" y="20483"/>
                      <a:pt x="367508" y="20367"/>
                      <a:pt x="367508" y="20245"/>
                    </a:cubicBezTo>
                    <a:close/>
                    <a:moveTo>
                      <a:pt x="409893" y="20245"/>
                    </a:moveTo>
                    <a:cubicBezTo>
                      <a:pt x="409992" y="12348"/>
                      <a:pt x="403673" y="5867"/>
                      <a:pt x="395776" y="5768"/>
                    </a:cubicBezTo>
                    <a:cubicBezTo>
                      <a:pt x="395776" y="5768"/>
                      <a:pt x="395771" y="5768"/>
                      <a:pt x="395765" y="5768"/>
                    </a:cubicBezTo>
                    <a:cubicBezTo>
                      <a:pt x="387868" y="5652"/>
                      <a:pt x="381375" y="11959"/>
                      <a:pt x="381259" y="19856"/>
                    </a:cubicBezTo>
                    <a:cubicBezTo>
                      <a:pt x="381259" y="19868"/>
                      <a:pt x="381259" y="19880"/>
                      <a:pt x="381259" y="19897"/>
                    </a:cubicBezTo>
                    <a:cubicBezTo>
                      <a:pt x="381160" y="27794"/>
                      <a:pt x="387485" y="34275"/>
                      <a:pt x="395382" y="34374"/>
                    </a:cubicBezTo>
                    <a:lnTo>
                      <a:pt x="395562" y="34374"/>
                    </a:lnTo>
                    <a:cubicBezTo>
                      <a:pt x="403395" y="34379"/>
                      <a:pt x="409771" y="28078"/>
                      <a:pt x="409864" y="20245"/>
                    </a:cubicBezTo>
                    <a:close/>
                    <a:moveTo>
                      <a:pt x="452459" y="20245"/>
                    </a:moveTo>
                    <a:cubicBezTo>
                      <a:pt x="452558" y="12348"/>
                      <a:pt x="446233" y="5867"/>
                      <a:pt x="438331" y="5768"/>
                    </a:cubicBezTo>
                    <a:cubicBezTo>
                      <a:pt x="438331" y="5768"/>
                      <a:pt x="438331" y="5768"/>
                      <a:pt x="438331" y="5768"/>
                    </a:cubicBezTo>
                    <a:cubicBezTo>
                      <a:pt x="430433" y="5658"/>
                      <a:pt x="423941" y="11965"/>
                      <a:pt x="423825" y="19868"/>
                    </a:cubicBezTo>
                    <a:cubicBezTo>
                      <a:pt x="423825" y="19874"/>
                      <a:pt x="423825" y="19885"/>
                      <a:pt x="423825" y="19897"/>
                    </a:cubicBezTo>
                    <a:cubicBezTo>
                      <a:pt x="423732" y="27794"/>
                      <a:pt x="430056" y="34275"/>
                      <a:pt x="437953" y="34374"/>
                    </a:cubicBezTo>
                    <a:cubicBezTo>
                      <a:pt x="438075" y="34374"/>
                      <a:pt x="438191" y="34374"/>
                      <a:pt x="438307" y="34374"/>
                    </a:cubicBezTo>
                    <a:cubicBezTo>
                      <a:pt x="446111" y="34374"/>
                      <a:pt x="452436" y="28049"/>
                      <a:pt x="452436" y="20245"/>
                    </a:cubicBezTo>
                    <a:close/>
                    <a:moveTo>
                      <a:pt x="495199" y="20245"/>
                    </a:moveTo>
                    <a:cubicBezTo>
                      <a:pt x="495297" y="12348"/>
                      <a:pt x="488979" y="5867"/>
                      <a:pt x="481082" y="5768"/>
                    </a:cubicBezTo>
                    <a:cubicBezTo>
                      <a:pt x="481082" y="5768"/>
                      <a:pt x="481076" y="5768"/>
                      <a:pt x="481070" y="5768"/>
                    </a:cubicBezTo>
                    <a:cubicBezTo>
                      <a:pt x="473168" y="5658"/>
                      <a:pt x="466675" y="11977"/>
                      <a:pt x="466564" y="19880"/>
                    </a:cubicBezTo>
                    <a:cubicBezTo>
                      <a:pt x="466564" y="19885"/>
                      <a:pt x="466564" y="19891"/>
                      <a:pt x="466564" y="19897"/>
                    </a:cubicBezTo>
                    <a:cubicBezTo>
                      <a:pt x="466472" y="27800"/>
                      <a:pt x="472796" y="34281"/>
                      <a:pt x="480699" y="34374"/>
                    </a:cubicBezTo>
                    <a:cubicBezTo>
                      <a:pt x="480815" y="34374"/>
                      <a:pt x="480931" y="34374"/>
                      <a:pt x="481047" y="34374"/>
                    </a:cubicBezTo>
                    <a:cubicBezTo>
                      <a:pt x="488851" y="34374"/>
                      <a:pt x="495176" y="28049"/>
                      <a:pt x="495176" y="20245"/>
                    </a:cubicBezTo>
                    <a:close/>
                    <a:moveTo>
                      <a:pt x="537939" y="20245"/>
                    </a:moveTo>
                    <a:cubicBezTo>
                      <a:pt x="538037" y="12348"/>
                      <a:pt x="531719" y="5867"/>
                      <a:pt x="523822" y="5768"/>
                    </a:cubicBezTo>
                    <a:cubicBezTo>
                      <a:pt x="523822" y="5768"/>
                      <a:pt x="523816" y="5768"/>
                      <a:pt x="523810" y="5768"/>
                    </a:cubicBezTo>
                    <a:cubicBezTo>
                      <a:pt x="515913" y="5670"/>
                      <a:pt x="509432" y="11988"/>
                      <a:pt x="509333" y="19885"/>
                    </a:cubicBezTo>
                    <a:cubicBezTo>
                      <a:pt x="509333" y="19885"/>
                      <a:pt x="509333" y="19891"/>
                      <a:pt x="509333" y="19897"/>
                    </a:cubicBezTo>
                    <a:cubicBezTo>
                      <a:pt x="509235" y="27794"/>
                      <a:pt x="515559" y="34275"/>
                      <a:pt x="523462" y="34374"/>
                    </a:cubicBezTo>
                    <a:cubicBezTo>
                      <a:pt x="523462" y="34374"/>
                      <a:pt x="523462" y="34374"/>
                      <a:pt x="523462" y="34374"/>
                    </a:cubicBezTo>
                    <a:lnTo>
                      <a:pt x="523636" y="34374"/>
                    </a:lnTo>
                    <a:cubicBezTo>
                      <a:pt x="531469" y="34379"/>
                      <a:pt x="537846" y="28078"/>
                      <a:pt x="537939" y="20245"/>
                    </a:cubicBezTo>
                    <a:close/>
                    <a:moveTo>
                      <a:pt x="324588" y="133970"/>
                    </a:moveTo>
                    <a:cubicBezTo>
                      <a:pt x="324588" y="126067"/>
                      <a:pt x="318188" y="119668"/>
                      <a:pt x="310285" y="119662"/>
                    </a:cubicBezTo>
                    <a:cubicBezTo>
                      <a:pt x="302382" y="119662"/>
                      <a:pt x="295977" y="126067"/>
                      <a:pt x="295977" y="133970"/>
                    </a:cubicBezTo>
                    <a:cubicBezTo>
                      <a:pt x="295930" y="141867"/>
                      <a:pt x="302301" y="148308"/>
                      <a:pt x="310198" y="148354"/>
                    </a:cubicBezTo>
                    <a:cubicBezTo>
                      <a:pt x="310227" y="148354"/>
                      <a:pt x="310250" y="148354"/>
                      <a:pt x="310279" y="148354"/>
                    </a:cubicBezTo>
                    <a:lnTo>
                      <a:pt x="310279" y="148354"/>
                    </a:lnTo>
                    <a:cubicBezTo>
                      <a:pt x="318072" y="148453"/>
                      <a:pt x="324472" y="142221"/>
                      <a:pt x="324582" y="134429"/>
                    </a:cubicBezTo>
                    <a:cubicBezTo>
                      <a:pt x="324582" y="134312"/>
                      <a:pt x="324582" y="134191"/>
                      <a:pt x="324582" y="134075"/>
                    </a:cubicBezTo>
                    <a:close/>
                    <a:moveTo>
                      <a:pt x="367154" y="133970"/>
                    </a:moveTo>
                    <a:cubicBezTo>
                      <a:pt x="367159" y="126073"/>
                      <a:pt x="360760" y="119673"/>
                      <a:pt x="352862" y="119668"/>
                    </a:cubicBezTo>
                    <a:cubicBezTo>
                      <a:pt x="352857" y="119668"/>
                      <a:pt x="352851" y="119668"/>
                      <a:pt x="352845" y="119668"/>
                    </a:cubicBezTo>
                    <a:cubicBezTo>
                      <a:pt x="344948" y="119668"/>
                      <a:pt x="338542" y="126073"/>
                      <a:pt x="338542" y="133970"/>
                    </a:cubicBezTo>
                    <a:cubicBezTo>
                      <a:pt x="338542" y="141873"/>
                      <a:pt x="344948" y="148279"/>
                      <a:pt x="352851" y="148279"/>
                    </a:cubicBezTo>
                    <a:lnTo>
                      <a:pt x="353025" y="148279"/>
                    </a:lnTo>
                    <a:cubicBezTo>
                      <a:pt x="360823" y="148494"/>
                      <a:pt x="367316" y="142343"/>
                      <a:pt x="367531" y="134550"/>
                    </a:cubicBezTo>
                    <a:cubicBezTo>
                      <a:pt x="367531" y="134533"/>
                      <a:pt x="367531" y="134522"/>
                      <a:pt x="367531" y="134510"/>
                    </a:cubicBezTo>
                    <a:cubicBezTo>
                      <a:pt x="367531" y="134330"/>
                      <a:pt x="367531" y="134156"/>
                      <a:pt x="367531" y="133976"/>
                    </a:cubicBezTo>
                    <a:close/>
                    <a:moveTo>
                      <a:pt x="409893" y="133970"/>
                    </a:moveTo>
                    <a:cubicBezTo>
                      <a:pt x="409893" y="126067"/>
                      <a:pt x="403493" y="119668"/>
                      <a:pt x="395591" y="119662"/>
                    </a:cubicBezTo>
                    <a:cubicBezTo>
                      <a:pt x="387688" y="119662"/>
                      <a:pt x="381282" y="126067"/>
                      <a:pt x="381282" y="133970"/>
                    </a:cubicBezTo>
                    <a:cubicBezTo>
                      <a:pt x="381282" y="141867"/>
                      <a:pt x="387688" y="148273"/>
                      <a:pt x="395585" y="148273"/>
                    </a:cubicBezTo>
                    <a:cubicBezTo>
                      <a:pt x="395585" y="148273"/>
                      <a:pt x="395591" y="148273"/>
                      <a:pt x="395591" y="148273"/>
                    </a:cubicBezTo>
                    <a:lnTo>
                      <a:pt x="395591" y="148273"/>
                    </a:lnTo>
                    <a:cubicBezTo>
                      <a:pt x="403383" y="148371"/>
                      <a:pt x="409783" y="142140"/>
                      <a:pt x="409893" y="134347"/>
                    </a:cubicBezTo>
                    <a:cubicBezTo>
                      <a:pt x="409893" y="134231"/>
                      <a:pt x="409893" y="134110"/>
                      <a:pt x="409893" y="133993"/>
                    </a:cubicBezTo>
                    <a:close/>
                    <a:moveTo>
                      <a:pt x="452459" y="133970"/>
                    </a:moveTo>
                    <a:cubicBezTo>
                      <a:pt x="452465" y="126073"/>
                      <a:pt x="446065" y="119673"/>
                      <a:pt x="438168" y="119668"/>
                    </a:cubicBezTo>
                    <a:cubicBezTo>
                      <a:pt x="438162" y="119668"/>
                      <a:pt x="438156" y="119668"/>
                      <a:pt x="438151" y="119668"/>
                    </a:cubicBezTo>
                    <a:cubicBezTo>
                      <a:pt x="430254" y="119668"/>
                      <a:pt x="423848" y="126073"/>
                      <a:pt x="423848" y="133970"/>
                    </a:cubicBezTo>
                    <a:cubicBezTo>
                      <a:pt x="423848" y="141873"/>
                      <a:pt x="430254" y="148279"/>
                      <a:pt x="438156" y="148279"/>
                    </a:cubicBezTo>
                    <a:lnTo>
                      <a:pt x="438331" y="148279"/>
                    </a:lnTo>
                    <a:cubicBezTo>
                      <a:pt x="446129" y="148284"/>
                      <a:pt x="452453" y="141960"/>
                      <a:pt x="452459" y="134162"/>
                    </a:cubicBezTo>
                    <a:cubicBezTo>
                      <a:pt x="452459" y="134162"/>
                      <a:pt x="452459" y="134156"/>
                      <a:pt x="452459" y="134156"/>
                    </a:cubicBezTo>
                    <a:lnTo>
                      <a:pt x="452459" y="133976"/>
                    </a:lnTo>
                    <a:close/>
                    <a:moveTo>
                      <a:pt x="495199" y="133970"/>
                    </a:moveTo>
                    <a:cubicBezTo>
                      <a:pt x="495205" y="126073"/>
                      <a:pt x="488805" y="119673"/>
                      <a:pt x="480908" y="119668"/>
                    </a:cubicBezTo>
                    <a:cubicBezTo>
                      <a:pt x="480902" y="119668"/>
                      <a:pt x="480896" y="119668"/>
                      <a:pt x="480891" y="119668"/>
                    </a:cubicBezTo>
                    <a:cubicBezTo>
                      <a:pt x="472993" y="119668"/>
                      <a:pt x="466588" y="126073"/>
                      <a:pt x="466588" y="133970"/>
                    </a:cubicBezTo>
                    <a:cubicBezTo>
                      <a:pt x="466588" y="141873"/>
                      <a:pt x="472993" y="148279"/>
                      <a:pt x="480896" y="148279"/>
                    </a:cubicBezTo>
                    <a:lnTo>
                      <a:pt x="481070" y="148279"/>
                    </a:lnTo>
                    <a:cubicBezTo>
                      <a:pt x="488869" y="148284"/>
                      <a:pt x="495193" y="141960"/>
                      <a:pt x="495199" y="134162"/>
                    </a:cubicBezTo>
                    <a:cubicBezTo>
                      <a:pt x="495199" y="134162"/>
                      <a:pt x="495199" y="134156"/>
                      <a:pt x="495199" y="134156"/>
                    </a:cubicBezTo>
                    <a:lnTo>
                      <a:pt x="495199" y="133976"/>
                    </a:lnTo>
                    <a:close/>
                    <a:moveTo>
                      <a:pt x="537939" y="133970"/>
                    </a:moveTo>
                    <a:cubicBezTo>
                      <a:pt x="537944" y="126073"/>
                      <a:pt x="531539" y="119668"/>
                      <a:pt x="523642" y="119662"/>
                    </a:cubicBezTo>
                    <a:cubicBezTo>
                      <a:pt x="523642" y="119662"/>
                      <a:pt x="523636" y="119662"/>
                      <a:pt x="523636" y="119662"/>
                    </a:cubicBezTo>
                    <a:cubicBezTo>
                      <a:pt x="515733" y="119662"/>
                      <a:pt x="509327" y="126067"/>
                      <a:pt x="509327" y="133970"/>
                    </a:cubicBezTo>
                    <a:cubicBezTo>
                      <a:pt x="509281" y="141867"/>
                      <a:pt x="515652" y="148308"/>
                      <a:pt x="523549" y="148354"/>
                    </a:cubicBezTo>
                    <a:cubicBezTo>
                      <a:pt x="523578" y="148354"/>
                      <a:pt x="523601" y="148354"/>
                      <a:pt x="523630" y="148354"/>
                    </a:cubicBezTo>
                    <a:lnTo>
                      <a:pt x="523630" y="148354"/>
                    </a:lnTo>
                    <a:cubicBezTo>
                      <a:pt x="531423" y="148453"/>
                      <a:pt x="537823" y="142221"/>
                      <a:pt x="537933" y="134429"/>
                    </a:cubicBezTo>
                    <a:cubicBezTo>
                      <a:pt x="537933" y="134312"/>
                      <a:pt x="537933" y="134191"/>
                      <a:pt x="537933" y="134075"/>
                    </a:cubicBezTo>
                    <a:close/>
                    <a:moveTo>
                      <a:pt x="470295" y="298396"/>
                    </a:moveTo>
                    <a:cubicBezTo>
                      <a:pt x="470295" y="290499"/>
                      <a:pt x="463890" y="284093"/>
                      <a:pt x="455993" y="284093"/>
                    </a:cubicBezTo>
                    <a:cubicBezTo>
                      <a:pt x="448090" y="284093"/>
                      <a:pt x="441684" y="290499"/>
                      <a:pt x="441684" y="298402"/>
                    </a:cubicBezTo>
                    <a:cubicBezTo>
                      <a:pt x="441690" y="306305"/>
                      <a:pt x="448090" y="312704"/>
                      <a:pt x="455993" y="312704"/>
                    </a:cubicBezTo>
                    <a:lnTo>
                      <a:pt x="456167" y="312704"/>
                    </a:lnTo>
                    <a:cubicBezTo>
                      <a:pt x="463971" y="312704"/>
                      <a:pt x="470295" y="306380"/>
                      <a:pt x="470301" y="298576"/>
                    </a:cubicBezTo>
                    <a:cubicBezTo>
                      <a:pt x="470295" y="298634"/>
                      <a:pt x="470290" y="298564"/>
                      <a:pt x="470290" y="298500"/>
                    </a:cubicBezTo>
                    <a:close/>
                    <a:moveTo>
                      <a:pt x="513041" y="298396"/>
                    </a:moveTo>
                    <a:cubicBezTo>
                      <a:pt x="513035" y="290493"/>
                      <a:pt x="506635" y="284093"/>
                      <a:pt x="498733" y="284093"/>
                    </a:cubicBezTo>
                    <a:cubicBezTo>
                      <a:pt x="490830" y="284093"/>
                      <a:pt x="484430" y="290493"/>
                      <a:pt x="484424" y="298396"/>
                    </a:cubicBezTo>
                    <a:cubicBezTo>
                      <a:pt x="484424" y="306299"/>
                      <a:pt x="490830" y="312704"/>
                      <a:pt x="498733" y="312704"/>
                    </a:cubicBezTo>
                    <a:lnTo>
                      <a:pt x="498733" y="312704"/>
                    </a:lnTo>
                    <a:cubicBezTo>
                      <a:pt x="506525" y="312803"/>
                      <a:pt x="512925" y="306572"/>
                      <a:pt x="513041" y="298779"/>
                    </a:cubicBezTo>
                    <a:close/>
                    <a:moveTo>
                      <a:pt x="555601" y="298396"/>
                    </a:moveTo>
                    <a:cubicBezTo>
                      <a:pt x="555601" y="290499"/>
                      <a:pt x="549195" y="284093"/>
                      <a:pt x="541298" y="284093"/>
                    </a:cubicBezTo>
                    <a:cubicBezTo>
                      <a:pt x="533395" y="284093"/>
                      <a:pt x="526990" y="290499"/>
                      <a:pt x="526990" y="298402"/>
                    </a:cubicBezTo>
                    <a:cubicBezTo>
                      <a:pt x="526996" y="306305"/>
                      <a:pt x="533395" y="312704"/>
                      <a:pt x="541298" y="312704"/>
                    </a:cubicBezTo>
                    <a:lnTo>
                      <a:pt x="541472" y="312704"/>
                    </a:lnTo>
                    <a:cubicBezTo>
                      <a:pt x="549276" y="312704"/>
                      <a:pt x="555601" y="306380"/>
                      <a:pt x="555601" y="298576"/>
                    </a:cubicBezTo>
                    <a:lnTo>
                      <a:pt x="555601" y="298396"/>
                    </a:lnTo>
                    <a:close/>
                    <a:moveTo>
                      <a:pt x="598341" y="298396"/>
                    </a:moveTo>
                    <a:cubicBezTo>
                      <a:pt x="598341" y="290499"/>
                      <a:pt x="591935" y="284093"/>
                      <a:pt x="584038" y="284093"/>
                    </a:cubicBezTo>
                    <a:cubicBezTo>
                      <a:pt x="576141" y="284093"/>
                      <a:pt x="569735" y="290493"/>
                      <a:pt x="569730" y="298396"/>
                    </a:cubicBezTo>
                    <a:cubicBezTo>
                      <a:pt x="569730" y="306299"/>
                      <a:pt x="576135" y="312704"/>
                      <a:pt x="584038" y="312704"/>
                    </a:cubicBezTo>
                    <a:lnTo>
                      <a:pt x="584038" y="312704"/>
                    </a:lnTo>
                    <a:cubicBezTo>
                      <a:pt x="591830" y="312803"/>
                      <a:pt x="598231" y="306572"/>
                      <a:pt x="598341" y="298779"/>
                    </a:cubicBezTo>
                    <a:cubicBezTo>
                      <a:pt x="598341" y="298738"/>
                      <a:pt x="598341" y="298634"/>
                      <a:pt x="598335" y="298500"/>
                    </a:cubicBezTo>
                    <a:close/>
                    <a:moveTo>
                      <a:pt x="640906" y="298396"/>
                    </a:moveTo>
                    <a:cubicBezTo>
                      <a:pt x="640906" y="290499"/>
                      <a:pt x="634501" y="284093"/>
                      <a:pt x="626604" y="284093"/>
                    </a:cubicBezTo>
                    <a:cubicBezTo>
                      <a:pt x="618701" y="284093"/>
                      <a:pt x="612295" y="290499"/>
                      <a:pt x="612295" y="298402"/>
                    </a:cubicBezTo>
                    <a:cubicBezTo>
                      <a:pt x="612301" y="306305"/>
                      <a:pt x="618701" y="312704"/>
                      <a:pt x="626604" y="312704"/>
                    </a:cubicBezTo>
                    <a:lnTo>
                      <a:pt x="626778" y="312704"/>
                    </a:lnTo>
                    <a:cubicBezTo>
                      <a:pt x="634582" y="312704"/>
                      <a:pt x="640906" y="306380"/>
                      <a:pt x="640906" y="298576"/>
                    </a:cubicBezTo>
                    <a:lnTo>
                      <a:pt x="640906" y="298396"/>
                    </a:lnTo>
                    <a:close/>
                    <a:moveTo>
                      <a:pt x="683646" y="298396"/>
                    </a:moveTo>
                    <a:cubicBezTo>
                      <a:pt x="683646" y="290499"/>
                      <a:pt x="677241" y="284093"/>
                      <a:pt x="669343" y="284093"/>
                    </a:cubicBezTo>
                    <a:cubicBezTo>
                      <a:pt x="661447" y="284093"/>
                      <a:pt x="655041" y="290493"/>
                      <a:pt x="655035" y="298396"/>
                    </a:cubicBezTo>
                    <a:cubicBezTo>
                      <a:pt x="655035" y="306299"/>
                      <a:pt x="661441" y="312704"/>
                      <a:pt x="669343" y="312704"/>
                    </a:cubicBezTo>
                    <a:lnTo>
                      <a:pt x="669343" y="312704"/>
                    </a:lnTo>
                    <a:cubicBezTo>
                      <a:pt x="677136" y="312803"/>
                      <a:pt x="683536" y="306572"/>
                      <a:pt x="683646" y="298779"/>
                    </a:cubicBezTo>
                    <a:cubicBezTo>
                      <a:pt x="683646" y="298657"/>
                      <a:pt x="683646" y="298541"/>
                      <a:pt x="683646" y="298419"/>
                    </a:cubicBezTo>
                    <a:close/>
                    <a:moveTo>
                      <a:pt x="470295" y="415672"/>
                    </a:moveTo>
                    <a:cubicBezTo>
                      <a:pt x="470295" y="407769"/>
                      <a:pt x="463896" y="401370"/>
                      <a:pt x="455993" y="401364"/>
                    </a:cubicBezTo>
                    <a:cubicBezTo>
                      <a:pt x="448090" y="401364"/>
                      <a:pt x="441684" y="407769"/>
                      <a:pt x="441684" y="415672"/>
                    </a:cubicBezTo>
                    <a:cubicBezTo>
                      <a:pt x="441678" y="423569"/>
                      <a:pt x="448078" y="429969"/>
                      <a:pt x="455975" y="429975"/>
                    </a:cubicBezTo>
                    <a:cubicBezTo>
                      <a:pt x="455981" y="429975"/>
                      <a:pt x="455987" y="429975"/>
                      <a:pt x="455993" y="429975"/>
                    </a:cubicBezTo>
                    <a:lnTo>
                      <a:pt x="456167" y="429975"/>
                    </a:lnTo>
                    <a:cubicBezTo>
                      <a:pt x="463971" y="429998"/>
                      <a:pt x="470313" y="423691"/>
                      <a:pt x="470336" y="415887"/>
                    </a:cubicBezTo>
                    <a:cubicBezTo>
                      <a:pt x="470336" y="415521"/>
                      <a:pt x="470336" y="415156"/>
                      <a:pt x="470295" y="414790"/>
                    </a:cubicBezTo>
                    <a:close/>
                    <a:moveTo>
                      <a:pt x="513041" y="415672"/>
                    </a:moveTo>
                    <a:cubicBezTo>
                      <a:pt x="513041" y="407769"/>
                      <a:pt x="506635" y="401364"/>
                      <a:pt x="498733" y="401364"/>
                    </a:cubicBezTo>
                    <a:cubicBezTo>
                      <a:pt x="490830" y="401364"/>
                      <a:pt x="484424" y="407769"/>
                      <a:pt x="484424" y="415672"/>
                    </a:cubicBezTo>
                    <a:cubicBezTo>
                      <a:pt x="484424" y="423575"/>
                      <a:pt x="490830" y="429975"/>
                      <a:pt x="498733" y="429975"/>
                    </a:cubicBezTo>
                    <a:lnTo>
                      <a:pt x="498733" y="429975"/>
                    </a:lnTo>
                    <a:cubicBezTo>
                      <a:pt x="506531" y="430097"/>
                      <a:pt x="512954" y="423877"/>
                      <a:pt x="513076" y="416078"/>
                    </a:cubicBezTo>
                    <a:cubicBezTo>
                      <a:pt x="513076" y="416067"/>
                      <a:pt x="513076" y="416061"/>
                      <a:pt x="513076" y="416049"/>
                    </a:cubicBezTo>
                    <a:cubicBezTo>
                      <a:pt x="513076" y="415620"/>
                      <a:pt x="513076" y="415197"/>
                      <a:pt x="513041" y="414773"/>
                    </a:cubicBezTo>
                    <a:close/>
                    <a:moveTo>
                      <a:pt x="555601" y="415672"/>
                    </a:moveTo>
                    <a:cubicBezTo>
                      <a:pt x="555601" y="407769"/>
                      <a:pt x="549201" y="401370"/>
                      <a:pt x="541298" y="401364"/>
                    </a:cubicBezTo>
                    <a:cubicBezTo>
                      <a:pt x="533395" y="401364"/>
                      <a:pt x="526990" y="407769"/>
                      <a:pt x="526990" y="415672"/>
                    </a:cubicBezTo>
                    <a:cubicBezTo>
                      <a:pt x="526984" y="423569"/>
                      <a:pt x="533384" y="429969"/>
                      <a:pt x="541281" y="429975"/>
                    </a:cubicBezTo>
                    <a:cubicBezTo>
                      <a:pt x="541287" y="429975"/>
                      <a:pt x="541292" y="429975"/>
                      <a:pt x="541298" y="429975"/>
                    </a:cubicBezTo>
                    <a:lnTo>
                      <a:pt x="541472" y="429975"/>
                    </a:lnTo>
                    <a:cubicBezTo>
                      <a:pt x="549276" y="429998"/>
                      <a:pt x="555618" y="423691"/>
                      <a:pt x="555641" y="415887"/>
                    </a:cubicBezTo>
                    <a:cubicBezTo>
                      <a:pt x="555641" y="415521"/>
                      <a:pt x="555641" y="415156"/>
                      <a:pt x="555601" y="414790"/>
                    </a:cubicBezTo>
                    <a:close/>
                    <a:moveTo>
                      <a:pt x="598341" y="415672"/>
                    </a:moveTo>
                    <a:cubicBezTo>
                      <a:pt x="598346" y="407775"/>
                      <a:pt x="591941" y="401370"/>
                      <a:pt x="584044" y="401364"/>
                    </a:cubicBezTo>
                    <a:cubicBezTo>
                      <a:pt x="584044" y="401364"/>
                      <a:pt x="584038" y="401364"/>
                      <a:pt x="584038" y="401364"/>
                    </a:cubicBezTo>
                    <a:cubicBezTo>
                      <a:pt x="576135" y="401364"/>
                      <a:pt x="569730" y="407769"/>
                      <a:pt x="569730" y="415672"/>
                    </a:cubicBezTo>
                    <a:cubicBezTo>
                      <a:pt x="569735" y="423575"/>
                      <a:pt x="576135" y="429975"/>
                      <a:pt x="584038" y="429975"/>
                    </a:cubicBezTo>
                    <a:lnTo>
                      <a:pt x="584038" y="429975"/>
                    </a:lnTo>
                    <a:cubicBezTo>
                      <a:pt x="591842" y="430097"/>
                      <a:pt x="598259" y="423865"/>
                      <a:pt x="598381" y="416067"/>
                    </a:cubicBezTo>
                    <a:cubicBezTo>
                      <a:pt x="598381" y="416061"/>
                      <a:pt x="598381" y="416055"/>
                      <a:pt x="598381" y="416049"/>
                    </a:cubicBezTo>
                    <a:cubicBezTo>
                      <a:pt x="598381" y="415620"/>
                      <a:pt x="598381" y="415197"/>
                      <a:pt x="598341" y="414773"/>
                    </a:cubicBezTo>
                    <a:close/>
                    <a:moveTo>
                      <a:pt x="640906" y="415672"/>
                    </a:moveTo>
                    <a:cubicBezTo>
                      <a:pt x="640906" y="407769"/>
                      <a:pt x="634507" y="401370"/>
                      <a:pt x="626604" y="401364"/>
                    </a:cubicBezTo>
                    <a:cubicBezTo>
                      <a:pt x="618701" y="401364"/>
                      <a:pt x="612295" y="407769"/>
                      <a:pt x="612295" y="415672"/>
                    </a:cubicBezTo>
                    <a:cubicBezTo>
                      <a:pt x="612290" y="423569"/>
                      <a:pt x="618689" y="429969"/>
                      <a:pt x="626586" y="429975"/>
                    </a:cubicBezTo>
                    <a:cubicBezTo>
                      <a:pt x="626592" y="429975"/>
                      <a:pt x="626598" y="429975"/>
                      <a:pt x="626604" y="429975"/>
                    </a:cubicBezTo>
                    <a:lnTo>
                      <a:pt x="626778" y="429975"/>
                    </a:lnTo>
                    <a:cubicBezTo>
                      <a:pt x="634582" y="429998"/>
                      <a:pt x="640924" y="423691"/>
                      <a:pt x="640947" y="415887"/>
                    </a:cubicBezTo>
                    <a:cubicBezTo>
                      <a:pt x="640947" y="415521"/>
                      <a:pt x="640947" y="415156"/>
                      <a:pt x="640906" y="414790"/>
                    </a:cubicBezTo>
                    <a:close/>
                    <a:moveTo>
                      <a:pt x="683646" y="415672"/>
                    </a:moveTo>
                    <a:cubicBezTo>
                      <a:pt x="683652" y="407775"/>
                      <a:pt x="677246" y="401370"/>
                      <a:pt x="669349" y="401364"/>
                    </a:cubicBezTo>
                    <a:cubicBezTo>
                      <a:pt x="669349" y="401364"/>
                      <a:pt x="669343" y="401364"/>
                      <a:pt x="669343" y="401364"/>
                    </a:cubicBezTo>
                    <a:cubicBezTo>
                      <a:pt x="661441" y="401364"/>
                      <a:pt x="655035" y="407769"/>
                      <a:pt x="655035" y="415672"/>
                    </a:cubicBezTo>
                    <a:cubicBezTo>
                      <a:pt x="655041" y="423575"/>
                      <a:pt x="661441" y="429975"/>
                      <a:pt x="669343" y="429975"/>
                    </a:cubicBezTo>
                    <a:lnTo>
                      <a:pt x="669343" y="429975"/>
                    </a:lnTo>
                    <a:cubicBezTo>
                      <a:pt x="677148" y="430097"/>
                      <a:pt x="683565" y="423865"/>
                      <a:pt x="683687" y="416067"/>
                    </a:cubicBezTo>
                    <a:cubicBezTo>
                      <a:pt x="683687" y="416061"/>
                      <a:pt x="683687" y="416055"/>
                      <a:pt x="683687" y="416049"/>
                    </a:cubicBezTo>
                    <a:cubicBezTo>
                      <a:pt x="683687" y="415620"/>
                      <a:pt x="683687" y="415197"/>
                      <a:pt x="683646" y="41477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8" name="Google Shape;268;p21"/>
              <p:cNvSpPr/>
              <p:nvPr/>
            </p:nvSpPr>
            <p:spPr>
              <a:xfrm>
                <a:off x="481797" y="-151591"/>
                <a:ext cx="593786" cy="371876"/>
              </a:xfrm>
              <a:custGeom>
                <a:avLst/>
                <a:gdLst/>
                <a:ahLst/>
                <a:cxnLst/>
                <a:rect l="l" t="t" r="r" b="b"/>
                <a:pathLst>
                  <a:path w="678612" h="425001" extrusionOk="0">
                    <a:moveTo>
                      <a:pt x="68497" y="32459"/>
                    </a:moveTo>
                    <a:lnTo>
                      <a:pt x="18870" y="32459"/>
                    </a:lnTo>
                    <a:cubicBezTo>
                      <a:pt x="12093" y="33271"/>
                      <a:pt x="5937" y="28438"/>
                      <a:pt x="5119" y="21661"/>
                    </a:cubicBezTo>
                    <a:cubicBezTo>
                      <a:pt x="4306" y="14884"/>
                      <a:pt x="9140" y="8727"/>
                      <a:pt x="15917" y="7909"/>
                    </a:cubicBezTo>
                    <a:cubicBezTo>
                      <a:pt x="16897" y="7793"/>
                      <a:pt x="17889" y="7793"/>
                      <a:pt x="18870" y="7909"/>
                    </a:cubicBezTo>
                    <a:lnTo>
                      <a:pt x="68497" y="7909"/>
                    </a:lnTo>
                    <a:cubicBezTo>
                      <a:pt x="75274" y="7097"/>
                      <a:pt x="81431" y="11930"/>
                      <a:pt x="82249" y="18707"/>
                    </a:cubicBezTo>
                    <a:cubicBezTo>
                      <a:pt x="83061" y="25484"/>
                      <a:pt x="78228" y="31641"/>
                      <a:pt x="71451" y="32459"/>
                    </a:cubicBezTo>
                    <a:cubicBezTo>
                      <a:pt x="70470" y="32575"/>
                      <a:pt x="69478" y="32575"/>
                      <a:pt x="68497" y="32459"/>
                    </a:cubicBezTo>
                    <a:close/>
                    <a:moveTo>
                      <a:pt x="80862" y="77137"/>
                    </a:moveTo>
                    <a:cubicBezTo>
                      <a:pt x="80862" y="70307"/>
                      <a:pt x="75327" y="64772"/>
                      <a:pt x="68497" y="64772"/>
                    </a:cubicBezTo>
                    <a:lnTo>
                      <a:pt x="18870" y="64772"/>
                    </a:lnTo>
                    <a:cubicBezTo>
                      <a:pt x="12093" y="63960"/>
                      <a:pt x="5931" y="68793"/>
                      <a:pt x="5119" y="75576"/>
                    </a:cubicBezTo>
                    <a:cubicBezTo>
                      <a:pt x="5119" y="75576"/>
                      <a:pt x="5119" y="75576"/>
                      <a:pt x="5119" y="75576"/>
                    </a:cubicBezTo>
                    <a:cubicBezTo>
                      <a:pt x="4306" y="82353"/>
                      <a:pt x="9140" y="88509"/>
                      <a:pt x="15917" y="89321"/>
                    </a:cubicBezTo>
                    <a:cubicBezTo>
                      <a:pt x="15917" y="89321"/>
                      <a:pt x="15917" y="89321"/>
                      <a:pt x="15917" y="89321"/>
                    </a:cubicBezTo>
                    <a:cubicBezTo>
                      <a:pt x="16897" y="89443"/>
                      <a:pt x="17889" y="89443"/>
                      <a:pt x="18870" y="89321"/>
                    </a:cubicBezTo>
                    <a:lnTo>
                      <a:pt x="68497" y="89321"/>
                    </a:lnTo>
                    <a:cubicBezTo>
                      <a:pt x="75228" y="89420"/>
                      <a:pt x="80763" y="84047"/>
                      <a:pt x="80862" y="77316"/>
                    </a:cubicBezTo>
                    <a:cubicBezTo>
                      <a:pt x="80862" y="77316"/>
                      <a:pt x="80862" y="77316"/>
                      <a:pt x="80862" y="77316"/>
                    </a:cubicBezTo>
                    <a:close/>
                    <a:moveTo>
                      <a:pt x="80862" y="133999"/>
                    </a:moveTo>
                    <a:cubicBezTo>
                      <a:pt x="80862" y="127176"/>
                      <a:pt x="75327" y="121640"/>
                      <a:pt x="68503" y="121640"/>
                    </a:cubicBezTo>
                    <a:cubicBezTo>
                      <a:pt x="68503" y="121640"/>
                      <a:pt x="68497" y="121640"/>
                      <a:pt x="68497" y="121640"/>
                    </a:cubicBezTo>
                    <a:lnTo>
                      <a:pt x="18870" y="121640"/>
                    </a:lnTo>
                    <a:cubicBezTo>
                      <a:pt x="12093" y="120822"/>
                      <a:pt x="5937" y="125655"/>
                      <a:pt x="5119" y="132427"/>
                    </a:cubicBezTo>
                    <a:cubicBezTo>
                      <a:pt x="5119" y="132433"/>
                      <a:pt x="5119" y="132433"/>
                      <a:pt x="5119" y="132438"/>
                    </a:cubicBezTo>
                    <a:cubicBezTo>
                      <a:pt x="4306" y="139215"/>
                      <a:pt x="9140" y="145372"/>
                      <a:pt x="15917" y="146190"/>
                    </a:cubicBezTo>
                    <a:cubicBezTo>
                      <a:pt x="16897" y="146306"/>
                      <a:pt x="17889" y="146306"/>
                      <a:pt x="18870" y="146190"/>
                    </a:cubicBezTo>
                    <a:lnTo>
                      <a:pt x="68497" y="146190"/>
                    </a:lnTo>
                    <a:cubicBezTo>
                      <a:pt x="75228" y="146288"/>
                      <a:pt x="80763" y="140915"/>
                      <a:pt x="80862" y="134185"/>
                    </a:cubicBezTo>
                    <a:cubicBezTo>
                      <a:pt x="80862" y="134185"/>
                      <a:pt x="80862" y="134179"/>
                      <a:pt x="80862" y="134179"/>
                    </a:cubicBezTo>
                    <a:close/>
                    <a:moveTo>
                      <a:pt x="80862" y="190862"/>
                    </a:moveTo>
                    <a:cubicBezTo>
                      <a:pt x="80862" y="184032"/>
                      <a:pt x="75327" y="178497"/>
                      <a:pt x="68497" y="178497"/>
                    </a:cubicBezTo>
                    <a:lnTo>
                      <a:pt x="18870" y="178497"/>
                    </a:lnTo>
                    <a:cubicBezTo>
                      <a:pt x="12093" y="177685"/>
                      <a:pt x="5937" y="182518"/>
                      <a:pt x="5119" y="189295"/>
                    </a:cubicBezTo>
                    <a:cubicBezTo>
                      <a:pt x="4306" y="196072"/>
                      <a:pt x="9140" y="202229"/>
                      <a:pt x="15917" y="203047"/>
                    </a:cubicBezTo>
                    <a:cubicBezTo>
                      <a:pt x="16897" y="203163"/>
                      <a:pt x="17889" y="203163"/>
                      <a:pt x="18870" y="203047"/>
                    </a:cubicBezTo>
                    <a:lnTo>
                      <a:pt x="68497" y="203047"/>
                    </a:lnTo>
                    <a:cubicBezTo>
                      <a:pt x="75228" y="203145"/>
                      <a:pt x="80763" y="197772"/>
                      <a:pt x="80862" y="191042"/>
                    </a:cubicBezTo>
                    <a:cubicBezTo>
                      <a:pt x="80862" y="191042"/>
                      <a:pt x="80862" y="191036"/>
                      <a:pt x="80862" y="191036"/>
                    </a:cubicBezTo>
                    <a:close/>
                    <a:moveTo>
                      <a:pt x="80862" y="247724"/>
                    </a:moveTo>
                    <a:cubicBezTo>
                      <a:pt x="80862" y="240895"/>
                      <a:pt x="75327" y="235360"/>
                      <a:pt x="68497" y="235360"/>
                    </a:cubicBezTo>
                    <a:lnTo>
                      <a:pt x="18870" y="235360"/>
                    </a:lnTo>
                    <a:cubicBezTo>
                      <a:pt x="12093" y="234547"/>
                      <a:pt x="5937" y="239381"/>
                      <a:pt x="5119" y="246158"/>
                    </a:cubicBezTo>
                    <a:cubicBezTo>
                      <a:pt x="4306" y="252935"/>
                      <a:pt x="9140" y="259091"/>
                      <a:pt x="15917" y="259909"/>
                    </a:cubicBezTo>
                    <a:cubicBezTo>
                      <a:pt x="16897" y="260025"/>
                      <a:pt x="17889" y="260025"/>
                      <a:pt x="18870" y="259909"/>
                    </a:cubicBezTo>
                    <a:lnTo>
                      <a:pt x="68497" y="259909"/>
                    </a:lnTo>
                    <a:cubicBezTo>
                      <a:pt x="75228" y="260008"/>
                      <a:pt x="80763" y="254635"/>
                      <a:pt x="80862" y="247904"/>
                    </a:cubicBezTo>
                    <a:cubicBezTo>
                      <a:pt x="80862" y="247904"/>
                      <a:pt x="80862" y="247898"/>
                      <a:pt x="80862" y="247898"/>
                    </a:cubicBezTo>
                    <a:close/>
                    <a:moveTo>
                      <a:pt x="80862" y="304587"/>
                    </a:moveTo>
                    <a:cubicBezTo>
                      <a:pt x="80856" y="297758"/>
                      <a:pt x="75327" y="292228"/>
                      <a:pt x="68497" y="292228"/>
                    </a:cubicBezTo>
                    <a:lnTo>
                      <a:pt x="18870" y="292228"/>
                    </a:lnTo>
                    <a:cubicBezTo>
                      <a:pt x="12041" y="292228"/>
                      <a:pt x="6506" y="297763"/>
                      <a:pt x="6506" y="304593"/>
                    </a:cubicBezTo>
                    <a:cubicBezTo>
                      <a:pt x="6506" y="311323"/>
                      <a:pt x="11960" y="316778"/>
                      <a:pt x="18690" y="316778"/>
                    </a:cubicBezTo>
                    <a:lnTo>
                      <a:pt x="68497" y="316778"/>
                    </a:lnTo>
                    <a:cubicBezTo>
                      <a:pt x="75228" y="316876"/>
                      <a:pt x="80763" y="311503"/>
                      <a:pt x="80862" y="304773"/>
                    </a:cubicBezTo>
                    <a:cubicBezTo>
                      <a:pt x="80862" y="304773"/>
                      <a:pt x="80862" y="304773"/>
                      <a:pt x="80862" y="304773"/>
                    </a:cubicBezTo>
                    <a:close/>
                    <a:moveTo>
                      <a:pt x="80862" y="361450"/>
                    </a:moveTo>
                    <a:cubicBezTo>
                      <a:pt x="80862" y="354719"/>
                      <a:pt x="75408" y="349265"/>
                      <a:pt x="68677" y="349265"/>
                    </a:cubicBezTo>
                    <a:lnTo>
                      <a:pt x="18870" y="349265"/>
                    </a:lnTo>
                    <a:cubicBezTo>
                      <a:pt x="12140" y="349166"/>
                      <a:pt x="6604" y="354539"/>
                      <a:pt x="6506" y="361270"/>
                    </a:cubicBezTo>
                    <a:cubicBezTo>
                      <a:pt x="6506" y="361270"/>
                      <a:pt x="6506" y="361275"/>
                      <a:pt x="6506" y="361275"/>
                    </a:cubicBezTo>
                    <a:lnTo>
                      <a:pt x="6506" y="361450"/>
                    </a:lnTo>
                    <a:cubicBezTo>
                      <a:pt x="6506" y="368279"/>
                      <a:pt x="12041" y="373814"/>
                      <a:pt x="18870" y="373814"/>
                    </a:cubicBezTo>
                    <a:lnTo>
                      <a:pt x="68497" y="373814"/>
                    </a:lnTo>
                    <a:cubicBezTo>
                      <a:pt x="75123" y="373820"/>
                      <a:pt x="80578" y="368604"/>
                      <a:pt x="80862" y="361983"/>
                    </a:cubicBezTo>
                    <a:close/>
                    <a:moveTo>
                      <a:pt x="80862" y="418312"/>
                    </a:moveTo>
                    <a:cubicBezTo>
                      <a:pt x="80862" y="411581"/>
                      <a:pt x="75408" y="406127"/>
                      <a:pt x="68677" y="406127"/>
                    </a:cubicBezTo>
                    <a:lnTo>
                      <a:pt x="18870" y="406127"/>
                    </a:lnTo>
                    <a:cubicBezTo>
                      <a:pt x="12093" y="405315"/>
                      <a:pt x="5931" y="410148"/>
                      <a:pt x="5119" y="416931"/>
                    </a:cubicBezTo>
                    <a:cubicBezTo>
                      <a:pt x="5119" y="416931"/>
                      <a:pt x="5119" y="416931"/>
                      <a:pt x="5119" y="416931"/>
                    </a:cubicBezTo>
                    <a:cubicBezTo>
                      <a:pt x="4306" y="423708"/>
                      <a:pt x="9140" y="429864"/>
                      <a:pt x="15917" y="430677"/>
                    </a:cubicBezTo>
                    <a:cubicBezTo>
                      <a:pt x="15917" y="430677"/>
                      <a:pt x="15917" y="430677"/>
                      <a:pt x="15917" y="430677"/>
                    </a:cubicBezTo>
                    <a:cubicBezTo>
                      <a:pt x="16897" y="430799"/>
                      <a:pt x="17889" y="430799"/>
                      <a:pt x="18870" y="430677"/>
                    </a:cubicBezTo>
                    <a:lnTo>
                      <a:pt x="68497" y="430677"/>
                    </a:lnTo>
                    <a:cubicBezTo>
                      <a:pt x="75327" y="430671"/>
                      <a:pt x="80856" y="425141"/>
                      <a:pt x="80856" y="418312"/>
                    </a:cubicBezTo>
                    <a:close/>
                    <a:moveTo>
                      <a:pt x="267006" y="20274"/>
                    </a:moveTo>
                    <a:cubicBezTo>
                      <a:pt x="267104" y="13543"/>
                      <a:pt x="261731" y="8008"/>
                      <a:pt x="255001" y="7909"/>
                    </a:cubicBezTo>
                    <a:cubicBezTo>
                      <a:pt x="255001" y="7909"/>
                      <a:pt x="255001" y="7909"/>
                      <a:pt x="255001" y="7909"/>
                    </a:cubicBezTo>
                    <a:lnTo>
                      <a:pt x="124124" y="7909"/>
                    </a:lnTo>
                    <a:cubicBezTo>
                      <a:pt x="117347" y="7097"/>
                      <a:pt x="111191" y="11930"/>
                      <a:pt x="110378" y="18707"/>
                    </a:cubicBezTo>
                    <a:cubicBezTo>
                      <a:pt x="110378" y="18707"/>
                      <a:pt x="110378" y="18707"/>
                      <a:pt x="110378" y="18707"/>
                    </a:cubicBezTo>
                    <a:cubicBezTo>
                      <a:pt x="109560" y="25484"/>
                      <a:pt x="114394" y="31641"/>
                      <a:pt x="121170" y="32459"/>
                    </a:cubicBezTo>
                    <a:cubicBezTo>
                      <a:pt x="121170" y="32459"/>
                      <a:pt x="121176" y="32459"/>
                      <a:pt x="121176" y="32459"/>
                    </a:cubicBezTo>
                    <a:cubicBezTo>
                      <a:pt x="122157" y="32575"/>
                      <a:pt x="123143" y="32575"/>
                      <a:pt x="124124" y="32459"/>
                    </a:cubicBezTo>
                    <a:lnTo>
                      <a:pt x="254821" y="32459"/>
                    </a:lnTo>
                    <a:cubicBezTo>
                      <a:pt x="261552" y="32459"/>
                      <a:pt x="267006" y="27005"/>
                      <a:pt x="267006" y="20274"/>
                    </a:cubicBezTo>
                    <a:close/>
                    <a:moveTo>
                      <a:pt x="267006" y="77137"/>
                    </a:moveTo>
                    <a:cubicBezTo>
                      <a:pt x="267104" y="70406"/>
                      <a:pt x="261731" y="64871"/>
                      <a:pt x="255001" y="64772"/>
                    </a:cubicBezTo>
                    <a:cubicBezTo>
                      <a:pt x="255001" y="64772"/>
                      <a:pt x="255001" y="64772"/>
                      <a:pt x="255001" y="64772"/>
                    </a:cubicBezTo>
                    <a:lnTo>
                      <a:pt x="124124" y="64772"/>
                    </a:lnTo>
                    <a:cubicBezTo>
                      <a:pt x="117347" y="63960"/>
                      <a:pt x="111191" y="68793"/>
                      <a:pt x="110378" y="75570"/>
                    </a:cubicBezTo>
                    <a:cubicBezTo>
                      <a:pt x="110378" y="75570"/>
                      <a:pt x="110378" y="75576"/>
                      <a:pt x="110378" y="75576"/>
                    </a:cubicBezTo>
                    <a:cubicBezTo>
                      <a:pt x="109566" y="82353"/>
                      <a:pt x="114399" y="88509"/>
                      <a:pt x="121176" y="89321"/>
                    </a:cubicBezTo>
                    <a:cubicBezTo>
                      <a:pt x="121176" y="89321"/>
                      <a:pt x="121176" y="89321"/>
                      <a:pt x="121176" y="89321"/>
                    </a:cubicBezTo>
                    <a:cubicBezTo>
                      <a:pt x="122157" y="89443"/>
                      <a:pt x="123143" y="89443"/>
                      <a:pt x="124124" y="89321"/>
                    </a:cubicBezTo>
                    <a:lnTo>
                      <a:pt x="254821" y="89321"/>
                    </a:lnTo>
                    <a:cubicBezTo>
                      <a:pt x="261552" y="89321"/>
                      <a:pt x="267006" y="83867"/>
                      <a:pt x="267006" y="77137"/>
                    </a:cubicBezTo>
                    <a:close/>
                    <a:moveTo>
                      <a:pt x="267006" y="133999"/>
                    </a:moveTo>
                    <a:cubicBezTo>
                      <a:pt x="267104" y="127274"/>
                      <a:pt x="261726" y="121739"/>
                      <a:pt x="255001" y="121640"/>
                    </a:cubicBezTo>
                    <a:lnTo>
                      <a:pt x="124124" y="121640"/>
                    </a:lnTo>
                    <a:cubicBezTo>
                      <a:pt x="117353" y="120822"/>
                      <a:pt x="111196" y="125650"/>
                      <a:pt x="110378" y="132427"/>
                    </a:cubicBezTo>
                    <a:cubicBezTo>
                      <a:pt x="110378" y="132427"/>
                      <a:pt x="110378" y="132433"/>
                      <a:pt x="110378" y="132438"/>
                    </a:cubicBezTo>
                    <a:cubicBezTo>
                      <a:pt x="109566" y="139215"/>
                      <a:pt x="114399" y="145372"/>
                      <a:pt x="121176" y="146190"/>
                    </a:cubicBezTo>
                    <a:cubicBezTo>
                      <a:pt x="122157" y="146306"/>
                      <a:pt x="123143" y="146306"/>
                      <a:pt x="124124" y="146190"/>
                    </a:cubicBezTo>
                    <a:lnTo>
                      <a:pt x="254821" y="146190"/>
                    </a:lnTo>
                    <a:cubicBezTo>
                      <a:pt x="261552" y="146190"/>
                      <a:pt x="267006" y="140736"/>
                      <a:pt x="267006" y="134005"/>
                    </a:cubicBezTo>
                    <a:close/>
                    <a:moveTo>
                      <a:pt x="267006" y="190862"/>
                    </a:moveTo>
                    <a:cubicBezTo>
                      <a:pt x="267104" y="184131"/>
                      <a:pt x="261731" y="178596"/>
                      <a:pt x="255001" y="178497"/>
                    </a:cubicBezTo>
                    <a:cubicBezTo>
                      <a:pt x="255001" y="178497"/>
                      <a:pt x="255001" y="178497"/>
                      <a:pt x="255001" y="178497"/>
                    </a:cubicBezTo>
                    <a:lnTo>
                      <a:pt x="124124" y="178497"/>
                    </a:lnTo>
                    <a:cubicBezTo>
                      <a:pt x="117347" y="177685"/>
                      <a:pt x="111191" y="182518"/>
                      <a:pt x="110378" y="189295"/>
                    </a:cubicBezTo>
                    <a:cubicBezTo>
                      <a:pt x="110378" y="189295"/>
                      <a:pt x="110378" y="189295"/>
                      <a:pt x="110378" y="189295"/>
                    </a:cubicBezTo>
                    <a:cubicBezTo>
                      <a:pt x="109566" y="196072"/>
                      <a:pt x="114399" y="202229"/>
                      <a:pt x="121176" y="203047"/>
                    </a:cubicBezTo>
                    <a:cubicBezTo>
                      <a:pt x="122157" y="203163"/>
                      <a:pt x="123143" y="203163"/>
                      <a:pt x="124124" y="203047"/>
                    </a:cubicBezTo>
                    <a:lnTo>
                      <a:pt x="254821" y="203047"/>
                    </a:lnTo>
                    <a:cubicBezTo>
                      <a:pt x="261552" y="203047"/>
                      <a:pt x="267006" y="197592"/>
                      <a:pt x="267006" y="190862"/>
                    </a:cubicBezTo>
                    <a:close/>
                    <a:moveTo>
                      <a:pt x="267006" y="247724"/>
                    </a:moveTo>
                    <a:cubicBezTo>
                      <a:pt x="267104" y="240994"/>
                      <a:pt x="261731" y="235458"/>
                      <a:pt x="255001" y="235360"/>
                    </a:cubicBezTo>
                    <a:cubicBezTo>
                      <a:pt x="255001" y="235360"/>
                      <a:pt x="255001" y="235360"/>
                      <a:pt x="255001" y="235360"/>
                    </a:cubicBezTo>
                    <a:lnTo>
                      <a:pt x="124124" y="235360"/>
                    </a:lnTo>
                    <a:cubicBezTo>
                      <a:pt x="117347" y="234547"/>
                      <a:pt x="111191" y="239381"/>
                      <a:pt x="110378" y="246158"/>
                    </a:cubicBezTo>
                    <a:cubicBezTo>
                      <a:pt x="110378" y="246158"/>
                      <a:pt x="110378" y="246158"/>
                      <a:pt x="110378" y="246158"/>
                    </a:cubicBezTo>
                    <a:cubicBezTo>
                      <a:pt x="109560" y="252935"/>
                      <a:pt x="114394" y="259091"/>
                      <a:pt x="121170" y="259909"/>
                    </a:cubicBezTo>
                    <a:cubicBezTo>
                      <a:pt x="121170" y="259909"/>
                      <a:pt x="121176" y="259909"/>
                      <a:pt x="121176" y="259909"/>
                    </a:cubicBezTo>
                    <a:cubicBezTo>
                      <a:pt x="122157" y="260025"/>
                      <a:pt x="123143" y="260025"/>
                      <a:pt x="124124" y="259909"/>
                    </a:cubicBezTo>
                    <a:lnTo>
                      <a:pt x="254821" y="259909"/>
                    </a:lnTo>
                    <a:cubicBezTo>
                      <a:pt x="261552" y="259909"/>
                      <a:pt x="267006" y="254455"/>
                      <a:pt x="267006" y="247724"/>
                    </a:cubicBezTo>
                    <a:close/>
                    <a:moveTo>
                      <a:pt x="423488" y="304587"/>
                    </a:moveTo>
                    <a:cubicBezTo>
                      <a:pt x="423488" y="297758"/>
                      <a:pt x="417953" y="292222"/>
                      <a:pt x="411123" y="292222"/>
                    </a:cubicBezTo>
                    <a:lnTo>
                      <a:pt x="280606" y="292222"/>
                    </a:lnTo>
                    <a:cubicBezTo>
                      <a:pt x="273777" y="292222"/>
                      <a:pt x="268242" y="297758"/>
                      <a:pt x="268242" y="304587"/>
                    </a:cubicBezTo>
                    <a:cubicBezTo>
                      <a:pt x="268242" y="311318"/>
                      <a:pt x="273696" y="316772"/>
                      <a:pt x="280427" y="316772"/>
                    </a:cubicBezTo>
                    <a:lnTo>
                      <a:pt x="411123" y="316772"/>
                    </a:lnTo>
                    <a:cubicBezTo>
                      <a:pt x="417854" y="316870"/>
                      <a:pt x="423390" y="311497"/>
                      <a:pt x="423488" y="304767"/>
                    </a:cubicBezTo>
                    <a:cubicBezTo>
                      <a:pt x="423488" y="304767"/>
                      <a:pt x="423488" y="304767"/>
                      <a:pt x="423488" y="304767"/>
                    </a:cubicBezTo>
                    <a:close/>
                    <a:moveTo>
                      <a:pt x="423488" y="361450"/>
                    </a:moveTo>
                    <a:cubicBezTo>
                      <a:pt x="423488" y="354719"/>
                      <a:pt x="418034" y="349265"/>
                      <a:pt x="411303" y="349265"/>
                    </a:cubicBezTo>
                    <a:lnTo>
                      <a:pt x="280606" y="349265"/>
                    </a:lnTo>
                    <a:cubicBezTo>
                      <a:pt x="273876" y="349166"/>
                      <a:pt x="268346" y="354545"/>
                      <a:pt x="268247" y="361275"/>
                    </a:cubicBezTo>
                    <a:cubicBezTo>
                      <a:pt x="268247" y="361275"/>
                      <a:pt x="268247" y="361275"/>
                      <a:pt x="268247" y="361275"/>
                    </a:cubicBezTo>
                    <a:cubicBezTo>
                      <a:pt x="268247" y="361334"/>
                      <a:pt x="268247" y="361391"/>
                      <a:pt x="268247" y="361450"/>
                    </a:cubicBezTo>
                    <a:cubicBezTo>
                      <a:pt x="268247" y="368279"/>
                      <a:pt x="273783" y="373814"/>
                      <a:pt x="280612" y="373814"/>
                    </a:cubicBezTo>
                    <a:lnTo>
                      <a:pt x="411123" y="373814"/>
                    </a:lnTo>
                    <a:cubicBezTo>
                      <a:pt x="417750" y="373820"/>
                      <a:pt x="423204" y="368604"/>
                      <a:pt x="423488" y="361983"/>
                    </a:cubicBezTo>
                    <a:close/>
                    <a:moveTo>
                      <a:pt x="423488" y="418312"/>
                    </a:moveTo>
                    <a:cubicBezTo>
                      <a:pt x="423488" y="411581"/>
                      <a:pt x="418034" y="406127"/>
                      <a:pt x="411303" y="406127"/>
                    </a:cubicBezTo>
                    <a:lnTo>
                      <a:pt x="280606" y="406127"/>
                    </a:lnTo>
                    <a:cubicBezTo>
                      <a:pt x="273829" y="405315"/>
                      <a:pt x="267673" y="410154"/>
                      <a:pt x="266855" y="416931"/>
                    </a:cubicBezTo>
                    <a:cubicBezTo>
                      <a:pt x="266043" y="423708"/>
                      <a:pt x="270876" y="429864"/>
                      <a:pt x="277653" y="430677"/>
                    </a:cubicBezTo>
                    <a:cubicBezTo>
                      <a:pt x="277653" y="430677"/>
                      <a:pt x="277659" y="430677"/>
                      <a:pt x="277659" y="430677"/>
                    </a:cubicBezTo>
                    <a:cubicBezTo>
                      <a:pt x="278639" y="430799"/>
                      <a:pt x="279626" y="430799"/>
                      <a:pt x="280606" y="430677"/>
                    </a:cubicBezTo>
                    <a:lnTo>
                      <a:pt x="411123" y="430677"/>
                    </a:lnTo>
                    <a:cubicBezTo>
                      <a:pt x="417953" y="430677"/>
                      <a:pt x="423482" y="425147"/>
                      <a:pt x="423488" y="418318"/>
                    </a:cubicBezTo>
                    <a:close/>
                    <a:moveTo>
                      <a:pt x="324582" y="20274"/>
                    </a:moveTo>
                    <a:cubicBezTo>
                      <a:pt x="324692" y="12377"/>
                      <a:pt x="318385" y="5878"/>
                      <a:pt x="310482" y="5768"/>
                    </a:cubicBezTo>
                    <a:cubicBezTo>
                      <a:pt x="310477" y="5768"/>
                      <a:pt x="310465" y="5768"/>
                      <a:pt x="310453" y="5768"/>
                    </a:cubicBezTo>
                    <a:cubicBezTo>
                      <a:pt x="302557" y="5670"/>
                      <a:pt x="296075" y="11988"/>
                      <a:pt x="295977" y="19885"/>
                    </a:cubicBezTo>
                    <a:cubicBezTo>
                      <a:pt x="295977" y="19885"/>
                      <a:pt x="295977" y="19891"/>
                      <a:pt x="295977" y="19897"/>
                    </a:cubicBezTo>
                    <a:cubicBezTo>
                      <a:pt x="295866" y="27800"/>
                      <a:pt x="302185" y="34292"/>
                      <a:pt x="310088" y="34403"/>
                    </a:cubicBezTo>
                    <a:cubicBezTo>
                      <a:pt x="310094" y="34403"/>
                      <a:pt x="310100" y="34403"/>
                      <a:pt x="310105" y="34403"/>
                    </a:cubicBezTo>
                    <a:lnTo>
                      <a:pt x="310279" y="34403"/>
                    </a:lnTo>
                    <a:cubicBezTo>
                      <a:pt x="318113" y="34403"/>
                      <a:pt x="324489" y="28107"/>
                      <a:pt x="324582" y="20274"/>
                    </a:cubicBezTo>
                    <a:close/>
                    <a:moveTo>
                      <a:pt x="367148" y="20274"/>
                    </a:moveTo>
                    <a:cubicBezTo>
                      <a:pt x="367258" y="12377"/>
                      <a:pt x="360951" y="5878"/>
                      <a:pt x="353048" y="5768"/>
                    </a:cubicBezTo>
                    <a:cubicBezTo>
                      <a:pt x="353042" y="5768"/>
                      <a:pt x="353031" y="5768"/>
                      <a:pt x="353019" y="5768"/>
                    </a:cubicBezTo>
                    <a:cubicBezTo>
                      <a:pt x="345117" y="5658"/>
                      <a:pt x="338624" y="11977"/>
                      <a:pt x="338513" y="19879"/>
                    </a:cubicBezTo>
                    <a:cubicBezTo>
                      <a:pt x="338513" y="19885"/>
                      <a:pt x="338513" y="19891"/>
                      <a:pt x="338513" y="19897"/>
                    </a:cubicBezTo>
                    <a:cubicBezTo>
                      <a:pt x="338409" y="27800"/>
                      <a:pt x="344728" y="34298"/>
                      <a:pt x="352636" y="34403"/>
                    </a:cubicBezTo>
                    <a:cubicBezTo>
                      <a:pt x="352636" y="34403"/>
                      <a:pt x="352642" y="34403"/>
                      <a:pt x="352642" y="34403"/>
                    </a:cubicBezTo>
                    <a:lnTo>
                      <a:pt x="352996" y="34403"/>
                    </a:lnTo>
                    <a:cubicBezTo>
                      <a:pt x="360794" y="34611"/>
                      <a:pt x="367293" y="28461"/>
                      <a:pt x="367502" y="20663"/>
                    </a:cubicBezTo>
                    <a:cubicBezTo>
                      <a:pt x="367502" y="20651"/>
                      <a:pt x="367502" y="20639"/>
                      <a:pt x="367502" y="20628"/>
                    </a:cubicBezTo>
                    <a:cubicBezTo>
                      <a:pt x="367502" y="20512"/>
                      <a:pt x="367502" y="20390"/>
                      <a:pt x="367502" y="20274"/>
                    </a:cubicBezTo>
                    <a:close/>
                    <a:moveTo>
                      <a:pt x="409888" y="20274"/>
                    </a:moveTo>
                    <a:cubicBezTo>
                      <a:pt x="409998" y="12377"/>
                      <a:pt x="403691" y="5878"/>
                      <a:pt x="395788" y="5768"/>
                    </a:cubicBezTo>
                    <a:cubicBezTo>
                      <a:pt x="395782" y="5768"/>
                      <a:pt x="395771" y="5768"/>
                      <a:pt x="395759" y="5768"/>
                    </a:cubicBezTo>
                    <a:cubicBezTo>
                      <a:pt x="387862" y="5652"/>
                      <a:pt x="381369" y="11959"/>
                      <a:pt x="381253" y="19856"/>
                    </a:cubicBezTo>
                    <a:cubicBezTo>
                      <a:pt x="381253" y="19868"/>
                      <a:pt x="381253" y="19885"/>
                      <a:pt x="381253" y="19897"/>
                    </a:cubicBezTo>
                    <a:cubicBezTo>
                      <a:pt x="381143" y="27800"/>
                      <a:pt x="387462" y="34292"/>
                      <a:pt x="395364" y="34403"/>
                    </a:cubicBezTo>
                    <a:cubicBezTo>
                      <a:pt x="395364" y="34403"/>
                      <a:pt x="395370" y="34403"/>
                      <a:pt x="395376" y="34403"/>
                    </a:cubicBezTo>
                    <a:lnTo>
                      <a:pt x="395556" y="34403"/>
                    </a:lnTo>
                    <a:cubicBezTo>
                      <a:pt x="403401" y="34420"/>
                      <a:pt x="409795" y="28119"/>
                      <a:pt x="409888" y="20274"/>
                    </a:cubicBezTo>
                    <a:close/>
                    <a:moveTo>
                      <a:pt x="452453" y="20274"/>
                    </a:moveTo>
                    <a:cubicBezTo>
                      <a:pt x="452563" y="12371"/>
                      <a:pt x="446245" y="5878"/>
                      <a:pt x="438342" y="5768"/>
                    </a:cubicBezTo>
                    <a:cubicBezTo>
                      <a:pt x="438336" y="5768"/>
                      <a:pt x="438331" y="5768"/>
                      <a:pt x="438325" y="5768"/>
                    </a:cubicBezTo>
                    <a:cubicBezTo>
                      <a:pt x="430422" y="5658"/>
                      <a:pt x="423929" y="11977"/>
                      <a:pt x="423819" y="19879"/>
                    </a:cubicBezTo>
                    <a:cubicBezTo>
                      <a:pt x="423819" y="19885"/>
                      <a:pt x="423819" y="19891"/>
                      <a:pt x="423819" y="19897"/>
                    </a:cubicBezTo>
                    <a:cubicBezTo>
                      <a:pt x="423715" y="27800"/>
                      <a:pt x="430033" y="34298"/>
                      <a:pt x="437942" y="34403"/>
                    </a:cubicBezTo>
                    <a:cubicBezTo>
                      <a:pt x="437942" y="34403"/>
                      <a:pt x="437948" y="34403"/>
                      <a:pt x="437948" y="34403"/>
                    </a:cubicBezTo>
                    <a:lnTo>
                      <a:pt x="438301" y="34403"/>
                    </a:lnTo>
                    <a:cubicBezTo>
                      <a:pt x="446106" y="34403"/>
                      <a:pt x="452430" y="28078"/>
                      <a:pt x="452430" y="20274"/>
                    </a:cubicBezTo>
                    <a:close/>
                    <a:moveTo>
                      <a:pt x="495193" y="20274"/>
                    </a:moveTo>
                    <a:cubicBezTo>
                      <a:pt x="495303" y="12377"/>
                      <a:pt x="488996" y="5878"/>
                      <a:pt x="481093" y="5768"/>
                    </a:cubicBezTo>
                    <a:cubicBezTo>
                      <a:pt x="481088" y="5768"/>
                      <a:pt x="481076" y="5768"/>
                      <a:pt x="481064" y="5768"/>
                    </a:cubicBezTo>
                    <a:cubicBezTo>
                      <a:pt x="473162" y="5664"/>
                      <a:pt x="466663" y="11982"/>
                      <a:pt x="466559" y="19891"/>
                    </a:cubicBezTo>
                    <a:cubicBezTo>
                      <a:pt x="466559" y="19891"/>
                      <a:pt x="466559" y="19897"/>
                      <a:pt x="466559" y="19897"/>
                    </a:cubicBezTo>
                    <a:cubicBezTo>
                      <a:pt x="466454" y="27800"/>
                      <a:pt x="472773" y="34298"/>
                      <a:pt x="480681" y="34403"/>
                    </a:cubicBezTo>
                    <a:cubicBezTo>
                      <a:pt x="480681" y="34403"/>
                      <a:pt x="480687" y="34403"/>
                      <a:pt x="480693" y="34403"/>
                    </a:cubicBezTo>
                    <a:lnTo>
                      <a:pt x="481041" y="34403"/>
                    </a:lnTo>
                    <a:cubicBezTo>
                      <a:pt x="488845" y="34403"/>
                      <a:pt x="495170" y="28078"/>
                      <a:pt x="495170" y="20274"/>
                    </a:cubicBezTo>
                    <a:close/>
                    <a:moveTo>
                      <a:pt x="537933" y="20274"/>
                    </a:moveTo>
                    <a:cubicBezTo>
                      <a:pt x="538043" y="12377"/>
                      <a:pt x="531736" y="5878"/>
                      <a:pt x="523833" y="5768"/>
                    </a:cubicBezTo>
                    <a:cubicBezTo>
                      <a:pt x="523828" y="5768"/>
                      <a:pt x="523816" y="5768"/>
                      <a:pt x="523804" y="5768"/>
                    </a:cubicBezTo>
                    <a:cubicBezTo>
                      <a:pt x="515907" y="5670"/>
                      <a:pt x="509426" y="11988"/>
                      <a:pt x="509327" y="19885"/>
                    </a:cubicBezTo>
                    <a:cubicBezTo>
                      <a:pt x="509327" y="19885"/>
                      <a:pt x="509327" y="19891"/>
                      <a:pt x="509327" y="19897"/>
                    </a:cubicBezTo>
                    <a:cubicBezTo>
                      <a:pt x="509217" y="27800"/>
                      <a:pt x="515536" y="34292"/>
                      <a:pt x="523439" y="34403"/>
                    </a:cubicBezTo>
                    <a:cubicBezTo>
                      <a:pt x="523445" y="34403"/>
                      <a:pt x="523450" y="34403"/>
                      <a:pt x="523456" y="34403"/>
                    </a:cubicBezTo>
                    <a:lnTo>
                      <a:pt x="523630" y="34403"/>
                    </a:lnTo>
                    <a:cubicBezTo>
                      <a:pt x="531463" y="34403"/>
                      <a:pt x="537840" y="28107"/>
                      <a:pt x="537933" y="20274"/>
                    </a:cubicBezTo>
                    <a:close/>
                    <a:moveTo>
                      <a:pt x="324582" y="133999"/>
                    </a:moveTo>
                    <a:cubicBezTo>
                      <a:pt x="324698" y="126102"/>
                      <a:pt x="318391" y="119609"/>
                      <a:pt x="310494" y="119493"/>
                    </a:cubicBezTo>
                    <a:cubicBezTo>
                      <a:pt x="310482" y="119493"/>
                      <a:pt x="310465" y="119493"/>
                      <a:pt x="310453" y="119493"/>
                    </a:cubicBezTo>
                    <a:cubicBezTo>
                      <a:pt x="302557" y="119395"/>
                      <a:pt x="296075" y="125713"/>
                      <a:pt x="295977" y="133610"/>
                    </a:cubicBezTo>
                    <a:cubicBezTo>
                      <a:pt x="295977" y="133610"/>
                      <a:pt x="295977" y="133616"/>
                      <a:pt x="295977" y="133616"/>
                    </a:cubicBezTo>
                    <a:cubicBezTo>
                      <a:pt x="295866" y="141513"/>
                      <a:pt x="302174" y="148006"/>
                      <a:pt x="310076" y="148122"/>
                    </a:cubicBezTo>
                    <a:cubicBezTo>
                      <a:pt x="310082" y="148122"/>
                      <a:pt x="310094" y="148122"/>
                      <a:pt x="310105" y="148122"/>
                    </a:cubicBezTo>
                    <a:lnTo>
                      <a:pt x="310279" y="148122"/>
                    </a:lnTo>
                    <a:cubicBezTo>
                      <a:pt x="318113" y="148128"/>
                      <a:pt x="324489" y="141826"/>
                      <a:pt x="324582" y="133993"/>
                    </a:cubicBezTo>
                    <a:close/>
                    <a:moveTo>
                      <a:pt x="367148" y="133999"/>
                    </a:moveTo>
                    <a:cubicBezTo>
                      <a:pt x="367246" y="126102"/>
                      <a:pt x="360928" y="119621"/>
                      <a:pt x="353031" y="119522"/>
                    </a:cubicBezTo>
                    <a:cubicBezTo>
                      <a:pt x="353031" y="119522"/>
                      <a:pt x="353025" y="119522"/>
                      <a:pt x="353019" y="119522"/>
                    </a:cubicBezTo>
                    <a:cubicBezTo>
                      <a:pt x="345122" y="119412"/>
                      <a:pt x="338629" y="125719"/>
                      <a:pt x="338513" y="133622"/>
                    </a:cubicBezTo>
                    <a:cubicBezTo>
                      <a:pt x="338513" y="133628"/>
                      <a:pt x="338513" y="133639"/>
                      <a:pt x="338513" y="133651"/>
                    </a:cubicBezTo>
                    <a:cubicBezTo>
                      <a:pt x="338403" y="141554"/>
                      <a:pt x="344722" y="148047"/>
                      <a:pt x="352625" y="148157"/>
                    </a:cubicBezTo>
                    <a:cubicBezTo>
                      <a:pt x="352630" y="148157"/>
                      <a:pt x="352636" y="148157"/>
                      <a:pt x="352642" y="148157"/>
                    </a:cubicBezTo>
                    <a:lnTo>
                      <a:pt x="352996" y="148157"/>
                    </a:lnTo>
                    <a:cubicBezTo>
                      <a:pt x="360794" y="148371"/>
                      <a:pt x="367287" y="142221"/>
                      <a:pt x="367502" y="134429"/>
                    </a:cubicBezTo>
                    <a:cubicBezTo>
                      <a:pt x="367502" y="134411"/>
                      <a:pt x="367502" y="134399"/>
                      <a:pt x="367502" y="134388"/>
                    </a:cubicBezTo>
                    <a:cubicBezTo>
                      <a:pt x="367502" y="134266"/>
                      <a:pt x="367502" y="134150"/>
                      <a:pt x="367502" y="134028"/>
                    </a:cubicBezTo>
                    <a:close/>
                    <a:moveTo>
                      <a:pt x="409888" y="133999"/>
                    </a:moveTo>
                    <a:cubicBezTo>
                      <a:pt x="410004" y="126102"/>
                      <a:pt x="403697" y="119609"/>
                      <a:pt x="395799" y="119493"/>
                    </a:cubicBezTo>
                    <a:cubicBezTo>
                      <a:pt x="395782" y="119493"/>
                      <a:pt x="395765" y="119493"/>
                      <a:pt x="395747" y="119493"/>
                    </a:cubicBezTo>
                    <a:cubicBezTo>
                      <a:pt x="387850" y="119377"/>
                      <a:pt x="381358" y="125684"/>
                      <a:pt x="381242" y="133581"/>
                    </a:cubicBezTo>
                    <a:cubicBezTo>
                      <a:pt x="381242" y="133593"/>
                      <a:pt x="381242" y="133605"/>
                      <a:pt x="381242" y="133616"/>
                    </a:cubicBezTo>
                    <a:cubicBezTo>
                      <a:pt x="381131" y="141513"/>
                      <a:pt x="387439" y="148012"/>
                      <a:pt x="395341" y="148122"/>
                    </a:cubicBezTo>
                    <a:cubicBezTo>
                      <a:pt x="395347" y="148122"/>
                      <a:pt x="395359" y="148122"/>
                      <a:pt x="395364" y="148122"/>
                    </a:cubicBezTo>
                    <a:lnTo>
                      <a:pt x="395544" y="148122"/>
                    </a:lnTo>
                    <a:cubicBezTo>
                      <a:pt x="403377" y="148128"/>
                      <a:pt x="409754" y="141826"/>
                      <a:pt x="409847" y="133993"/>
                    </a:cubicBezTo>
                    <a:close/>
                    <a:moveTo>
                      <a:pt x="452453" y="133999"/>
                    </a:moveTo>
                    <a:cubicBezTo>
                      <a:pt x="452552" y="126102"/>
                      <a:pt x="446227" y="119621"/>
                      <a:pt x="438325" y="119522"/>
                    </a:cubicBezTo>
                    <a:cubicBezTo>
                      <a:pt x="438325" y="119522"/>
                      <a:pt x="438325" y="119522"/>
                      <a:pt x="438325" y="119522"/>
                    </a:cubicBezTo>
                    <a:cubicBezTo>
                      <a:pt x="430428" y="119412"/>
                      <a:pt x="423935" y="125719"/>
                      <a:pt x="423819" y="133622"/>
                    </a:cubicBezTo>
                    <a:cubicBezTo>
                      <a:pt x="423819" y="133628"/>
                      <a:pt x="423819" y="133639"/>
                      <a:pt x="423819" y="133651"/>
                    </a:cubicBezTo>
                    <a:cubicBezTo>
                      <a:pt x="423709" y="141554"/>
                      <a:pt x="430027" y="148047"/>
                      <a:pt x="437930" y="148157"/>
                    </a:cubicBezTo>
                    <a:cubicBezTo>
                      <a:pt x="437936" y="148157"/>
                      <a:pt x="437942" y="148157"/>
                      <a:pt x="437948" y="148157"/>
                    </a:cubicBezTo>
                    <a:lnTo>
                      <a:pt x="438301" y="148157"/>
                    </a:lnTo>
                    <a:cubicBezTo>
                      <a:pt x="446106" y="148157"/>
                      <a:pt x="452430" y="141832"/>
                      <a:pt x="452430" y="134028"/>
                    </a:cubicBezTo>
                    <a:close/>
                    <a:moveTo>
                      <a:pt x="495193" y="133999"/>
                    </a:moveTo>
                    <a:cubicBezTo>
                      <a:pt x="495309" y="126102"/>
                      <a:pt x="489002" y="119609"/>
                      <a:pt x="481105" y="119493"/>
                    </a:cubicBezTo>
                    <a:cubicBezTo>
                      <a:pt x="481088" y="119493"/>
                      <a:pt x="481064" y="119493"/>
                      <a:pt x="481041" y="119493"/>
                    </a:cubicBezTo>
                    <a:cubicBezTo>
                      <a:pt x="473138" y="119383"/>
                      <a:pt x="466646" y="125702"/>
                      <a:pt x="466535" y="133605"/>
                    </a:cubicBezTo>
                    <a:cubicBezTo>
                      <a:pt x="466535" y="133610"/>
                      <a:pt x="466535" y="133616"/>
                      <a:pt x="466535" y="133622"/>
                    </a:cubicBezTo>
                    <a:cubicBezTo>
                      <a:pt x="466425" y="141525"/>
                      <a:pt x="472744" y="148017"/>
                      <a:pt x="480647" y="148128"/>
                    </a:cubicBezTo>
                    <a:cubicBezTo>
                      <a:pt x="480653" y="148128"/>
                      <a:pt x="480664" y="148128"/>
                      <a:pt x="480670" y="148128"/>
                    </a:cubicBezTo>
                    <a:lnTo>
                      <a:pt x="481018" y="148128"/>
                    </a:lnTo>
                    <a:cubicBezTo>
                      <a:pt x="488822" y="148128"/>
                      <a:pt x="495147" y="141803"/>
                      <a:pt x="495147" y="133999"/>
                    </a:cubicBezTo>
                    <a:close/>
                    <a:moveTo>
                      <a:pt x="537933" y="133999"/>
                    </a:moveTo>
                    <a:cubicBezTo>
                      <a:pt x="538049" y="126102"/>
                      <a:pt x="531742" y="119609"/>
                      <a:pt x="523845" y="119493"/>
                    </a:cubicBezTo>
                    <a:cubicBezTo>
                      <a:pt x="523833" y="119493"/>
                      <a:pt x="523816" y="119493"/>
                      <a:pt x="523804" y="119493"/>
                    </a:cubicBezTo>
                    <a:cubicBezTo>
                      <a:pt x="515907" y="119395"/>
                      <a:pt x="509426" y="125713"/>
                      <a:pt x="509327" y="133610"/>
                    </a:cubicBezTo>
                    <a:cubicBezTo>
                      <a:pt x="509327" y="133610"/>
                      <a:pt x="509327" y="133616"/>
                      <a:pt x="509327" y="133616"/>
                    </a:cubicBezTo>
                    <a:cubicBezTo>
                      <a:pt x="509217" y="141513"/>
                      <a:pt x="515524" y="148006"/>
                      <a:pt x="523427" y="148122"/>
                    </a:cubicBezTo>
                    <a:cubicBezTo>
                      <a:pt x="523433" y="148122"/>
                      <a:pt x="523445" y="148122"/>
                      <a:pt x="523456" y="148122"/>
                    </a:cubicBezTo>
                    <a:lnTo>
                      <a:pt x="523630" y="148122"/>
                    </a:lnTo>
                    <a:cubicBezTo>
                      <a:pt x="531463" y="148128"/>
                      <a:pt x="537840" y="141826"/>
                      <a:pt x="537933" y="133993"/>
                    </a:cubicBezTo>
                    <a:close/>
                    <a:moveTo>
                      <a:pt x="470290" y="297549"/>
                    </a:moveTo>
                    <a:cubicBezTo>
                      <a:pt x="470400" y="289652"/>
                      <a:pt x="464093" y="283159"/>
                      <a:pt x="456190" y="283043"/>
                    </a:cubicBezTo>
                    <a:cubicBezTo>
                      <a:pt x="456184" y="283043"/>
                      <a:pt x="456173" y="283043"/>
                      <a:pt x="456161" y="283043"/>
                    </a:cubicBezTo>
                    <a:cubicBezTo>
                      <a:pt x="448264" y="282944"/>
                      <a:pt x="441783" y="289269"/>
                      <a:pt x="441684" y="297172"/>
                    </a:cubicBezTo>
                    <a:cubicBezTo>
                      <a:pt x="441684" y="297172"/>
                      <a:pt x="441684" y="297172"/>
                      <a:pt x="441684" y="297172"/>
                    </a:cubicBezTo>
                    <a:cubicBezTo>
                      <a:pt x="441574" y="305069"/>
                      <a:pt x="447881" y="311567"/>
                      <a:pt x="455784" y="311677"/>
                    </a:cubicBezTo>
                    <a:cubicBezTo>
                      <a:pt x="455790" y="311677"/>
                      <a:pt x="455801" y="311677"/>
                      <a:pt x="455813" y="311677"/>
                    </a:cubicBezTo>
                    <a:lnTo>
                      <a:pt x="456161" y="311677"/>
                    </a:lnTo>
                    <a:cubicBezTo>
                      <a:pt x="463965" y="311677"/>
                      <a:pt x="470290" y="305353"/>
                      <a:pt x="470290" y="297549"/>
                    </a:cubicBezTo>
                    <a:close/>
                    <a:moveTo>
                      <a:pt x="513029" y="297549"/>
                    </a:moveTo>
                    <a:cubicBezTo>
                      <a:pt x="513139" y="289652"/>
                      <a:pt x="506833" y="283159"/>
                      <a:pt x="498930" y="283043"/>
                    </a:cubicBezTo>
                    <a:cubicBezTo>
                      <a:pt x="498924" y="283043"/>
                      <a:pt x="498912" y="283043"/>
                      <a:pt x="498907" y="283043"/>
                    </a:cubicBezTo>
                    <a:cubicBezTo>
                      <a:pt x="491010" y="282933"/>
                      <a:pt x="484511" y="289240"/>
                      <a:pt x="484401" y="297143"/>
                    </a:cubicBezTo>
                    <a:cubicBezTo>
                      <a:pt x="484401" y="297148"/>
                      <a:pt x="484401" y="297160"/>
                      <a:pt x="484401" y="297172"/>
                    </a:cubicBezTo>
                    <a:cubicBezTo>
                      <a:pt x="484291" y="305074"/>
                      <a:pt x="490609" y="311567"/>
                      <a:pt x="498512" y="311677"/>
                    </a:cubicBezTo>
                    <a:cubicBezTo>
                      <a:pt x="498518" y="311677"/>
                      <a:pt x="498524" y="311677"/>
                      <a:pt x="498529" y="311677"/>
                    </a:cubicBezTo>
                    <a:lnTo>
                      <a:pt x="498703" y="311677"/>
                    </a:lnTo>
                    <a:cubicBezTo>
                      <a:pt x="506537" y="311677"/>
                      <a:pt x="512907" y="305382"/>
                      <a:pt x="513012" y="297549"/>
                    </a:cubicBezTo>
                    <a:close/>
                    <a:moveTo>
                      <a:pt x="555595" y="297549"/>
                    </a:moveTo>
                    <a:cubicBezTo>
                      <a:pt x="555705" y="289652"/>
                      <a:pt x="549398" y="283159"/>
                      <a:pt x="541495" y="283043"/>
                    </a:cubicBezTo>
                    <a:cubicBezTo>
                      <a:pt x="541490" y="283043"/>
                      <a:pt x="541478" y="283043"/>
                      <a:pt x="541467" y="283043"/>
                    </a:cubicBezTo>
                    <a:cubicBezTo>
                      <a:pt x="533569" y="282933"/>
                      <a:pt x="527071" y="289240"/>
                      <a:pt x="526961" y="297143"/>
                    </a:cubicBezTo>
                    <a:cubicBezTo>
                      <a:pt x="526961" y="297148"/>
                      <a:pt x="526961" y="297160"/>
                      <a:pt x="526961" y="297172"/>
                    </a:cubicBezTo>
                    <a:cubicBezTo>
                      <a:pt x="526851" y="305069"/>
                      <a:pt x="533157" y="311561"/>
                      <a:pt x="541060" y="311677"/>
                    </a:cubicBezTo>
                    <a:cubicBezTo>
                      <a:pt x="541066" y="311677"/>
                      <a:pt x="541078" y="311677"/>
                      <a:pt x="541089" y="311677"/>
                    </a:cubicBezTo>
                    <a:lnTo>
                      <a:pt x="541437" y="311677"/>
                    </a:lnTo>
                    <a:cubicBezTo>
                      <a:pt x="549242" y="311677"/>
                      <a:pt x="555566" y="305353"/>
                      <a:pt x="555566" y="297549"/>
                    </a:cubicBezTo>
                    <a:close/>
                    <a:moveTo>
                      <a:pt x="598335" y="297549"/>
                    </a:moveTo>
                    <a:cubicBezTo>
                      <a:pt x="598445" y="289652"/>
                      <a:pt x="592138" y="283159"/>
                      <a:pt x="584235" y="283043"/>
                    </a:cubicBezTo>
                    <a:cubicBezTo>
                      <a:pt x="584229" y="283043"/>
                      <a:pt x="584218" y="283043"/>
                      <a:pt x="584212" y="283043"/>
                    </a:cubicBezTo>
                    <a:cubicBezTo>
                      <a:pt x="576315" y="282933"/>
                      <a:pt x="569817" y="289240"/>
                      <a:pt x="569706" y="297143"/>
                    </a:cubicBezTo>
                    <a:cubicBezTo>
                      <a:pt x="569706" y="297148"/>
                      <a:pt x="569706" y="297160"/>
                      <a:pt x="569706" y="297172"/>
                    </a:cubicBezTo>
                    <a:cubicBezTo>
                      <a:pt x="569596" y="305074"/>
                      <a:pt x="575915" y="311567"/>
                      <a:pt x="583817" y="311677"/>
                    </a:cubicBezTo>
                    <a:cubicBezTo>
                      <a:pt x="583823" y="311677"/>
                      <a:pt x="583829" y="311677"/>
                      <a:pt x="583835" y="311677"/>
                    </a:cubicBezTo>
                    <a:lnTo>
                      <a:pt x="584009" y="311677"/>
                    </a:lnTo>
                    <a:cubicBezTo>
                      <a:pt x="591842" y="311677"/>
                      <a:pt x="598219" y="305382"/>
                      <a:pt x="598312" y="297549"/>
                    </a:cubicBezTo>
                    <a:close/>
                    <a:moveTo>
                      <a:pt x="640900" y="297549"/>
                    </a:moveTo>
                    <a:cubicBezTo>
                      <a:pt x="641011" y="289652"/>
                      <a:pt x="634704" y="283159"/>
                      <a:pt x="626801" y="283043"/>
                    </a:cubicBezTo>
                    <a:cubicBezTo>
                      <a:pt x="626795" y="283043"/>
                      <a:pt x="626784" y="283043"/>
                      <a:pt x="626772" y="283043"/>
                    </a:cubicBezTo>
                    <a:cubicBezTo>
                      <a:pt x="618869" y="282939"/>
                      <a:pt x="612371" y="289257"/>
                      <a:pt x="612266" y="297166"/>
                    </a:cubicBezTo>
                    <a:cubicBezTo>
                      <a:pt x="612266" y="297166"/>
                      <a:pt x="612266" y="297172"/>
                      <a:pt x="612266" y="297172"/>
                    </a:cubicBezTo>
                    <a:cubicBezTo>
                      <a:pt x="612162" y="305074"/>
                      <a:pt x="618481" y="311573"/>
                      <a:pt x="626389" y="311677"/>
                    </a:cubicBezTo>
                    <a:cubicBezTo>
                      <a:pt x="626389" y="311677"/>
                      <a:pt x="626395" y="311677"/>
                      <a:pt x="626401" y="311677"/>
                    </a:cubicBezTo>
                    <a:lnTo>
                      <a:pt x="626749" y="311677"/>
                    </a:lnTo>
                    <a:cubicBezTo>
                      <a:pt x="634553" y="311677"/>
                      <a:pt x="640878" y="305353"/>
                      <a:pt x="640878" y="297549"/>
                    </a:cubicBezTo>
                    <a:close/>
                    <a:moveTo>
                      <a:pt x="683640" y="297549"/>
                    </a:moveTo>
                    <a:cubicBezTo>
                      <a:pt x="683751" y="289652"/>
                      <a:pt x="677444" y="283159"/>
                      <a:pt x="669541" y="283043"/>
                    </a:cubicBezTo>
                    <a:cubicBezTo>
                      <a:pt x="669535" y="283043"/>
                      <a:pt x="669523" y="283043"/>
                      <a:pt x="669512" y="283043"/>
                    </a:cubicBezTo>
                    <a:cubicBezTo>
                      <a:pt x="661615" y="282944"/>
                      <a:pt x="655134" y="289263"/>
                      <a:pt x="655035" y="297160"/>
                    </a:cubicBezTo>
                    <a:cubicBezTo>
                      <a:pt x="655035" y="297160"/>
                      <a:pt x="655035" y="297166"/>
                      <a:pt x="655035" y="297172"/>
                    </a:cubicBezTo>
                    <a:cubicBezTo>
                      <a:pt x="654925" y="305074"/>
                      <a:pt x="661243" y="311567"/>
                      <a:pt x="669146" y="311677"/>
                    </a:cubicBezTo>
                    <a:cubicBezTo>
                      <a:pt x="669152" y="311677"/>
                      <a:pt x="669158" y="311677"/>
                      <a:pt x="669164" y="311677"/>
                    </a:cubicBezTo>
                    <a:lnTo>
                      <a:pt x="669338" y="311677"/>
                    </a:lnTo>
                    <a:cubicBezTo>
                      <a:pt x="677171" y="311677"/>
                      <a:pt x="683547" y="305382"/>
                      <a:pt x="683640" y="297549"/>
                    </a:cubicBezTo>
                    <a:close/>
                    <a:moveTo>
                      <a:pt x="470290" y="414993"/>
                    </a:moveTo>
                    <a:cubicBezTo>
                      <a:pt x="470290" y="407096"/>
                      <a:pt x="463884" y="400690"/>
                      <a:pt x="455987" y="400690"/>
                    </a:cubicBezTo>
                    <a:cubicBezTo>
                      <a:pt x="448084" y="400690"/>
                      <a:pt x="441678" y="407096"/>
                      <a:pt x="441678" y="414999"/>
                    </a:cubicBezTo>
                    <a:cubicBezTo>
                      <a:pt x="441684" y="422902"/>
                      <a:pt x="448084" y="429302"/>
                      <a:pt x="455987" y="429302"/>
                    </a:cubicBezTo>
                    <a:lnTo>
                      <a:pt x="456161" y="429302"/>
                    </a:lnTo>
                    <a:cubicBezTo>
                      <a:pt x="464000" y="429203"/>
                      <a:pt x="470301" y="422815"/>
                      <a:pt x="470290" y="414976"/>
                    </a:cubicBezTo>
                    <a:close/>
                    <a:moveTo>
                      <a:pt x="513035" y="414993"/>
                    </a:moveTo>
                    <a:cubicBezTo>
                      <a:pt x="513029" y="407090"/>
                      <a:pt x="506629" y="400690"/>
                      <a:pt x="498727" y="400690"/>
                    </a:cubicBezTo>
                    <a:cubicBezTo>
                      <a:pt x="490824" y="400690"/>
                      <a:pt x="484424" y="407090"/>
                      <a:pt x="484418" y="414993"/>
                    </a:cubicBezTo>
                    <a:cubicBezTo>
                      <a:pt x="484418" y="422896"/>
                      <a:pt x="490824" y="429302"/>
                      <a:pt x="498727" y="429302"/>
                    </a:cubicBezTo>
                    <a:lnTo>
                      <a:pt x="498727" y="429302"/>
                    </a:lnTo>
                    <a:cubicBezTo>
                      <a:pt x="506629" y="429302"/>
                      <a:pt x="513035" y="422896"/>
                      <a:pt x="513035" y="414993"/>
                    </a:cubicBezTo>
                    <a:cubicBezTo>
                      <a:pt x="513035" y="414987"/>
                      <a:pt x="513035" y="414982"/>
                      <a:pt x="513035" y="414976"/>
                    </a:cubicBezTo>
                    <a:close/>
                    <a:moveTo>
                      <a:pt x="555595" y="414993"/>
                    </a:moveTo>
                    <a:cubicBezTo>
                      <a:pt x="555595" y="407096"/>
                      <a:pt x="549189" y="400690"/>
                      <a:pt x="541292" y="400690"/>
                    </a:cubicBezTo>
                    <a:cubicBezTo>
                      <a:pt x="533390" y="400690"/>
                      <a:pt x="526984" y="407096"/>
                      <a:pt x="526984" y="414999"/>
                    </a:cubicBezTo>
                    <a:cubicBezTo>
                      <a:pt x="526990" y="422902"/>
                      <a:pt x="533390" y="429302"/>
                      <a:pt x="541292" y="429302"/>
                    </a:cubicBezTo>
                    <a:lnTo>
                      <a:pt x="541467" y="429302"/>
                    </a:lnTo>
                    <a:cubicBezTo>
                      <a:pt x="549300" y="429203"/>
                      <a:pt x="555595" y="422826"/>
                      <a:pt x="555595" y="414993"/>
                    </a:cubicBezTo>
                    <a:close/>
                    <a:moveTo>
                      <a:pt x="598335" y="414993"/>
                    </a:moveTo>
                    <a:cubicBezTo>
                      <a:pt x="598335" y="407096"/>
                      <a:pt x="591929" y="400690"/>
                      <a:pt x="584032" y="400690"/>
                    </a:cubicBezTo>
                    <a:cubicBezTo>
                      <a:pt x="576129" y="400690"/>
                      <a:pt x="569730" y="407090"/>
                      <a:pt x="569724" y="414993"/>
                    </a:cubicBezTo>
                    <a:cubicBezTo>
                      <a:pt x="569724" y="422896"/>
                      <a:pt x="576129" y="429302"/>
                      <a:pt x="584032" y="429302"/>
                    </a:cubicBezTo>
                    <a:lnTo>
                      <a:pt x="584032" y="429302"/>
                    </a:lnTo>
                    <a:cubicBezTo>
                      <a:pt x="591929" y="429302"/>
                      <a:pt x="598335" y="422896"/>
                      <a:pt x="598335" y="414999"/>
                    </a:cubicBezTo>
                    <a:cubicBezTo>
                      <a:pt x="598335" y="414993"/>
                      <a:pt x="598335" y="414982"/>
                      <a:pt x="598335" y="414976"/>
                    </a:cubicBezTo>
                    <a:close/>
                    <a:moveTo>
                      <a:pt x="640900" y="414993"/>
                    </a:moveTo>
                    <a:cubicBezTo>
                      <a:pt x="640900" y="407096"/>
                      <a:pt x="634495" y="400690"/>
                      <a:pt x="626598" y="400690"/>
                    </a:cubicBezTo>
                    <a:cubicBezTo>
                      <a:pt x="618695" y="400690"/>
                      <a:pt x="612290" y="407096"/>
                      <a:pt x="612290" y="414999"/>
                    </a:cubicBezTo>
                    <a:cubicBezTo>
                      <a:pt x="612295" y="422902"/>
                      <a:pt x="618695" y="429302"/>
                      <a:pt x="626598" y="429302"/>
                    </a:cubicBezTo>
                    <a:lnTo>
                      <a:pt x="626772" y="429302"/>
                    </a:lnTo>
                    <a:cubicBezTo>
                      <a:pt x="634605" y="429203"/>
                      <a:pt x="640900" y="422826"/>
                      <a:pt x="640900" y="414993"/>
                    </a:cubicBezTo>
                    <a:close/>
                    <a:moveTo>
                      <a:pt x="683640" y="414993"/>
                    </a:moveTo>
                    <a:cubicBezTo>
                      <a:pt x="683640" y="407096"/>
                      <a:pt x="677235" y="400690"/>
                      <a:pt x="669338" y="400690"/>
                    </a:cubicBezTo>
                    <a:cubicBezTo>
                      <a:pt x="661435" y="400690"/>
                      <a:pt x="655035" y="407090"/>
                      <a:pt x="655029" y="414993"/>
                    </a:cubicBezTo>
                    <a:cubicBezTo>
                      <a:pt x="655029" y="422896"/>
                      <a:pt x="661435" y="429302"/>
                      <a:pt x="669338" y="429302"/>
                    </a:cubicBezTo>
                    <a:lnTo>
                      <a:pt x="669338" y="429302"/>
                    </a:lnTo>
                    <a:cubicBezTo>
                      <a:pt x="677235" y="429302"/>
                      <a:pt x="683640" y="422896"/>
                      <a:pt x="683640" y="414999"/>
                    </a:cubicBezTo>
                    <a:cubicBezTo>
                      <a:pt x="683640" y="414999"/>
                      <a:pt x="683640" y="414993"/>
                      <a:pt x="683640" y="4149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69" name="Google Shape;269;p21"/>
            <p:cNvGrpSpPr/>
            <p:nvPr/>
          </p:nvGrpSpPr>
          <p:grpSpPr>
            <a:xfrm>
              <a:off x="7474336" y="3174083"/>
              <a:ext cx="1926867" cy="2244428"/>
              <a:chOff x="7474336" y="3174083"/>
              <a:chExt cx="1926867" cy="2244428"/>
            </a:xfrm>
          </p:grpSpPr>
          <p:sp>
            <p:nvSpPr>
              <p:cNvPr id="270" name="Google Shape;270;p21"/>
              <p:cNvSpPr/>
              <p:nvPr/>
            </p:nvSpPr>
            <p:spPr>
              <a:xfrm>
                <a:off x="8503837" y="3925685"/>
                <a:ext cx="292080" cy="402729"/>
              </a:xfrm>
              <a:custGeom>
                <a:avLst/>
                <a:gdLst/>
                <a:ahLst/>
                <a:cxnLst/>
                <a:rect l="l" t="t" r="r" b="b"/>
                <a:pathLst>
                  <a:path w="333806" h="460262" extrusionOk="0">
                    <a:moveTo>
                      <a:pt x="330005" y="5767"/>
                    </a:moveTo>
                    <a:lnTo>
                      <a:pt x="97043" y="5767"/>
                    </a:lnTo>
                    <a:cubicBezTo>
                      <a:pt x="94762" y="5765"/>
                      <a:pt x="92563" y="6649"/>
                      <a:pt x="90921" y="8233"/>
                    </a:cubicBezTo>
                    <a:lnTo>
                      <a:pt x="7733" y="88246"/>
                    </a:lnTo>
                    <a:cubicBezTo>
                      <a:pt x="6666" y="89337"/>
                      <a:pt x="5900" y="90690"/>
                      <a:pt x="5523" y="92169"/>
                    </a:cubicBezTo>
                    <a:cubicBezTo>
                      <a:pt x="5424" y="92538"/>
                      <a:pt x="5349" y="92914"/>
                      <a:pt x="5296" y="93294"/>
                    </a:cubicBezTo>
                    <a:cubicBezTo>
                      <a:pt x="5175" y="93726"/>
                      <a:pt x="5082" y="94166"/>
                      <a:pt x="5030" y="94612"/>
                    </a:cubicBezTo>
                    <a:lnTo>
                      <a:pt x="5030" y="457198"/>
                    </a:lnTo>
                    <a:cubicBezTo>
                      <a:pt x="5024" y="462072"/>
                      <a:pt x="8975" y="466025"/>
                      <a:pt x="13849" y="466029"/>
                    </a:cubicBezTo>
                    <a:cubicBezTo>
                      <a:pt x="13855" y="466029"/>
                      <a:pt x="13855" y="466029"/>
                      <a:pt x="13861" y="466029"/>
                    </a:cubicBezTo>
                    <a:lnTo>
                      <a:pt x="330005" y="466029"/>
                    </a:lnTo>
                    <a:cubicBezTo>
                      <a:pt x="334879" y="466032"/>
                      <a:pt x="338831" y="462083"/>
                      <a:pt x="338836" y="457209"/>
                    </a:cubicBezTo>
                    <a:cubicBezTo>
                      <a:pt x="338836" y="457205"/>
                      <a:pt x="338836" y="457202"/>
                      <a:pt x="338836" y="457198"/>
                    </a:cubicBezTo>
                    <a:lnTo>
                      <a:pt x="338836" y="14598"/>
                    </a:lnTo>
                    <a:cubicBezTo>
                      <a:pt x="338842" y="9724"/>
                      <a:pt x="334891" y="5770"/>
                      <a:pt x="330017" y="5767"/>
                    </a:cubicBezTo>
                    <a:cubicBezTo>
                      <a:pt x="330011" y="5767"/>
                      <a:pt x="330011" y="5767"/>
                      <a:pt x="330005" y="5767"/>
                    </a:cubicBezTo>
                    <a:close/>
                    <a:moveTo>
                      <a:pt x="91043" y="34871"/>
                    </a:moveTo>
                    <a:lnTo>
                      <a:pt x="91043" y="85780"/>
                    </a:lnTo>
                    <a:lnTo>
                      <a:pt x="36316" y="85780"/>
                    </a:lnTo>
                    <a:close/>
                    <a:moveTo>
                      <a:pt x="321174" y="448366"/>
                    </a:moveTo>
                    <a:lnTo>
                      <a:pt x="22692" y="448366"/>
                    </a:lnTo>
                    <a:lnTo>
                      <a:pt x="22692" y="103460"/>
                    </a:lnTo>
                    <a:lnTo>
                      <a:pt x="99862" y="103460"/>
                    </a:lnTo>
                    <a:cubicBezTo>
                      <a:pt x="104736" y="103464"/>
                      <a:pt x="108688" y="99514"/>
                      <a:pt x="108694" y="94641"/>
                    </a:cubicBezTo>
                    <a:cubicBezTo>
                      <a:pt x="108694" y="94636"/>
                      <a:pt x="108694" y="94633"/>
                      <a:pt x="108694" y="94629"/>
                    </a:cubicBezTo>
                    <a:lnTo>
                      <a:pt x="108694" y="23446"/>
                    </a:lnTo>
                    <a:lnTo>
                      <a:pt x="321163" y="2344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1" name="Google Shape;271;p21"/>
              <p:cNvSpPr/>
              <p:nvPr/>
            </p:nvSpPr>
            <p:spPr>
              <a:xfrm>
                <a:off x="8806477" y="3925685"/>
                <a:ext cx="292075" cy="402729"/>
              </a:xfrm>
              <a:custGeom>
                <a:avLst/>
                <a:gdLst/>
                <a:ahLst/>
                <a:cxnLst/>
                <a:rect l="l" t="t" r="r" b="b"/>
                <a:pathLst>
                  <a:path w="333800" h="460262" extrusionOk="0">
                    <a:moveTo>
                      <a:pt x="330005" y="5767"/>
                    </a:moveTo>
                    <a:lnTo>
                      <a:pt x="97048" y="5767"/>
                    </a:lnTo>
                    <a:cubicBezTo>
                      <a:pt x="94768" y="5765"/>
                      <a:pt x="92569" y="6649"/>
                      <a:pt x="90927" y="8233"/>
                    </a:cubicBezTo>
                    <a:lnTo>
                      <a:pt x="7739" y="88246"/>
                    </a:lnTo>
                    <a:cubicBezTo>
                      <a:pt x="6672" y="89337"/>
                      <a:pt x="5906" y="90690"/>
                      <a:pt x="5529" y="92169"/>
                    </a:cubicBezTo>
                    <a:cubicBezTo>
                      <a:pt x="5424" y="92538"/>
                      <a:pt x="5349" y="92914"/>
                      <a:pt x="5302" y="93294"/>
                    </a:cubicBezTo>
                    <a:cubicBezTo>
                      <a:pt x="5175" y="93726"/>
                      <a:pt x="5088" y="94166"/>
                      <a:pt x="5030" y="94612"/>
                    </a:cubicBezTo>
                    <a:lnTo>
                      <a:pt x="5030" y="457198"/>
                    </a:lnTo>
                    <a:cubicBezTo>
                      <a:pt x="5024" y="462072"/>
                      <a:pt x="8975" y="466025"/>
                      <a:pt x="13849" y="466029"/>
                    </a:cubicBezTo>
                    <a:cubicBezTo>
                      <a:pt x="13855" y="466029"/>
                      <a:pt x="13855" y="466029"/>
                      <a:pt x="13861" y="466029"/>
                    </a:cubicBezTo>
                    <a:lnTo>
                      <a:pt x="330005" y="466029"/>
                    </a:lnTo>
                    <a:cubicBezTo>
                      <a:pt x="334873" y="466029"/>
                      <a:pt x="338825" y="462084"/>
                      <a:pt x="338831" y="457215"/>
                    </a:cubicBezTo>
                    <a:lnTo>
                      <a:pt x="338831" y="14615"/>
                    </a:lnTo>
                    <a:cubicBezTo>
                      <a:pt x="338842" y="9741"/>
                      <a:pt x="334902" y="5779"/>
                      <a:pt x="330028" y="5767"/>
                    </a:cubicBezTo>
                    <a:cubicBezTo>
                      <a:pt x="330023" y="5767"/>
                      <a:pt x="330011" y="5767"/>
                      <a:pt x="330005" y="5767"/>
                    </a:cubicBezTo>
                    <a:close/>
                    <a:moveTo>
                      <a:pt x="91072" y="34888"/>
                    </a:moveTo>
                    <a:lnTo>
                      <a:pt x="91072" y="85798"/>
                    </a:lnTo>
                    <a:lnTo>
                      <a:pt x="36350" y="85798"/>
                    </a:lnTo>
                    <a:close/>
                    <a:moveTo>
                      <a:pt x="321203" y="448384"/>
                    </a:moveTo>
                    <a:lnTo>
                      <a:pt x="22692" y="448384"/>
                    </a:lnTo>
                    <a:lnTo>
                      <a:pt x="22692" y="103460"/>
                    </a:lnTo>
                    <a:lnTo>
                      <a:pt x="99862" y="103460"/>
                    </a:lnTo>
                    <a:cubicBezTo>
                      <a:pt x="104736" y="103464"/>
                      <a:pt x="108688" y="99514"/>
                      <a:pt x="108694" y="94641"/>
                    </a:cubicBezTo>
                    <a:cubicBezTo>
                      <a:pt x="108694" y="94636"/>
                      <a:pt x="108694" y="94633"/>
                      <a:pt x="108694" y="94629"/>
                    </a:cubicBezTo>
                    <a:lnTo>
                      <a:pt x="108694" y="23446"/>
                    </a:lnTo>
                    <a:lnTo>
                      <a:pt x="321163" y="2344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2" name="Google Shape;272;p21"/>
              <p:cNvSpPr/>
              <p:nvPr/>
            </p:nvSpPr>
            <p:spPr>
              <a:xfrm>
                <a:off x="9109128" y="3925685"/>
                <a:ext cx="292075" cy="402729"/>
              </a:xfrm>
              <a:custGeom>
                <a:avLst/>
                <a:gdLst/>
                <a:ahLst/>
                <a:cxnLst/>
                <a:rect l="l" t="t" r="r" b="b"/>
                <a:pathLst>
                  <a:path w="333800" h="460262" extrusionOk="0">
                    <a:moveTo>
                      <a:pt x="329988" y="5767"/>
                    </a:moveTo>
                    <a:lnTo>
                      <a:pt x="97043" y="5767"/>
                    </a:lnTo>
                    <a:cubicBezTo>
                      <a:pt x="94762" y="5765"/>
                      <a:pt x="92563" y="6649"/>
                      <a:pt x="90921" y="8233"/>
                    </a:cubicBezTo>
                    <a:lnTo>
                      <a:pt x="7734" y="88246"/>
                    </a:lnTo>
                    <a:cubicBezTo>
                      <a:pt x="6666" y="89337"/>
                      <a:pt x="5906" y="90690"/>
                      <a:pt x="5523" y="92169"/>
                    </a:cubicBezTo>
                    <a:cubicBezTo>
                      <a:pt x="5424" y="92538"/>
                      <a:pt x="5349" y="92914"/>
                      <a:pt x="5296" y="93294"/>
                    </a:cubicBezTo>
                    <a:cubicBezTo>
                      <a:pt x="5175" y="93726"/>
                      <a:pt x="5082" y="94166"/>
                      <a:pt x="5030" y="94612"/>
                    </a:cubicBezTo>
                    <a:lnTo>
                      <a:pt x="5030" y="457198"/>
                    </a:lnTo>
                    <a:cubicBezTo>
                      <a:pt x="5024" y="462072"/>
                      <a:pt x="8975" y="466025"/>
                      <a:pt x="13849" y="466029"/>
                    </a:cubicBezTo>
                    <a:cubicBezTo>
                      <a:pt x="13855" y="466029"/>
                      <a:pt x="13855" y="466029"/>
                      <a:pt x="13861" y="466029"/>
                    </a:cubicBezTo>
                    <a:lnTo>
                      <a:pt x="330000" y="466029"/>
                    </a:lnTo>
                    <a:cubicBezTo>
                      <a:pt x="334873" y="466032"/>
                      <a:pt x="338825" y="462083"/>
                      <a:pt x="338831" y="457209"/>
                    </a:cubicBezTo>
                    <a:cubicBezTo>
                      <a:pt x="338831" y="457205"/>
                      <a:pt x="338831" y="457202"/>
                      <a:pt x="338831" y="457198"/>
                    </a:cubicBezTo>
                    <a:lnTo>
                      <a:pt x="338831" y="14598"/>
                    </a:lnTo>
                    <a:cubicBezTo>
                      <a:pt x="338836" y="9724"/>
                      <a:pt x="334885" y="5770"/>
                      <a:pt x="330011" y="5767"/>
                    </a:cubicBezTo>
                    <a:cubicBezTo>
                      <a:pt x="330005" y="5767"/>
                      <a:pt x="329994" y="5767"/>
                      <a:pt x="329988" y="5767"/>
                    </a:cubicBezTo>
                    <a:close/>
                    <a:moveTo>
                      <a:pt x="91031" y="34871"/>
                    </a:moveTo>
                    <a:lnTo>
                      <a:pt x="91031" y="85780"/>
                    </a:lnTo>
                    <a:lnTo>
                      <a:pt x="36304" y="85780"/>
                    </a:lnTo>
                    <a:close/>
                    <a:moveTo>
                      <a:pt x="321157" y="448366"/>
                    </a:moveTo>
                    <a:lnTo>
                      <a:pt x="22675" y="448366"/>
                    </a:lnTo>
                    <a:lnTo>
                      <a:pt x="22675" y="103460"/>
                    </a:lnTo>
                    <a:lnTo>
                      <a:pt x="99845" y="103460"/>
                    </a:lnTo>
                    <a:cubicBezTo>
                      <a:pt x="104719" y="103464"/>
                      <a:pt x="108670" y="99514"/>
                      <a:pt x="108676" y="94641"/>
                    </a:cubicBezTo>
                    <a:cubicBezTo>
                      <a:pt x="108676" y="94636"/>
                      <a:pt x="108676" y="94633"/>
                      <a:pt x="108676" y="94629"/>
                    </a:cubicBezTo>
                    <a:lnTo>
                      <a:pt x="108676" y="23446"/>
                    </a:lnTo>
                    <a:lnTo>
                      <a:pt x="321139" y="2344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3" name="Google Shape;273;p21"/>
              <p:cNvSpPr/>
              <p:nvPr/>
            </p:nvSpPr>
            <p:spPr>
              <a:xfrm rot="5400000">
                <a:off x="7890349" y="4383229"/>
                <a:ext cx="710265" cy="1287404"/>
              </a:xfrm>
              <a:custGeom>
                <a:avLst/>
                <a:gdLst/>
                <a:ahLst/>
                <a:cxnLst/>
                <a:rect l="l" t="t" r="r" b="b"/>
                <a:pathLst>
                  <a:path w="811731" h="1471319" extrusionOk="0">
                    <a:moveTo>
                      <a:pt x="350859" y="504469"/>
                    </a:moveTo>
                    <a:lnTo>
                      <a:pt x="350859" y="1444396"/>
                    </a:lnTo>
                    <a:lnTo>
                      <a:pt x="346890" y="1447013"/>
                    </a:lnTo>
                    <a:lnTo>
                      <a:pt x="313991" y="1477086"/>
                    </a:lnTo>
                    <a:lnTo>
                      <a:pt x="303048" y="1463161"/>
                    </a:lnTo>
                    <a:lnTo>
                      <a:pt x="333220" y="1434904"/>
                    </a:lnTo>
                    <a:lnTo>
                      <a:pt x="333220" y="504469"/>
                    </a:lnTo>
                    <a:close/>
                    <a:moveTo>
                      <a:pt x="339614" y="473496"/>
                    </a:moveTo>
                    <a:lnTo>
                      <a:pt x="267392" y="5767"/>
                    </a:lnTo>
                    <a:lnTo>
                      <a:pt x="249933" y="8459"/>
                    </a:lnTo>
                    <a:lnTo>
                      <a:pt x="320779" y="467253"/>
                    </a:lnTo>
                    <a:lnTo>
                      <a:pt x="5030" y="778471"/>
                    </a:lnTo>
                    <a:lnTo>
                      <a:pt x="17429" y="791045"/>
                    </a:lnTo>
                    <a:close/>
                    <a:moveTo>
                      <a:pt x="816761" y="215154"/>
                    </a:moveTo>
                    <a:lnTo>
                      <a:pt x="808307" y="199651"/>
                    </a:lnTo>
                    <a:lnTo>
                      <a:pt x="325973" y="462623"/>
                    </a:lnTo>
                    <a:lnTo>
                      <a:pt x="334421" y="478127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4" name="Google Shape;274;p21"/>
              <p:cNvSpPr/>
              <p:nvPr/>
            </p:nvSpPr>
            <p:spPr>
              <a:xfrm rot="5400000">
                <a:off x="7813542" y="4305066"/>
                <a:ext cx="774239" cy="1452651"/>
              </a:xfrm>
              <a:custGeom>
                <a:avLst/>
                <a:gdLst/>
                <a:ahLst/>
                <a:cxnLst/>
                <a:rect l="l" t="t" r="r" b="b"/>
                <a:pathLst>
                  <a:path w="884845" h="1660173" extrusionOk="0">
                    <a:moveTo>
                      <a:pt x="361634" y="425273"/>
                    </a:moveTo>
                    <a:cubicBezTo>
                      <a:pt x="410408" y="425273"/>
                      <a:pt x="449945" y="464810"/>
                      <a:pt x="449945" y="513584"/>
                    </a:cubicBezTo>
                    <a:cubicBezTo>
                      <a:pt x="449945" y="562359"/>
                      <a:pt x="410408" y="601896"/>
                      <a:pt x="361634" y="601896"/>
                    </a:cubicBezTo>
                    <a:cubicBezTo>
                      <a:pt x="312859" y="601896"/>
                      <a:pt x="273322" y="562359"/>
                      <a:pt x="273322" y="513584"/>
                    </a:cubicBezTo>
                    <a:cubicBezTo>
                      <a:pt x="273317" y="464816"/>
                      <a:pt x="312854" y="425279"/>
                      <a:pt x="361622" y="425273"/>
                    </a:cubicBezTo>
                    <a:cubicBezTo>
                      <a:pt x="361628" y="425273"/>
                      <a:pt x="361628" y="425273"/>
                      <a:pt x="361634" y="425273"/>
                    </a:cubicBezTo>
                    <a:close/>
                    <a:moveTo>
                      <a:pt x="361866" y="1665940"/>
                    </a:moveTo>
                    <a:cubicBezTo>
                      <a:pt x="348927" y="1665934"/>
                      <a:pt x="336034" y="1664472"/>
                      <a:pt x="323419" y="1661588"/>
                    </a:cubicBezTo>
                    <a:cubicBezTo>
                      <a:pt x="231232" y="1640578"/>
                      <a:pt x="173325" y="1548443"/>
                      <a:pt x="194341" y="1456273"/>
                    </a:cubicBezTo>
                    <a:cubicBezTo>
                      <a:pt x="215462" y="1363982"/>
                      <a:pt x="307399" y="1306284"/>
                      <a:pt x="399691" y="1327398"/>
                    </a:cubicBezTo>
                    <a:cubicBezTo>
                      <a:pt x="491982" y="1348519"/>
                      <a:pt x="549681" y="1440456"/>
                      <a:pt x="528560" y="1532748"/>
                    </a:cubicBezTo>
                    <a:cubicBezTo>
                      <a:pt x="510764" y="1610528"/>
                      <a:pt x="441659" y="1665748"/>
                      <a:pt x="361866" y="1665940"/>
                    </a:cubicBezTo>
                    <a:close/>
                    <a:moveTo>
                      <a:pt x="361245" y="1340500"/>
                    </a:moveTo>
                    <a:cubicBezTo>
                      <a:pt x="289563" y="1340686"/>
                      <a:pt x="227490" y="1390319"/>
                      <a:pt x="211545" y="1460202"/>
                    </a:cubicBezTo>
                    <a:lnTo>
                      <a:pt x="211545" y="1460202"/>
                    </a:lnTo>
                    <a:cubicBezTo>
                      <a:pt x="192694" y="1542896"/>
                      <a:pt x="244618" y="1625521"/>
                      <a:pt x="327342" y="1644373"/>
                    </a:cubicBezTo>
                    <a:cubicBezTo>
                      <a:pt x="410118" y="1663514"/>
                      <a:pt x="492742" y="1611920"/>
                      <a:pt x="511878" y="1529145"/>
                    </a:cubicBezTo>
                    <a:cubicBezTo>
                      <a:pt x="531020" y="1446369"/>
                      <a:pt x="479426" y="1363744"/>
                      <a:pt x="396651" y="1344608"/>
                    </a:cubicBezTo>
                    <a:cubicBezTo>
                      <a:pt x="396337" y="1344533"/>
                      <a:pt x="396024" y="1344463"/>
                      <a:pt x="395710" y="1344393"/>
                    </a:cubicBezTo>
                    <a:cubicBezTo>
                      <a:pt x="384402" y="1341806"/>
                      <a:pt x="372844" y="1340488"/>
                      <a:pt x="361245" y="1340471"/>
                    </a:cubicBezTo>
                    <a:close/>
                    <a:moveTo>
                      <a:pt x="361634" y="1406194"/>
                    </a:moveTo>
                    <a:cubicBezTo>
                      <a:pt x="410408" y="1406194"/>
                      <a:pt x="449945" y="1445731"/>
                      <a:pt x="449945" y="1494505"/>
                    </a:cubicBezTo>
                    <a:cubicBezTo>
                      <a:pt x="449945" y="1543279"/>
                      <a:pt x="410408" y="1582816"/>
                      <a:pt x="361634" y="1582816"/>
                    </a:cubicBezTo>
                    <a:cubicBezTo>
                      <a:pt x="312859" y="1582816"/>
                      <a:pt x="273322" y="1543279"/>
                      <a:pt x="273322" y="1494505"/>
                    </a:cubicBezTo>
                    <a:cubicBezTo>
                      <a:pt x="273305" y="1445736"/>
                      <a:pt x="312824" y="1406182"/>
                      <a:pt x="361593" y="1406165"/>
                    </a:cubicBezTo>
                    <a:cubicBezTo>
                      <a:pt x="361604" y="1406165"/>
                      <a:pt x="361622" y="1406165"/>
                      <a:pt x="361634" y="1406165"/>
                    </a:cubicBezTo>
                    <a:close/>
                    <a:moveTo>
                      <a:pt x="49179" y="779005"/>
                    </a:moveTo>
                    <a:cubicBezTo>
                      <a:pt x="73566" y="778999"/>
                      <a:pt x="93335" y="798768"/>
                      <a:pt x="93341" y="823155"/>
                    </a:cubicBezTo>
                    <a:cubicBezTo>
                      <a:pt x="93347" y="847542"/>
                      <a:pt x="73578" y="867310"/>
                      <a:pt x="49191" y="867316"/>
                    </a:cubicBezTo>
                    <a:cubicBezTo>
                      <a:pt x="24804" y="867322"/>
                      <a:pt x="5035" y="847554"/>
                      <a:pt x="5030" y="823166"/>
                    </a:cubicBezTo>
                    <a:cubicBezTo>
                      <a:pt x="5030" y="823166"/>
                      <a:pt x="5030" y="823161"/>
                      <a:pt x="5030" y="823161"/>
                    </a:cubicBezTo>
                    <a:cubicBezTo>
                      <a:pt x="5030" y="798774"/>
                      <a:pt x="24798" y="779011"/>
                      <a:pt x="49179" y="779005"/>
                    </a:cubicBezTo>
                    <a:close/>
                    <a:moveTo>
                      <a:pt x="845714" y="210838"/>
                    </a:moveTo>
                    <a:cubicBezTo>
                      <a:pt x="870101" y="210832"/>
                      <a:pt x="889870" y="230600"/>
                      <a:pt x="889875" y="254987"/>
                    </a:cubicBezTo>
                    <a:cubicBezTo>
                      <a:pt x="889881" y="279374"/>
                      <a:pt x="870113" y="299143"/>
                      <a:pt x="845726" y="299149"/>
                    </a:cubicBezTo>
                    <a:cubicBezTo>
                      <a:pt x="821339" y="299154"/>
                      <a:pt x="801570" y="279386"/>
                      <a:pt x="801564" y="254999"/>
                    </a:cubicBezTo>
                    <a:cubicBezTo>
                      <a:pt x="801564" y="254993"/>
                      <a:pt x="801564" y="254993"/>
                      <a:pt x="801564" y="254987"/>
                    </a:cubicBezTo>
                    <a:cubicBezTo>
                      <a:pt x="801570" y="230600"/>
                      <a:pt x="821339" y="210832"/>
                      <a:pt x="845726" y="210838"/>
                    </a:cubicBezTo>
                    <a:cubicBezTo>
                      <a:pt x="845726" y="210838"/>
                      <a:pt x="845732" y="210838"/>
                      <a:pt x="845732" y="210838"/>
                    </a:cubicBezTo>
                    <a:close/>
                    <a:moveTo>
                      <a:pt x="283389" y="5767"/>
                    </a:moveTo>
                    <a:cubicBezTo>
                      <a:pt x="307776" y="5764"/>
                      <a:pt x="327545" y="25530"/>
                      <a:pt x="327551" y="49916"/>
                    </a:cubicBezTo>
                    <a:cubicBezTo>
                      <a:pt x="327557" y="74303"/>
                      <a:pt x="307788" y="94075"/>
                      <a:pt x="283401" y="94078"/>
                    </a:cubicBezTo>
                    <a:cubicBezTo>
                      <a:pt x="259014" y="94081"/>
                      <a:pt x="239246" y="74314"/>
                      <a:pt x="239240" y="49928"/>
                    </a:cubicBezTo>
                    <a:cubicBezTo>
                      <a:pt x="239240" y="49926"/>
                      <a:pt x="239240" y="49924"/>
                      <a:pt x="239240" y="49922"/>
                    </a:cubicBezTo>
                    <a:cubicBezTo>
                      <a:pt x="239240" y="25538"/>
                      <a:pt x="259002" y="5770"/>
                      <a:pt x="283389" y="576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5" name="Google Shape;275;p21"/>
              <p:cNvSpPr/>
              <p:nvPr/>
            </p:nvSpPr>
            <p:spPr>
              <a:xfrm>
                <a:off x="8674048" y="3174083"/>
                <a:ext cx="591360" cy="371744"/>
              </a:xfrm>
              <a:custGeom>
                <a:avLst/>
                <a:gdLst/>
                <a:ahLst/>
                <a:cxnLst/>
                <a:rect l="l" t="t" r="r" b="b"/>
                <a:pathLst>
                  <a:path w="675840" h="424850" extrusionOk="0">
                    <a:moveTo>
                      <a:pt x="65715" y="32521"/>
                    </a:moveTo>
                    <a:lnTo>
                      <a:pt x="15908" y="32521"/>
                    </a:lnTo>
                    <a:cubicBezTo>
                      <a:pt x="9131" y="31697"/>
                      <a:pt x="4297" y="25535"/>
                      <a:pt x="5121" y="18758"/>
                    </a:cubicBezTo>
                    <a:cubicBezTo>
                      <a:pt x="5806" y="13106"/>
                      <a:pt x="10256" y="8656"/>
                      <a:pt x="15908" y="7972"/>
                    </a:cubicBezTo>
                    <a:lnTo>
                      <a:pt x="65715" y="7972"/>
                    </a:lnTo>
                    <a:cubicBezTo>
                      <a:pt x="72480" y="7043"/>
                      <a:pt x="78718" y="11772"/>
                      <a:pt x="79646" y="18537"/>
                    </a:cubicBezTo>
                    <a:cubicBezTo>
                      <a:pt x="80574" y="25303"/>
                      <a:pt x="75845" y="31540"/>
                      <a:pt x="69080" y="32469"/>
                    </a:cubicBezTo>
                    <a:cubicBezTo>
                      <a:pt x="68941" y="32492"/>
                      <a:pt x="68801" y="32509"/>
                      <a:pt x="68662" y="32521"/>
                    </a:cubicBezTo>
                    <a:cubicBezTo>
                      <a:pt x="67682" y="32637"/>
                      <a:pt x="66695" y="32637"/>
                      <a:pt x="65715" y="32521"/>
                    </a:cubicBezTo>
                    <a:close/>
                    <a:moveTo>
                      <a:pt x="78079" y="77030"/>
                    </a:moveTo>
                    <a:cubicBezTo>
                      <a:pt x="78079" y="70300"/>
                      <a:pt x="72625" y="64846"/>
                      <a:pt x="65894" y="64846"/>
                    </a:cubicBezTo>
                    <a:lnTo>
                      <a:pt x="15908" y="64846"/>
                    </a:lnTo>
                    <a:cubicBezTo>
                      <a:pt x="9131" y="65670"/>
                      <a:pt x="4297" y="71832"/>
                      <a:pt x="5121" y="78609"/>
                    </a:cubicBezTo>
                    <a:cubicBezTo>
                      <a:pt x="5806" y="84260"/>
                      <a:pt x="10256" y="88711"/>
                      <a:pt x="15908" y="89395"/>
                    </a:cubicBezTo>
                    <a:lnTo>
                      <a:pt x="65715" y="89395"/>
                    </a:lnTo>
                    <a:cubicBezTo>
                      <a:pt x="72544" y="89395"/>
                      <a:pt x="78073" y="83866"/>
                      <a:pt x="78079" y="77036"/>
                    </a:cubicBezTo>
                    <a:close/>
                    <a:moveTo>
                      <a:pt x="78079" y="133893"/>
                    </a:moveTo>
                    <a:cubicBezTo>
                      <a:pt x="78079" y="127162"/>
                      <a:pt x="72625" y="121708"/>
                      <a:pt x="65894" y="121708"/>
                    </a:cubicBezTo>
                    <a:lnTo>
                      <a:pt x="15908" y="121708"/>
                    </a:lnTo>
                    <a:cubicBezTo>
                      <a:pt x="9131" y="122532"/>
                      <a:pt x="4297" y="128694"/>
                      <a:pt x="5121" y="135471"/>
                    </a:cubicBezTo>
                    <a:cubicBezTo>
                      <a:pt x="5806" y="141123"/>
                      <a:pt x="10256" y="145573"/>
                      <a:pt x="15908" y="146258"/>
                    </a:cubicBezTo>
                    <a:lnTo>
                      <a:pt x="65715" y="146258"/>
                    </a:lnTo>
                    <a:cubicBezTo>
                      <a:pt x="72544" y="146258"/>
                      <a:pt x="78079" y="140722"/>
                      <a:pt x="78079" y="133893"/>
                    </a:cubicBezTo>
                    <a:close/>
                    <a:moveTo>
                      <a:pt x="78079" y="190941"/>
                    </a:moveTo>
                    <a:cubicBezTo>
                      <a:pt x="78079" y="184112"/>
                      <a:pt x="72544" y="178577"/>
                      <a:pt x="65715" y="178577"/>
                    </a:cubicBezTo>
                    <a:lnTo>
                      <a:pt x="15908" y="178577"/>
                    </a:lnTo>
                    <a:cubicBezTo>
                      <a:pt x="9131" y="179401"/>
                      <a:pt x="4297" y="185563"/>
                      <a:pt x="5121" y="192340"/>
                    </a:cubicBezTo>
                    <a:cubicBezTo>
                      <a:pt x="5806" y="197991"/>
                      <a:pt x="10256" y="202442"/>
                      <a:pt x="15908" y="203126"/>
                    </a:cubicBezTo>
                    <a:lnTo>
                      <a:pt x="65715" y="203126"/>
                    </a:lnTo>
                    <a:cubicBezTo>
                      <a:pt x="72445" y="203225"/>
                      <a:pt x="77981" y="197852"/>
                      <a:pt x="78079" y="191121"/>
                    </a:cubicBezTo>
                    <a:cubicBezTo>
                      <a:pt x="78079" y="191121"/>
                      <a:pt x="78079" y="191115"/>
                      <a:pt x="78079" y="191115"/>
                    </a:cubicBezTo>
                    <a:close/>
                    <a:moveTo>
                      <a:pt x="78079" y="247804"/>
                    </a:moveTo>
                    <a:cubicBezTo>
                      <a:pt x="78079" y="240975"/>
                      <a:pt x="72544" y="235439"/>
                      <a:pt x="65715" y="235439"/>
                    </a:cubicBezTo>
                    <a:lnTo>
                      <a:pt x="15908" y="235439"/>
                    </a:lnTo>
                    <a:cubicBezTo>
                      <a:pt x="9131" y="236263"/>
                      <a:pt x="4297" y="242425"/>
                      <a:pt x="5121" y="249202"/>
                    </a:cubicBezTo>
                    <a:cubicBezTo>
                      <a:pt x="5806" y="254854"/>
                      <a:pt x="10256" y="259304"/>
                      <a:pt x="15908" y="259989"/>
                    </a:cubicBezTo>
                    <a:lnTo>
                      <a:pt x="65715" y="259989"/>
                    </a:lnTo>
                    <a:cubicBezTo>
                      <a:pt x="72445" y="260099"/>
                      <a:pt x="77986" y="254732"/>
                      <a:pt x="78097" y="248007"/>
                    </a:cubicBezTo>
                    <a:cubicBezTo>
                      <a:pt x="78097" y="248001"/>
                      <a:pt x="78097" y="248001"/>
                      <a:pt x="78097" y="248001"/>
                    </a:cubicBezTo>
                    <a:cubicBezTo>
                      <a:pt x="78097" y="247700"/>
                      <a:pt x="78097" y="247398"/>
                      <a:pt x="78097" y="247096"/>
                    </a:cubicBezTo>
                    <a:close/>
                    <a:moveTo>
                      <a:pt x="78079" y="304667"/>
                    </a:moveTo>
                    <a:cubicBezTo>
                      <a:pt x="78079" y="297843"/>
                      <a:pt x="72544" y="292308"/>
                      <a:pt x="65720" y="292308"/>
                    </a:cubicBezTo>
                    <a:cubicBezTo>
                      <a:pt x="65720" y="292308"/>
                      <a:pt x="65715" y="292308"/>
                      <a:pt x="65715" y="292308"/>
                    </a:cubicBezTo>
                    <a:lnTo>
                      <a:pt x="15908" y="292308"/>
                    </a:lnTo>
                    <a:cubicBezTo>
                      <a:pt x="9131" y="293132"/>
                      <a:pt x="4297" y="299294"/>
                      <a:pt x="5121" y="306071"/>
                    </a:cubicBezTo>
                    <a:cubicBezTo>
                      <a:pt x="5806" y="311722"/>
                      <a:pt x="10256" y="316173"/>
                      <a:pt x="15908" y="316857"/>
                    </a:cubicBezTo>
                    <a:lnTo>
                      <a:pt x="65715" y="316857"/>
                    </a:lnTo>
                    <a:cubicBezTo>
                      <a:pt x="72445" y="316956"/>
                      <a:pt x="77981" y="311583"/>
                      <a:pt x="78079" y="304852"/>
                    </a:cubicBezTo>
                    <a:cubicBezTo>
                      <a:pt x="78079" y="304852"/>
                      <a:pt x="78079" y="304846"/>
                      <a:pt x="78079" y="304846"/>
                    </a:cubicBezTo>
                    <a:lnTo>
                      <a:pt x="78079" y="304667"/>
                    </a:lnTo>
                    <a:close/>
                    <a:moveTo>
                      <a:pt x="78079" y="361529"/>
                    </a:moveTo>
                    <a:cubicBezTo>
                      <a:pt x="78079" y="354700"/>
                      <a:pt x="72544" y="349164"/>
                      <a:pt x="65715" y="349164"/>
                    </a:cubicBezTo>
                    <a:lnTo>
                      <a:pt x="15908" y="349164"/>
                    </a:lnTo>
                    <a:cubicBezTo>
                      <a:pt x="9131" y="349988"/>
                      <a:pt x="4297" y="356150"/>
                      <a:pt x="5121" y="362928"/>
                    </a:cubicBezTo>
                    <a:cubicBezTo>
                      <a:pt x="5806" y="368579"/>
                      <a:pt x="10256" y="373029"/>
                      <a:pt x="15908" y="373714"/>
                    </a:cubicBezTo>
                    <a:lnTo>
                      <a:pt x="65715" y="373714"/>
                    </a:lnTo>
                    <a:cubicBezTo>
                      <a:pt x="72445" y="373813"/>
                      <a:pt x="77981" y="368440"/>
                      <a:pt x="78079" y="361709"/>
                    </a:cubicBezTo>
                    <a:cubicBezTo>
                      <a:pt x="78079" y="361709"/>
                      <a:pt x="78079" y="361703"/>
                      <a:pt x="78079" y="361703"/>
                    </a:cubicBezTo>
                    <a:lnTo>
                      <a:pt x="78079" y="361523"/>
                    </a:lnTo>
                    <a:close/>
                    <a:moveTo>
                      <a:pt x="78079" y="418392"/>
                    </a:moveTo>
                    <a:cubicBezTo>
                      <a:pt x="78079" y="411562"/>
                      <a:pt x="72544" y="406027"/>
                      <a:pt x="65715" y="406027"/>
                    </a:cubicBezTo>
                    <a:lnTo>
                      <a:pt x="15908" y="406027"/>
                    </a:lnTo>
                    <a:cubicBezTo>
                      <a:pt x="9131" y="406851"/>
                      <a:pt x="4297" y="413013"/>
                      <a:pt x="5121" y="419790"/>
                    </a:cubicBezTo>
                    <a:cubicBezTo>
                      <a:pt x="5806" y="425442"/>
                      <a:pt x="10256" y="429892"/>
                      <a:pt x="15908" y="430577"/>
                    </a:cubicBezTo>
                    <a:lnTo>
                      <a:pt x="65715" y="430577"/>
                    </a:lnTo>
                    <a:cubicBezTo>
                      <a:pt x="72445" y="430675"/>
                      <a:pt x="77981" y="425302"/>
                      <a:pt x="78079" y="418572"/>
                    </a:cubicBezTo>
                    <a:cubicBezTo>
                      <a:pt x="78079" y="418572"/>
                      <a:pt x="78079" y="418572"/>
                      <a:pt x="78079" y="418572"/>
                    </a:cubicBezTo>
                    <a:lnTo>
                      <a:pt x="78079" y="418392"/>
                    </a:lnTo>
                    <a:close/>
                    <a:moveTo>
                      <a:pt x="264229" y="20122"/>
                    </a:moveTo>
                    <a:cubicBezTo>
                      <a:pt x="264229" y="13391"/>
                      <a:pt x="258775" y="7937"/>
                      <a:pt x="252044" y="7937"/>
                    </a:cubicBezTo>
                    <a:lnTo>
                      <a:pt x="121359" y="7937"/>
                    </a:lnTo>
                    <a:cubicBezTo>
                      <a:pt x="114564" y="7240"/>
                      <a:pt x="108495" y="12178"/>
                      <a:pt x="107793" y="18973"/>
                    </a:cubicBezTo>
                    <a:cubicBezTo>
                      <a:pt x="107108" y="25599"/>
                      <a:pt x="111808" y="31581"/>
                      <a:pt x="118411" y="32486"/>
                    </a:cubicBezTo>
                    <a:cubicBezTo>
                      <a:pt x="119392" y="32602"/>
                      <a:pt x="120378" y="32602"/>
                      <a:pt x="121359" y="32486"/>
                    </a:cubicBezTo>
                    <a:lnTo>
                      <a:pt x="252938" y="32486"/>
                    </a:lnTo>
                    <a:cubicBezTo>
                      <a:pt x="259390" y="32016"/>
                      <a:pt x="264351" y="26591"/>
                      <a:pt x="264241" y="20122"/>
                    </a:cubicBezTo>
                    <a:close/>
                    <a:moveTo>
                      <a:pt x="264229" y="76984"/>
                    </a:moveTo>
                    <a:cubicBezTo>
                      <a:pt x="264229" y="70253"/>
                      <a:pt x="258775" y="64799"/>
                      <a:pt x="252044" y="64799"/>
                    </a:cubicBezTo>
                    <a:lnTo>
                      <a:pt x="121359" y="64799"/>
                    </a:lnTo>
                    <a:cubicBezTo>
                      <a:pt x="114564" y="64103"/>
                      <a:pt x="108495" y="69041"/>
                      <a:pt x="107793" y="75835"/>
                    </a:cubicBezTo>
                    <a:cubicBezTo>
                      <a:pt x="107108" y="82461"/>
                      <a:pt x="111808" y="88444"/>
                      <a:pt x="118411" y="89349"/>
                    </a:cubicBezTo>
                    <a:cubicBezTo>
                      <a:pt x="119392" y="89471"/>
                      <a:pt x="120378" y="89471"/>
                      <a:pt x="121359" y="89349"/>
                    </a:cubicBezTo>
                    <a:lnTo>
                      <a:pt x="252938" y="89349"/>
                    </a:lnTo>
                    <a:cubicBezTo>
                      <a:pt x="259390" y="88879"/>
                      <a:pt x="264351" y="83454"/>
                      <a:pt x="264241" y="76990"/>
                    </a:cubicBezTo>
                    <a:close/>
                    <a:moveTo>
                      <a:pt x="264229" y="133847"/>
                    </a:moveTo>
                    <a:cubicBezTo>
                      <a:pt x="264229" y="127116"/>
                      <a:pt x="258775" y="121662"/>
                      <a:pt x="252044" y="121662"/>
                    </a:cubicBezTo>
                    <a:lnTo>
                      <a:pt x="121359" y="121662"/>
                    </a:lnTo>
                    <a:cubicBezTo>
                      <a:pt x="114564" y="120966"/>
                      <a:pt x="108495" y="125903"/>
                      <a:pt x="107793" y="132698"/>
                    </a:cubicBezTo>
                    <a:cubicBezTo>
                      <a:pt x="107108" y="139324"/>
                      <a:pt x="111808" y="145306"/>
                      <a:pt x="118411" y="146211"/>
                    </a:cubicBezTo>
                    <a:cubicBezTo>
                      <a:pt x="119392" y="146327"/>
                      <a:pt x="120378" y="146327"/>
                      <a:pt x="121359" y="146211"/>
                    </a:cubicBezTo>
                    <a:lnTo>
                      <a:pt x="252938" y="146211"/>
                    </a:lnTo>
                    <a:cubicBezTo>
                      <a:pt x="259390" y="145741"/>
                      <a:pt x="264351" y="140316"/>
                      <a:pt x="264241" y="133847"/>
                    </a:cubicBezTo>
                    <a:close/>
                    <a:moveTo>
                      <a:pt x="264229" y="190895"/>
                    </a:moveTo>
                    <a:cubicBezTo>
                      <a:pt x="264328" y="184164"/>
                      <a:pt x="258955" y="178629"/>
                      <a:pt x="252224" y="178530"/>
                    </a:cubicBezTo>
                    <a:cubicBezTo>
                      <a:pt x="252224" y="178530"/>
                      <a:pt x="252224" y="178530"/>
                      <a:pt x="252224" y="178530"/>
                    </a:cubicBezTo>
                    <a:lnTo>
                      <a:pt x="121359" y="178530"/>
                    </a:lnTo>
                    <a:cubicBezTo>
                      <a:pt x="114564" y="177834"/>
                      <a:pt x="108495" y="182772"/>
                      <a:pt x="107793" y="189566"/>
                    </a:cubicBezTo>
                    <a:cubicBezTo>
                      <a:pt x="107108" y="196192"/>
                      <a:pt x="111808" y="202175"/>
                      <a:pt x="118411" y="203080"/>
                    </a:cubicBezTo>
                    <a:cubicBezTo>
                      <a:pt x="119392" y="203196"/>
                      <a:pt x="120378" y="203196"/>
                      <a:pt x="121359" y="203080"/>
                    </a:cubicBezTo>
                    <a:lnTo>
                      <a:pt x="252938" y="203080"/>
                    </a:lnTo>
                    <a:cubicBezTo>
                      <a:pt x="259297" y="202610"/>
                      <a:pt x="264217" y="197324"/>
                      <a:pt x="264229" y="190947"/>
                    </a:cubicBezTo>
                    <a:close/>
                    <a:moveTo>
                      <a:pt x="264229" y="247757"/>
                    </a:moveTo>
                    <a:cubicBezTo>
                      <a:pt x="264328" y="241027"/>
                      <a:pt x="258955" y="235491"/>
                      <a:pt x="252224" y="235393"/>
                    </a:cubicBezTo>
                    <a:cubicBezTo>
                      <a:pt x="252224" y="235393"/>
                      <a:pt x="252224" y="235393"/>
                      <a:pt x="252224" y="235393"/>
                    </a:cubicBezTo>
                    <a:lnTo>
                      <a:pt x="121359" y="235393"/>
                    </a:lnTo>
                    <a:cubicBezTo>
                      <a:pt x="114564" y="234697"/>
                      <a:pt x="108495" y="239634"/>
                      <a:pt x="107793" y="246429"/>
                    </a:cubicBezTo>
                    <a:cubicBezTo>
                      <a:pt x="107108" y="253055"/>
                      <a:pt x="111808" y="259037"/>
                      <a:pt x="118411" y="259942"/>
                    </a:cubicBezTo>
                    <a:cubicBezTo>
                      <a:pt x="119392" y="260064"/>
                      <a:pt x="120378" y="260064"/>
                      <a:pt x="121359" y="259942"/>
                    </a:cubicBezTo>
                    <a:lnTo>
                      <a:pt x="252938" y="259942"/>
                    </a:lnTo>
                    <a:cubicBezTo>
                      <a:pt x="259604" y="259472"/>
                      <a:pt x="264647" y="253722"/>
                      <a:pt x="264241" y="247050"/>
                    </a:cubicBezTo>
                    <a:close/>
                    <a:moveTo>
                      <a:pt x="420711" y="304620"/>
                    </a:moveTo>
                    <a:cubicBezTo>
                      <a:pt x="420711" y="297797"/>
                      <a:pt x="415176" y="292261"/>
                      <a:pt x="408352" y="292261"/>
                    </a:cubicBezTo>
                    <a:cubicBezTo>
                      <a:pt x="408352" y="292261"/>
                      <a:pt x="408347" y="292261"/>
                      <a:pt x="408347" y="292261"/>
                    </a:cubicBezTo>
                    <a:lnTo>
                      <a:pt x="277829" y="292261"/>
                    </a:lnTo>
                    <a:cubicBezTo>
                      <a:pt x="271064" y="291333"/>
                      <a:pt x="264826" y="296062"/>
                      <a:pt x="263898" y="302827"/>
                    </a:cubicBezTo>
                    <a:cubicBezTo>
                      <a:pt x="262970" y="309593"/>
                      <a:pt x="267699" y="315830"/>
                      <a:pt x="274464" y="316759"/>
                    </a:cubicBezTo>
                    <a:cubicBezTo>
                      <a:pt x="274603" y="316782"/>
                      <a:pt x="274743" y="316799"/>
                      <a:pt x="274882" y="316811"/>
                    </a:cubicBezTo>
                    <a:cubicBezTo>
                      <a:pt x="275862" y="316927"/>
                      <a:pt x="276849" y="316927"/>
                      <a:pt x="277829" y="316811"/>
                    </a:cubicBezTo>
                    <a:lnTo>
                      <a:pt x="408347" y="316811"/>
                    </a:lnTo>
                    <a:cubicBezTo>
                      <a:pt x="415077" y="316909"/>
                      <a:pt x="420613" y="311537"/>
                      <a:pt x="420711" y="304806"/>
                    </a:cubicBezTo>
                    <a:cubicBezTo>
                      <a:pt x="420711" y="304806"/>
                      <a:pt x="420711" y="304800"/>
                      <a:pt x="420711" y="304800"/>
                    </a:cubicBezTo>
                    <a:lnTo>
                      <a:pt x="420711" y="304620"/>
                    </a:lnTo>
                    <a:close/>
                    <a:moveTo>
                      <a:pt x="420711" y="361483"/>
                    </a:moveTo>
                    <a:cubicBezTo>
                      <a:pt x="420711" y="354653"/>
                      <a:pt x="415176" y="349118"/>
                      <a:pt x="408347" y="349118"/>
                    </a:cubicBezTo>
                    <a:lnTo>
                      <a:pt x="277829" y="349118"/>
                    </a:lnTo>
                    <a:cubicBezTo>
                      <a:pt x="271064" y="348190"/>
                      <a:pt x="264826" y="352919"/>
                      <a:pt x="263898" y="359684"/>
                    </a:cubicBezTo>
                    <a:cubicBezTo>
                      <a:pt x="262970" y="366449"/>
                      <a:pt x="267699" y="372687"/>
                      <a:pt x="274464" y="373615"/>
                    </a:cubicBezTo>
                    <a:cubicBezTo>
                      <a:pt x="274603" y="373639"/>
                      <a:pt x="274743" y="373656"/>
                      <a:pt x="274882" y="373668"/>
                    </a:cubicBezTo>
                    <a:cubicBezTo>
                      <a:pt x="275862" y="373784"/>
                      <a:pt x="276849" y="373784"/>
                      <a:pt x="277829" y="373668"/>
                    </a:cubicBezTo>
                    <a:lnTo>
                      <a:pt x="408347" y="373668"/>
                    </a:lnTo>
                    <a:cubicBezTo>
                      <a:pt x="415077" y="373766"/>
                      <a:pt x="420613" y="368393"/>
                      <a:pt x="420711" y="361663"/>
                    </a:cubicBezTo>
                    <a:cubicBezTo>
                      <a:pt x="420711" y="361663"/>
                      <a:pt x="420711" y="361657"/>
                      <a:pt x="420711" y="361657"/>
                    </a:cubicBezTo>
                    <a:lnTo>
                      <a:pt x="420711" y="361477"/>
                    </a:lnTo>
                    <a:close/>
                    <a:moveTo>
                      <a:pt x="420711" y="418345"/>
                    </a:moveTo>
                    <a:cubicBezTo>
                      <a:pt x="420711" y="411516"/>
                      <a:pt x="415176" y="405981"/>
                      <a:pt x="408347" y="405981"/>
                    </a:cubicBezTo>
                    <a:lnTo>
                      <a:pt x="277829" y="405981"/>
                    </a:lnTo>
                    <a:cubicBezTo>
                      <a:pt x="271064" y="405052"/>
                      <a:pt x="264826" y="409781"/>
                      <a:pt x="263898" y="416547"/>
                    </a:cubicBezTo>
                    <a:cubicBezTo>
                      <a:pt x="262970" y="423312"/>
                      <a:pt x="267699" y="429550"/>
                      <a:pt x="274464" y="430478"/>
                    </a:cubicBezTo>
                    <a:cubicBezTo>
                      <a:pt x="274603" y="430501"/>
                      <a:pt x="274743" y="430519"/>
                      <a:pt x="274882" y="430530"/>
                    </a:cubicBezTo>
                    <a:cubicBezTo>
                      <a:pt x="275862" y="430646"/>
                      <a:pt x="276849" y="430646"/>
                      <a:pt x="277829" y="430530"/>
                    </a:cubicBezTo>
                    <a:lnTo>
                      <a:pt x="408347" y="430530"/>
                    </a:lnTo>
                    <a:cubicBezTo>
                      <a:pt x="415077" y="430629"/>
                      <a:pt x="420613" y="425256"/>
                      <a:pt x="420711" y="418525"/>
                    </a:cubicBezTo>
                    <a:cubicBezTo>
                      <a:pt x="420711" y="418525"/>
                      <a:pt x="420711" y="418525"/>
                      <a:pt x="420711" y="418525"/>
                    </a:cubicBezTo>
                    <a:lnTo>
                      <a:pt x="420711" y="418345"/>
                    </a:lnTo>
                    <a:close/>
                    <a:moveTo>
                      <a:pt x="321805" y="20075"/>
                    </a:moveTo>
                    <a:cubicBezTo>
                      <a:pt x="321805" y="12172"/>
                      <a:pt x="315399" y="5767"/>
                      <a:pt x="307497" y="5767"/>
                    </a:cubicBezTo>
                    <a:cubicBezTo>
                      <a:pt x="299594" y="5767"/>
                      <a:pt x="293188" y="12172"/>
                      <a:pt x="293188" y="20075"/>
                    </a:cubicBezTo>
                    <a:cubicBezTo>
                      <a:pt x="293188" y="27978"/>
                      <a:pt x="299594" y="34383"/>
                      <a:pt x="307497" y="34383"/>
                    </a:cubicBezTo>
                    <a:cubicBezTo>
                      <a:pt x="307497" y="34383"/>
                      <a:pt x="307503" y="34383"/>
                      <a:pt x="307503" y="34383"/>
                    </a:cubicBezTo>
                    <a:lnTo>
                      <a:pt x="307503" y="34383"/>
                    </a:lnTo>
                    <a:cubicBezTo>
                      <a:pt x="315295" y="34482"/>
                      <a:pt x="321695" y="28251"/>
                      <a:pt x="321805" y="20458"/>
                    </a:cubicBezTo>
                    <a:cubicBezTo>
                      <a:pt x="321805" y="20336"/>
                      <a:pt x="321805" y="20220"/>
                      <a:pt x="321805" y="20098"/>
                    </a:cubicBezTo>
                    <a:close/>
                    <a:moveTo>
                      <a:pt x="364371" y="20075"/>
                    </a:moveTo>
                    <a:cubicBezTo>
                      <a:pt x="364371" y="12172"/>
                      <a:pt x="357965" y="5767"/>
                      <a:pt x="350063" y="5767"/>
                    </a:cubicBezTo>
                    <a:cubicBezTo>
                      <a:pt x="342160" y="5767"/>
                      <a:pt x="335754" y="12172"/>
                      <a:pt x="335754" y="20075"/>
                    </a:cubicBezTo>
                    <a:cubicBezTo>
                      <a:pt x="335754" y="27978"/>
                      <a:pt x="342160" y="34383"/>
                      <a:pt x="350063" y="34383"/>
                    </a:cubicBezTo>
                    <a:cubicBezTo>
                      <a:pt x="350063" y="34383"/>
                      <a:pt x="350068" y="34383"/>
                      <a:pt x="350068" y="34383"/>
                    </a:cubicBezTo>
                    <a:lnTo>
                      <a:pt x="350242" y="34383"/>
                    </a:lnTo>
                    <a:cubicBezTo>
                      <a:pt x="358046" y="34383"/>
                      <a:pt x="364371" y="28059"/>
                      <a:pt x="364371" y="20255"/>
                    </a:cubicBezTo>
                    <a:lnTo>
                      <a:pt x="364371" y="20075"/>
                    </a:lnTo>
                    <a:close/>
                    <a:moveTo>
                      <a:pt x="407111" y="20075"/>
                    </a:moveTo>
                    <a:cubicBezTo>
                      <a:pt x="407111" y="12172"/>
                      <a:pt x="400705" y="5767"/>
                      <a:pt x="392802" y="5767"/>
                    </a:cubicBezTo>
                    <a:cubicBezTo>
                      <a:pt x="384900" y="5767"/>
                      <a:pt x="378494" y="12172"/>
                      <a:pt x="378494" y="20075"/>
                    </a:cubicBezTo>
                    <a:cubicBezTo>
                      <a:pt x="378494" y="27978"/>
                      <a:pt x="384900" y="34383"/>
                      <a:pt x="392802" y="34383"/>
                    </a:cubicBezTo>
                    <a:cubicBezTo>
                      <a:pt x="392802" y="34383"/>
                      <a:pt x="392808" y="34383"/>
                      <a:pt x="392808" y="34383"/>
                    </a:cubicBezTo>
                    <a:lnTo>
                      <a:pt x="392808" y="34383"/>
                    </a:lnTo>
                    <a:cubicBezTo>
                      <a:pt x="400600" y="34482"/>
                      <a:pt x="407000" y="28251"/>
                      <a:pt x="407111" y="20458"/>
                    </a:cubicBezTo>
                    <a:cubicBezTo>
                      <a:pt x="407111" y="20336"/>
                      <a:pt x="407111" y="20220"/>
                      <a:pt x="407111" y="20098"/>
                    </a:cubicBezTo>
                    <a:close/>
                    <a:moveTo>
                      <a:pt x="449676" y="20075"/>
                    </a:moveTo>
                    <a:cubicBezTo>
                      <a:pt x="449676" y="12172"/>
                      <a:pt x="443271" y="5767"/>
                      <a:pt x="435368" y="5767"/>
                    </a:cubicBezTo>
                    <a:cubicBezTo>
                      <a:pt x="427465" y="5767"/>
                      <a:pt x="421059" y="12172"/>
                      <a:pt x="421059" y="20075"/>
                    </a:cubicBezTo>
                    <a:cubicBezTo>
                      <a:pt x="421059" y="27978"/>
                      <a:pt x="427465" y="34383"/>
                      <a:pt x="435368" y="34383"/>
                    </a:cubicBezTo>
                    <a:cubicBezTo>
                      <a:pt x="435368" y="34383"/>
                      <a:pt x="435374" y="34383"/>
                      <a:pt x="435374" y="34383"/>
                    </a:cubicBezTo>
                    <a:lnTo>
                      <a:pt x="435548" y="34383"/>
                    </a:lnTo>
                    <a:cubicBezTo>
                      <a:pt x="443352" y="34383"/>
                      <a:pt x="449676" y="28059"/>
                      <a:pt x="449676" y="20255"/>
                    </a:cubicBezTo>
                    <a:lnTo>
                      <a:pt x="449676" y="20075"/>
                    </a:lnTo>
                    <a:close/>
                    <a:moveTo>
                      <a:pt x="492416" y="20075"/>
                    </a:moveTo>
                    <a:cubicBezTo>
                      <a:pt x="492416" y="12172"/>
                      <a:pt x="486010" y="5767"/>
                      <a:pt x="478108" y="5767"/>
                    </a:cubicBezTo>
                    <a:cubicBezTo>
                      <a:pt x="470205" y="5767"/>
                      <a:pt x="463799" y="12172"/>
                      <a:pt x="463799" y="20075"/>
                    </a:cubicBezTo>
                    <a:cubicBezTo>
                      <a:pt x="463799" y="27978"/>
                      <a:pt x="470205" y="34383"/>
                      <a:pt x="478108" y="34383"/>
                    </a:cubicBezTo>
                    <a:cubicBezTo>
                      <a:pt x="478108" y="34383"/>
                      <a:pt x="478114" y="34383"/>
                      <a:pt x="478114" y="34383"/>
                    </a:cubicBezTo>
                    <a:lnTo>
                      <a:pt x="478114" y="34383"/>
                    </a:lnTo>
                    <a:cubicBezTo>
                      <a:pt x="485906" y="34482"/>
                      <a:pt x="492306" y="28251"/>
                      <a:pt x="492416" y="20458"/>
                    </a:cubicBezTo>
                    <a:lnTo>
                      <a:pt x="492416" y="20098"/>
                    </a:lnTo>
                    <a:close/>
                    <a:moveTo>
                      <a:pt x="535162" y="20075"/>
                    </a:moveTo>
                    <a:cubicBezTo>
                      <a:pt x="535162" y="12172"/>
                      <a:pt x="528756" y="5767"/>
                      <a:pt x="520853" y="5767"/>
                    </a:cubicBezTo>
                    <a:cubicBezTo>
                      <a:pt x="512951" y="5767"/>
                      <a:pt x="506545" y="12172"/>
                      <a:pt x="506545" y="20075"/>
                    </a:cubicBezTo>
                    <a:cubicBezTo>
                      <a:pt x="506545" y="27978"/>
                      <a:pt x="512951" y="34383"/>
                      <a:pt x="520853" y="34383"/>
                    </a:cubicBezTo>
                    <a:lnTo>
                      <a:pt x="520853" y="34383"/>
                    </a:lnTo>
                    <a:cubicBezTo>
                      <a:pt x="528744" y="34575"/>
                      <a:pt x="535295" y="28343"/>
                      <a:pt x="535510" y="20458"/>
                    </a:cubicBezTo>
                    <a:lnTo>
                      <a:pt x="535510" y="20098"/>
                    </a:lnTo>
                    <a:close/>
                    <a:moveTo>
                      <a:pt x="321811" y="133800"/>
                    </a:moveTo>
                    <a:cubicBezTo>
                      <a:pt x="321817" y="125898"/>
                      <a:pt x="315411" y="119492"/>
                      <a:pt x="307508" y="119486"/>
                    </a:cubicBezTo>
                    <a:cubicBezTo>
                      <a:pt x="299606" y="119480"/>
                      <a:pt x="293200" y="125886"/>
                      <a:pt x="293194" y="133789"/>
                    </a:cubicBezTo>
                    <a:cubicBezTo>
                      <a:pt x="293194" y="141691"/>
                      <a:pt x="299594" y="148097"/>
                      <a:pt x="307497" y="148103"/>
                    </a:cubicBezTo>
                    <a:cubicBezTo>
                      <a:pt x="307497" y="148103"/>
                      <a:pt x="307503" y="148103"/>
                      <a:pt x="307503" y="148103"/>
                    </a:cubicBezTo>
                    <a:lnTo>
                      <a:pt x="307503" y="148103"/>
                    </a:lnTo>
                    <a:cubicBezTo>
                      <a:pt x="315295" y="148207"/>
                      <a:pt x="321701" y="141970"/>
                      <a:pt x="321805" y="134177"/>
                    </a:cubicBezTo>
                    <a:cubicBezTo>
                      <a:pt x="321805" y="134061"/>
                      <a:pt x="321805" y="133939"/>
                      <a:pt x="321805" y="133823"/>
                    </a:cubicBezTo>
                    <a:close/>
                    <a:moveTo>
                      <a:pt x="364371" y="133800"/>
                    </a:moveTo>
                    <a:cubicBezTo>
                      <a:pt x="364371" y="125898"/>
                      <a:pt x="357965" y="119492"/>
                      <a:pt x="350063" y="119492"/>
                    </a:cubicBezTo>
                    <a:cubicBezTo>
                      <a:pt x="342160" y="119492"/>
                      <a:pt x="335754" y="125898"/>
                      <a:pt x="335754" y="133800"/>
                    </a:cubicBezTo>
                    <a:cubicBezTo>
                      <a:pt x="335754" y="141703"/>
                      <a:pt x="342160" y="148109"/>
                      <a:pt x="350063" y="148109"/>
                    </a:cubicBezTo>
                    <a:cubicBezTo>
                      <a:pt x="350063" y="148109"/>
                      <a:pt x="350068" y="148109"/>
                      <a:pt x="350068" y="148109"/>
                    </a:cubicBezTo>
                    <a:lnTo>
                      <a:pt x="350242" y="148109"/>
                    </a:lnTo>
                    <a:cubicBezTo>
                      <a:pt x="358046" y="148109"/>
                      <a:pt x="364371" y="141784"/>
                      <a:pt x="364371" y="133980"/>
                    </a:cubicBezTo>
                    <a:lnTo>
                      <a:pt x="364371" y="133806"/>
                    </a:lnTo>
                    <a:close/>
                    <a:moveTo>
                      <a:pt x="407111" y="133800"/>
                    </a:moveTo>
                    <a:cubicBezTo>
                      <a:pt x="407117" y="125898"/>
                      <a:pt x="400711" y="119492"/>
                      <a:pt x="392808" y="119486"/>
                    </a:cubicBezTo>
                    <a:cubicBezTo>
                      <a:pt x="384905" y="119480"/>
                      <a:pt x="378499" y="125886"/>
                      <a:pt x="378494" y="133789"/>
                    </a:cubicBezTo>
                    <a:cubicBezTo>
                      <a:pt x="378488" y="141691"/>
                      <a:pt x="384894" y="148097"/>
                      <a:pt x="392796" y="148103"/>
                    </a:cubicBezTo>
                    <a:cubicBezTo>
                      <a:pt x="392802" y="148103"/>
                      <a:pt x="392802" y="148103"/>
                      <a:pt x="392808" y="148103"/>
                    </a:cubicBezTo>
                    <a:lnTo>
                      <a:pt x="392808" y="148103"/>
                    </a:lnTo>
                    <a:cubicBezTo>
                      <a:pt x="400600" y="148202"/>
                      <a:pt x="407000" y="141970"/>
                      <a:pt x="407111" y="134177"/>
                    </a:cubicBezTo>
                    <a:cubicBezTo>
                      <a:pt x="407111" y="134061"/>
                      <a:pt x="407111" y="133939"/>
                      <a:pt x="407111" y="133823"/>
                    </a:cubicBezTo>
                    <a:close/>
                    <a:moveTo>
                      <a:pt x="449676" y="133800"/>
                    </a:moveTo>
                    <a:cubicBezTo>
                      <a:pt x="449676" y="125898"/>
                      <a:pt x="443271" y="119492"/>
                      <a:pt x="435368" y="119492"/>
                    </a:cubicBezTo>
                    <a:cubicBezTo>
                      <a:pt x="427465" y="119492"/>
                      <a:pt x="421059" y="125898"/>
                      <a:pt x="421059" y="133800"/>
                    </a:cubicBezTo>
                    <a:cubicBezTo>
                      <a:pt x="421059" y="141703"/>
                      <a:pt x="427465" y="148109"/>
                      <a:pt x="435368" y="148109"/>
                    </a:cubicBezTo>
                    <a:cubicBezTo>
                      <a:pt x="435368" y="148109"/>
                      <a:pt x="435374" y="148109"/>
                      <a:pt x="435374" y="148109"/>
                    </a:cubicBezTo>
                    <a:lnTo>
                      <a:pt x="435548" y="148109"/>
                    </a:lnTo>
                    <a:cubicBezTo>
                      <a:pt x="443352" y="148109"/>
                      <a:pt x="449676" y="141784"/>
                      <a:pt x="449676" y="133980"/>
                    </a:cubicBezTo>
                    <a:lnTo>
                      <a:pt x="449676" y="133806"/>
                    </a:lnTo>
                    <a:close/>
                    <a:moveTo>
                      <a:pt x="492416" y="133800"/>
                    </a:moveTo>
                    <a:cubicBezTo>
                      <a:pt x="492422" y="125898"/>
                      <a:pt x="486016" y="119492"/>
                      <a:pt x="478114" y="119486"/>
                    </a:cubicBezTo>
                    <a:cubicBezTo>
                      <a:pt x="470211" y="119480"/>
                      <a:pt x="463805" y="125886"/>
                      <a:pt x="463799" y="133789"/>
                    </a:cubicBezTo>
                    <a:cubicBezTo>
                      <a:pt x="463793" y="141691"/>
                      <a:pt x="470199" y="148097"/>
                      <a:pt x="478102" y="148103"/>
                    </a:cubicBezTo>
                    <a:cubicBezTo>
                      <a:pt x="478108" y="148103"/>
                      <a:pt x="478108" y="148103"/>
                      <a:pt x="478114" y="148103"/>
                    </a:cubicBezTo>
                    <a:lnTo>
                      <a:pt x="478114" y="148103"/>
                    </a:lnTo>
                    <a:cubicBezTo>
                      <a:pt x="485906" y="148202"/>
                      <a:pt x="492306" y="141970"/>
                      <a:pt x="492416" y="134177"/>
                    </a:cubicBezTo>
                    <a:lnTo>
                      <a:pt x="492416" y="133823"/>
                    </a:lnTo>
                    <a:close/>
                    <a:moveTo>
                      <a:pt x="535162" y="133800"/>
                    </a:moveTo>
                    <a:cubicBezTo>
                      <a:pt x="535168" y="125898"/>
                      <a:pt x="528762" y="119492"/>
                      <a:pt x="520859" y="119486"/>
                    </a:cubicBezTo>
                    <a:cubicBezTo>
                      <a:pt x="512956" y="119480"/>
                      <a:pt x="506551" y="125886"/>
                      <a:pt x="506545" y="133789"/>
                    </a:cubicBezTo>
                    <a:cubicBezTo>
                      <a:pt x="506539" y="141691"/>
                      <a:pt x="512945" y="148097"/>
                      <a:pt x="520848" y="148103"/>
                    </a:cubicBezTo>
                    <a:cubicBezTo>
                      <a:pt x="520848" y="148103"/>
                      <a:pt x="520853" y="148103"/>
                      <a:pt x="520853" y="148103"/>
                    </a:cubicBezTo>
                    <a:lnTo>
                      <a:pt x="520853" y="148103"/>
                    </a:lnTo>
                    <a:cubicBezTo>
                      <a:pt x="528744" y="148300"/>
                      <a:pt x="535301" y="142069"/>
                      <a:pt x="535510" y="134177"/>
                    </a:cubicBezTo>
                    <a:lnTo>
                      <a:pt x="535510" y="133823"/>
                    </a:lnTo>
                    <a:close/>
                    <a:moveTo>
                      <a:pt x="467518" y="297437"/>
                    </a:moveTo>
                    <a:cubicBezTo>
                      <a:pt x="467518" y="289534"/>
                      <a:pt x="461113" y="283128"/>
                      <a:pt x="453210" y="283128"/>
                    </a:cubicBezTo>
                    <a:cubicBezTo>
                      <a:pt x="445307" y="283128"/>
                      <a:pt x="438902" y="289534"/>
                      <a:pt x="438902" y="297437"/>
                    </a:cubicBezTo>
                    <a:cubicBezTo>
                      <a:pt x="438902" y="305340"/>
                      <a:pt x="445307" y="311745"/>
                      <a:pt x="453210" y="311745"/>
                    </a:cubicBezTo>
                    <a:lnTo>
                      <a:pt x="453210" y="311745"/>
                    </a:lnTo>
                    <a:cubicBezTo>
                      <a:pt x="461014" y="311844"/>
                      <a:pt x="467414" y="305595"/>
                      <a:pt x="467513" y="297791"/>
                    </a:cubicBezTo>
                    <a:cubicBezTo>
                      <a:pt x="467513" y="297791"/>
                      <a:pt x="467513" y="297791"/>
                      <a:pt x="467513" y="297791"/>
                    </a:cubicBezTo>
                    <a:cubicBezTo>
                      <a:pt x="467513" y="297675"/>
                      <a:pt x="467513" y="297559"/>
                      <a:pt x="467513" y="297437"/>
                    </a:cubicBezTo>
                    <a:close/>
                    <a:moveTo>
                      <a:pt x="510258" y="297437"/>
                    </a:moveTo>
                    <a:cubicBezTo>
                      <a:pt x="510258" y="289534"/>
                      <a:pt x="503853" y="283128"/>
                      <a:pt x="495950" y="283128"/>
                    </a:cubicBezTo>
                    <a:cubicBezTo>
                      <a:pt x="488047" y="283128"/>
                      <a:pt x="481641" y="289534"/>
                      <a:pt x="481641" y="297437"/>
                    </a:cubicBezTo>
                    <a:cubicBezTo>
                      <a:pt x="481641" y="305340"/>
                      <a:pt x="488047" y="311745"/>
                      <a:pt x="495950" y="311745"/>
                    </a:cubicBezTo>
                    <a:lnTo>
                      <a:pt x="495950" y="311745"/>
                    </a:lnTo>
                    <a:cubicBezTo>
                      <a:pt x="503754" y="311844"/>
                      <a:pt x="510160" y="305595"/>
                      <a:pt x="510258" y="297791"/>
                    </a:cubicBezTo>
                    <a:lnTo>
                      <a:pt x="510258" y="297437"/>
                    </a:lnTo>
                    <a:close/>
                    <a:moveTo>
                      <a:pt x="552824" y="297437"/>
                    </a:moveTo>
                    <a:cubicBezTo>
                      <a:pt x="552824" y="289534"/>
                      <a:pt x="546418" y="283128"/>
                      <a:pt x="538516" y="283128"/>
                    </a:cubicBezTo>
                    <a:cubicBezTo>
                      <a:pt x="530613" y="283128"/>
                      <a:pt x="524207" y="289534"/>
                      <a:pt x="524207" y="297437"/>
                    </a:cubicBezTo>
                    <a:cubicBezTo>
                      <a:pt x="524207" y="305340"/>
                      <a:pt x="530613" y="311745"/>
                      <a:pt x="538516" y="311745"/>
                    </a:cubicBezTo>
                    <a:lnTo>
                      <a:pt x="538695" y="311745"/>
                    </a:lnTo>
                    <a:cubicBezTo>
                      <a:pt x="546494" y="311937"/>
                      <a:pt x="552975" y="305769"/>
                      <a:pt x="553172" y="297971"/>
                    </a:cubicBezTo>
                    <a:cubicBezTo>
                      <a:pt x="553172" y="297791"/>
                      <a:pt x="553172" y="297617"/>
                      <a:pt x="553172" y="297437"/>
                    </a:cubicBezTo>
                    <a:close/>
                    <a:moveTo>
                      <a:pt x="595564" y="297437"/>
                    </a:moveTo>
                    <a:cubicBezTo>
                      <a:pt x="595564" y="289534"/>
                      <a:pt x="589158" y="283128"/>
                      <a:pt x="581255" y="283128"/>
                    </a:cubicBezTo>
                    <a:cubicBezTo>
                      <a:pt x="573353" y="283128"/>
                      <a:pt x="566947" y="289534"/>
                      <a:pt x="566947" y="297437"/>
                    </a:cubicBezTo>
                    <a:cubicBezTo>
                      <a:pt x="566947" y="305340"/>
                      <a:pt x="573353" y="311745"/>
                      <a:pt x="581255" y="311745"/>
                    </a:cubicBezTo>
                    <a:lnTo>
                      <a:pt x="581255" y="311745"/>
                    </a:lnTo>
                    <a:cubicBezTo>
                      <a:pt x="589059" y="311844"/>
                      <a:pt x="595459" y="305595"/>
                      <a:pt x="595558" y="297791"/>
                    </a:cubicBezTo>
                    <a:cubicBezTo>
                      <a:pt x="595558" y="297791"/>
                      <a:pt x="595558" y="297791"/>
                      <a:pt x="595558" y="297791"/>
                    </a:cubicBezTo>
                    <a:cubicBezTo>
                      <a:pt x="595558" y="297675"/>
                      <a:pt x="595558" y="297553"/>
                      <a:pt x="595558" y="297437"/>
                    </a:cubicBezTo>
                    <a:close/>
                    <a:moveTo>
                      <a:pt x="638129" y="297437"/>
                    </a:moveTo>
                    <a:cubicBezTo>
                      <a:pt x="638129" y="289534"/>
                      <a:pt x="631724" y="283128"/>
                      <a:pt x="623821" y="283128"/>
                    </a:cubicBezTo>
                    <a:cubicBezTo>
                      <a:pt x="615918" y="283128"/>
                      <a:pt x="609513" y="289534"/>
                      <a:pt x="609513" y="297437"/>
                    </a:cubicBezTo>
                    <a:cubicBezTo>
                      <a:pt x="609513" y="305340"/>
                      <a:pt x="615918" y="311745"/>
                      <a:pt x="623821" y="311745"/>
                    </a:cubicBezTo>
                    <a:lnTo>
                      <a:pt x="624001" y="311745"/>
                    </a:lnTo>
                    <a:cubicBezTo>
                      <a:pt x="631805" y="311740"/>
                      <a:pt x="638129" y="305415"/>
                      <a:pt x="638124" y="297611"/>
                    </a:cubicBezTo>
                    <a:lnTo>
                      <a:pt x="638124" y="297437"/>
                    </a:lnTo>
                    <a:close/>
                    <a:moveTo>
                      <a:pt x="680869" y="297437"/>
                    </a:moveTo>
                    <a:cubicBezTo>
                      <a:pt x="680869" y="289534"/>
                      <a:pt x="674464" y="283128"/>
                      <a:pt x="666561" y="283128"/>
                    </a:cubicBezTo>
                    <a:cubicBezTo>
                      <a:pt x="658658" y="283128"/>
                      <a:pt x="652252" y="289534"/>
                      <a:pt x="652252" y="297437"/>
                    </a:cubicBezTo>
                    <a:cubicBezTo>
                      <a:pt x="652252" y="305340"/>
                      <a:pt x="658658" y="311745"/>
                      <a:pt x="666561" y="311745"/>
                    </a:cubicBezTo>
                    <a:lnTo>
                      <a:pt x="666561" y="311745"/>
                    </a:lnTo>
                    <a:cubicBezTo>
                      <a:pt x="674365" y="311844"/>
                      <a:pt x="680765" y="305595"/>
                      <a:pt x="680863" y="297791"/>
                    </a:cubicBezTo>
                    <a:cubicBezTo>
                      <a:pt x="680863" y="297791"/>
                      <a:pt x="680863" y="297791"/>
                      <a:pt x="680863" y="297791"/>
                    </a:cubicBezTo>
                    <a:cubicBezTo>
                      <a:pt x="680863" y="297675"/>
                      <a:pt x="680863" y="297553"/>
                      <a:pt x="680863" y="297437"/>
                    </a:cubicBezTo>
                    <a:close/>
                    <a:moveTo>
                      <a:pt x="467518" y="414887"/>
                    </a:moveTo>
                    <a:cubicBezTo>
                      <a:pt x="467617" y="406984"/>
                      <a:pt x="461293" y="400498"/>
                      <a:pt x="453390" y="400399"/>
                    </a:cubicBezTo>
                    <a:cubicBezTo>
                      <a:pt x="445487" y="400300"/>
                      <a:pt x="439000" y="406630"/>
                      <a:pt x="438902" y="414527"/>
                    </a:cubicBezTo>
                    <a:cubicBezTo>
                      <a:pt x="438803" y="422424"/>
                      <a:pt x="445116" y="428906"/>
                      <a:pt x="453013" y="429016"/>
                    </a:cubicBezTo>
                    <a:lnTo>
                      <a:pt x="453187" y="429016"/>
                    </a:lnTo>
                    <a:cubicBezTo>
                      <a:pt x="461020" y="429022"/>
                      <a:pt x="467397" y="422720"/>
                      <a:pt x="467490" y="414887"/>
                    </a:cubicBezTo>
                    <a:close/>
                    <a:moveTo>
                      <a:pt x="510258" y="414887"/>
                    </a:moveTo>
                    <a:cubicBezTo>
                      <a:pt x="510357" y="406984"/>
                      <a:pt x="504032" y="400498"/>
                      <a:pt x="496130" y="400399"/>
                    </a:cubicBezTo>
                    <a:cubicBezTo>
                      <a:pt x="488227" y="400300"/>
                      <a:pt x="481740" y="406630"/>
                      <a:pt x="481641" y="414527"/>
                    </a:cubicBezTo>
                    <a:cubicBezTo>
                      <a:pt x="481543" y="422424"/>
                      <a:pt x="487861" y="428906"/>
                      <a:pt x="495753" y="429016"/>
                    </a:cubicBezTo>
                    <a:lnTo>
                      <a:pt x="495932" y="429016"/>
                    </a:lnTo>
                    <a:cubicBezTo>
                      <a:pt x="503766" y="429016"/>
                      <a:pt x="510136" y="422714"/>
                      <a:pt x="510235" y="414887"/>
                    </a:cubicBezTo>
                    <a:close/>
                    <a:moveTo>
                      <a:pt x="552824" y="414887"/>
                    </a:moveTo>
                    <a:cubicBezTo>
                      <a:pt x="552923" y="406984"/>
                      <a:pt x="546598" y="400498"/>
                      <a:pt x="538695" y="400399"/>
                    </a:cubicBezTo>
                    <a:cubicBezTo>
                      <a:pt x="530793" y="400300"/>
                      <a:pt x="524306" y="406630"/>
                      <a:pt x="524207" y="414527"/>
                    </a:cubicBezTo>
                    <a:cubicBezTo>
                      <a:pt x="524108" y="422424"/>
                      <a:pt x="530421" y="428906"/>
                      <a:pt x="538318" y="429016"/>
                    </a:cubicBezTo>
                    <a:lnTo>
                      <a:pt x="538672" y="429016"/>
                    </a:lnTo>
                    <a:cubicBezTo>
                      <a:pt x="546471" y="429219"/>
                      <a:pt x="552963" y="423063"/>
                      <a:pt x="553166" y="415259"/>
                    </a:cubicBezTo>
                    <a:cubicBezTo>
                      <a:pt x="553166" y="415247"/>
                      <a:pt x="553166" y="415235"/>
                      <a:pt x="553166" y="415224"/>
                    </a:cubicBezTo>
                    <a:cubicBezTo>
                      <a:pt x="553166" y="415108"/>
                      <a:pt x="553166" y="414986"/>
                      <a:pt x="553166" y="414870"/>
                    </a:cubicBezTo>
                    <a:close/>
                    <a:moveTo>
                      <a:pt x="595564" y="414887"/>
                    </a:moveTo>
                    <a:cubicBezTo>
                      <a:pt x="595662" y="406984"/>
                      <a:pt x="589338" y="400498"/>
                      <a:pt x="581435" y="400399"/>
                    </a:cubicBezTo>
                    <a:cubicBezTo>
                      <a:pt x="573532" y="400300"/>
                      <a:pt x="567046" y="406630"/>
                      <a:pt x="566947" y="414527"/>
                    </a:cubicBezTo>
                    <a:cubicBezTo>
                      <a:pt x="566848" y="422424"/>
                      <a:pt x="573167" y="428906"/>
                      <a:pt x="581058" y="429016"/>
                    </a:cubicBezTo>
                    <a:lnTo>
                      <a:pt x="581238" y="429016"/>
                    </a:lnTo>
                    <a:cubicBezTo>
                      <a:pt x="589071" y="429016"/>
                      <a:pt x="595442" y="422720"/>
                      <a:pt x="595535" y="414887"/>
                    </a:cubicBezTo>
                    <a:close/>
                    <a:moveTo>
                      <a:pt x="638129" y="414887"/>
                    </a:moveTo>
                    <a:cubicBezTo>
                      <a:pt x="638228" y="406984"/>
                      <a:pt x="631904" y="400498"/>
                      <a:pt x="624001" y="400399"/>
                    </a:cubicBezTo>
                    <a:cubicBezTo>
                      <a:pt x="616098" y="400300"/>
                      <a:pt x="609611" y="406630"/>
                      <a:pt x="609513" y="414527"/>
                    </a:cubicBezTo>
                    <a:cubicBezTo>
                      <a:pt x="609414" y="422424"/>
                      <a:pt x="615727" y="428906"/>
                      <a:pt x="623624" y="429016"/>
                    </a:cubicBezTo>
                    <a:lnTo>
                      <a:pt x="623978" y="429016"/>
                    </a:lnTo>
                    <a:cubicBezTo>
                      <a:pt x="631776" y="429010"/>
                      <a:pt x="638101" y="422686"/>
                      <a:pt x="638101" y="414887"/>
                    </a:cubicBezTo>
                    <a:close/>
                    <a:moveTo>
                      <a:pt x="680869" y="414887"/>
                    </a:moveTo>
                    <a:cubicBezTo>
                      <a:pt x="680968" y="406984"/>
                      <a:pt x="674643" y="400498"/>
                      <a:pt x="666741" y="400399"/>
                    </a:cubicBezTo>
                    <a:cubicBezTo>
                      <a:pt x="658838" y="400300"/>
                      <a:pt x="652351" y="406630"/>
                      <a:pt x="652252" y="414527"/>
                    </a:cubicBezTo>
                    <a:cubicBezTo>
                      <a:pt x="652154" y="422424"/>
                      <a:pt x="658472" y="428906"/>
                      <a:pt x="666364" y="429016"/>
                    </a:cubicBezTo>
                    <a:lnTo>
                      <a:pt x="666543" y="429016"/>
                    </a:lnTo>
                    <a:cubicBezTo>
                      <a:pt x="674377" y="429016"/>
                      <a:pt x="680748" y="422720"/>
                      <a:pt x="680840" y="414887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76" name="Google Shape;276;p2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tillium Web"/>
              <a:buNone/>
              <a:defRPr sz="2800" b="1" i="0" u="none" strike="noStrike" cap="none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ap"/>
              <a:buChar char="●"/>
              <a:defRPr sz="1400" b="0" i="0" u="none" strike="noStrike" cap="none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ap"/>
              <a:buChar char="○"/>
              <a:defRPr sz="1400" b="0" i="0" u="none" strike="noStrike" cap="none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ap"/>
              <a:buChar char="■"/>
              <a:defRPr sz="1400" b="0" i="0" u="none" strike="noStrike" cap="none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ap"/>
              <a:buChar char="●"/>
              <a:defRPr sz="1400" b="0" i="0" u="none" strike="noStrike" cap="none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ap"/>
              <a:buChar char="○"/>
              <a:defRPr sz="1400" b="0" i="0" u="none" strike="noStrike" cap="none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ap"/>
              <a:buChar char="■"/>
              <a:defRPr sz="1400" b="0" i="0" u="none" strike="noStrike" cap="none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ap"/>
              <a:buChar char="●"/>
              <a:defRPr sz="1400" b="0" i="0" u="none" strike="noStrike" cap="none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ap"/>
              <a:buChar char="○"/>
              <a:defRPr sz="1400" b="0" i="0" u="none" strike="noStrike" cap="none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ap"/>
              <a:buChar char="■"/>
              <a:defRPr sz="1400" b="0" i="0" u="none" strike="noStrike" cap="none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defRPr>
            </a:lvl9pPr>
          </a:lstStyle>
          <a:p>
            <a:endParaRPr/>
          </a:p>
        </p:txBody>
      </p:sp>
      <p:pic>
        <p:nvPicPr>
          <p:cNvPr id="8" name="Google Shape;8;p1" descr="Apply to Georgia Southern University"/>
          <p:cNvPicPr preferRelativeResize="0"/>
          <p:nvPr/>
        </p:nvPicPr>
        <p:blipFill rotWithShape="1">
          <a:blip r:embed="rId22">
            <a:alphaModFix/>
          </a:blip>
          <a:srcRect l="2080" t="25670" r="1951" b="25365"/>
          <a:stretch/>
        </p:blipFill>
        <p:spPr>
          <a:xfrm>
            <a:off x="3954849" y="4663217"/>
            <a:ext cx="1234301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9;p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Asap"/>
                <a:ea typeface="Asap"/>
                <a:cs typeface="Asap"/>
                <a:sym typeface="Asap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007/s10729-023-09660-5" TargetMode="External"/><Relationship Id="rId13" Type="http://schemas.openxmlformats.org/officeDocument/2006/relationships/hyperlink" Target="https://doi.org/10.1001/jamanetworkopen.2025.12947" TargetMode="External"/><Relationship Id="rId3" Type="http://schemas.openxmlformats.org/officeDocument/2006/relationships/hyperlink" Target="https://doi.org/10.1186/s12873-024-01135-2" TargetMode="External"/><Relationship Id="rId7" Type="http://schemas.openxmlformats.org/officeDocument/2006/relationships/hyperlink" Target="https://doi.org/10.3389/fdgth.2023.1323849" TargetMode="External"/><Relationship Id="rId12" Type="http://schemas.openxmlformats.org/officeDocument/2006/relationships/hyperlink" Target="https://doi.org/10.2196/73960" TargetMode="External"/><Relationship Id="rId17" Type="http://schemas.openxmlformats.org/officeDocument/2006/relationships/hyperlink" Target="https://doi.org/10.1145/2939672.2939785" TargetMode="External"/><Relationship Id="rId2" Type="http://schemas.openxmlformats.org/officeDocument/2006/relationships/notesSlide" Target="../notesSlides/notesSlide9.xml"/><Relationship Id="rId16" Type="http://schemas.openxmlformats.org/officeDocument/2006/relationships/hyperlink" Target="https://doi.org/10.1023/A:1010933404324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doi.org/10.1038/s41597-022-01782-9" TargetMode="External"/><Relationship Id="rId11" Type="http://schemas.openxmlformats.org/officeDocument/2006/relationships/hyperlink" Target="https://doi.org/10.5847/wjem.j.1920-8642.2025.048" TargetMode="External"/><Relationship Id="rId5" Type="http://schemas.openxmlformats.org/officeDocument/2006/relationships/hyperlink" Target="https://doi.org/10.1371/journal.pdig.0000751" TargetMode="External"/><Relationship Id="rId15" Type="http://schemas.openxmlformats.org/officeDocument/2006/relationships/hyperlink" Target="https://doi.org/10.1371/journal.pone.0203316" TargetMode="External"/><Relationship Id="rId10" Type="http://schemas.openxmlformats.org/officeDocument/2006/relationships/hyperlink" Target="https://doi.org/10.3389/fdgth.2024.1498939" TargetMode="External"/><Relationship Id="rId4" Type="http://schemas.openxmlformats.org/officeDocument/2006/relationships/hyperlink" Target="https://doi.org/10.1016/j.acepjo.2025.100000" TargetMode="External"/><Relationship Id="rId9" Type="http://schemas.openxmlformats.org/officeDocument/2006/relationships/hyperlink" Target="https://doi.org/10.1186/s12913-025-12535-w" TargetMode="External"/><Relationship Id="rId14" Type="http://schemas.openxmlformats.org/officeDocument/2006/relationships/hyperlink" Target="https://proceedings.mlr.press/v235/sun24a.html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2"/>
          <p:cNvSpPr txBox="1">
            <a:spLocks noGrp="1"/>
          </p:cNvSpPr>
          <p:nvPr>
            <p:ph type="ctrTitle"/>
          </p:nvPr>
        </p:nvSpPr>
        <p:spPr>
          <a:xfrm>
            <a:off x="436032" y="509345"/>
            <a:ext cx="8271935" cy="1142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" sz="3200" dirty="0"/>
              <a:t>Emergency Department Wait Time Prediction: Systematic Literature Review</a:t>
            </a:r>
            <a:endParaRPr sz="3200" dirty="0"/>
          </a:p>
        </p:txBody>
      </p:sp>
      <p:grpSp>
        <p:nvGrpSpPr>
          <p:cNvPr id="283" name="Google Shape;283;p22"/>
          <p:cNvGrpSpPr/>
          <p:nvPr/>
        </p:nvGrpSpPr>
        <p:grpSpPr>
          <a:xfrm>
            <a:off x="5256065" y="1919525"/>
            <a:ext cx="2479759" cy="2272992"/>
            <a:chOff x="3293879" y="729765"/>
            <a:chExt cx="5604363" cy="5398433"/>
          </a:xfrm>
        </p:grpSpPr>
        <p:sp>
          <p:nvSpPr>
            <p:cNvPr id="284" name="Google Shape;284;p22"/>
            <p:cNvSpPr/>
            <p:nvPr/>
          </p:nvSpPr>
          <p:spPr>
            <a:xfrm>
              <a:off x="4065754" y="5321919"/>
              <a:ext cx="1240564" cy="161190"/>
            </a:xfrm>
            <a:custGeom>
              <a:avLst/>
              <a:gdLst/>
              <a:ahLst/>
              <a:cxnLst/>
              <a:rect l="l" t="t" r="r" b="b"/>
              <a:pathLst>
                <a:path w="1240564" h="161190" extrusionOk="0">
                  <a:moveTo>
                    <a:pt x="8817" y="49081"/>
                  </a:moveTo>
                  <a:lnTo>
                    <a:pt x="1193683" y="167754"/>
                  </a:lnTo>
                  <a:cubicBezTo>
                    <a:pt x="1193683" y="167754"/>
                    <a:pt x="1148270" y="131249"/>
                    <a:pt x="1165958" y="127734"/>
                  </a:cubicBezTo>
                  <a:cubicBezTo>
                    <a:pt x="1199578" y="121212"/>
                    <a:pt x="1249381" y="116697"/>
                    <a:pt x="1249381" y="116697"/>
                  </a:cubicBezTo>
                  <a:lnTo>
                    <a:pt x="1144884" y="6564"/>
                  </a:lnTo>
                  <a:lnTo>
                    <a:pt x="8817" y="4908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5" name="Google Shape;285;p22"/>
            <p:cNvSpPr/>
            <p:nvPr/>
          </p:nvSpPr>
          <p:spPr>
            <a:xfrm>
              <a:off x="6150306" y="5800739"/>
              <a:ext cx="187543" cy="174762"/>
            </a:xfrm>
            <a:custGeom>
              <a:avLst/>
              <a:gdLst/>
              <a:ahLst/>
              <a:cxnLst/>
              <a:rect l="l" t="t" r="r" b="b"/>
              <a:pathLst>
                <a:path w="187543" h="174762" extrusionOk="0">
                  <a:moveTo>
                    <a:pt x="187544" y="174762"/>
                  </a:moveTo>
                  <a:lnTo>
                    <a:pt x="0" y="8387"/>
                  </a:lnTo>
                  <a:lnTo>
                    <a:pt x="187544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6" name="Google Shape;286;p22"/>
            <p:cNvSpPr/>
            <p:nvPr/>
          </p:nvSpPr>
          <p:spPr>
            <a:xfrm>
              <a:off x="3923107" y="729765"/>
              <a:ext cx="4521577" cy="3604533"/>
            </a:xfrm>
            <a:custGeom>
              <a:avLst/>
              <a:gdLst/>
              <a:ahLst/>
              <a:cxnLst/>
              <a:rect l="l" t="t" r="r" b="b"/>
              <a:pathLst>
                <a:path w="4521577" h="3604533" extrusionOk="0">
                  <a:moveTo>
                    <a:pt x="4271513" y="602470"/>
                  </a:moveTo>
                  <a:cubicBezTo>
                    <a:pt x="4271513" y="602470"/>
                    <a:pt x="3967812" y="40466"/>
                    <a:pt x="3316993" y="7728"/>
                  </a:cubicBezTo>
                  <a:cubicBezTo>
                    <a:pt x="2666173" y="-25010"/>
                    <a:pt x="2434600" y="641369"/>
                    <a:pt x="1960409" y="898398"/>
                  </a:cubicBezTo>
                  <a:cubicBezTo>
                    <a:pt x="1712151" y="1033129"/>
                    <a:pt x="1210109" y="807576"/>
                    <a:pt x="945304" y="884728"/>
                  </a:cubicBezTo>
                  <a:cubicBezTo>
                    <a:pt x="98651" y="1131731"/>
                    <a:pt x="-203552" y="2262260"/>
                    <a:pt x="160745" y="2859259"/>
                  </a:cubicBezTo>
                  <a:cubicBezTo>
                    <a:pt x="475996" y="3376853"/>
                    <a:pt x="1019806" y="3614325"/>
                    <a:pt x="1841743" y="3611064"/>
                  </a:cubicBezTo>
                  <a:cubicBezTo>
                    <a:pt x="2663681" y="3607803"/>
                    <a:pt x="3240978" y="3636148"/>
                    <a:pt x="3967585" y="3042288"/>
                  </a:cubicBezTo>
                  <a:cubicBezTo>
                    <a:pt x="4694193" y="2448428"/>
                    <a:pt x="4627286" y="1344990"/>
                    <a:pt x="4271513" y="60247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7" name="Google Shape;287;p22"/>
            <p:cNvSpPr/>
            <p:nvPr/>
          </p:nvSpPr>
          <p:spPr>
            <a:xfrm>
              <a:off x="6612954" y="3302966"/>
              <a:ext cx="1861016" cy="1016496"/>
            </a:xfrm>
            <a:custGeom>
              <a:avLst/>
              <a:gdLst/>
              <a:ahLst/>
              <a:cxnLst/>
              <a:rect l="l" t="t" r="r" b="b"/>
              <a:pathLst>
                <a:path w="1861016" h="1016496" extrusionOk="0">
                  <a:moveTo>
                    <a:pt x="8817" y="491039"/>
                  </a:moveTo>
                  <a:lnTo>
                    <a:pt x="374881" y="491039"/>
                  </a:lnTo>
                  <a:lnTo>
                    <a:pt x="374881" y="1023060"/>
                  </a:lnTo>
                  <a:lnTo>
                    <a:pt x="8817" y="1023060"/>
                  </a:lnTo>
                  <a:close/>
                  <a:moveTo>
                    <a:pt x="517126" y="224972"/>
                  </a:moveTo>
                  <a:lnTo>
                    <a:pt x="883190" y="224972"/>
                  </a:lnTo>
                  <a:lnTo>
                    <a:pt x="883190" y="813940"/>
                  </a:lnTo>
                  <a:lnTo>
                    <a:pt x="517126" y="813940"/>
                  </a:lnTo>
                  <a:close/>
                  <a:moveTo>
                    <a:pt x="1025438" y="6564"/>
                  </a:moveTo>
                  <a:lnTo>
                    <a:pt x="1391503" y="6564"/>
                  </a:lnTo>
                  <a:lnTo>
                    <a:pt x="1391503" y="396078"/>
                  </a:lnTo>
                  <a:lnTo>
                    <a:pt x="1025438" y="396078"/>
                  </a:lnTo>
                  <a:close/>
                  <a:moveTo>
                    <a:pt x="1503768" y="224972"/>
                  </a:moveTo>
                  <a:lnTo>
                    <a:pt x="1869833" y="224972"/>
                  </a:lnTo>
                  <a:lnTo>
                    <a:pt x="1869833" y="813940"/>
                  </a:lnTo>
                  <a:lnTo>
                    <a:pt x="1503768" y="81394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8" name="Google Shape;288;p22"/>
            <p:cNvSpPr/>
            <p:nvPr/>
          </p:nvSpPr>
          <p:spPr>
            <a:xfrm>
              <a:off x="6642310" y="3084562"/>
              <a:ext cx="1802920" cy="674656"/>
            </a:xfrm>
            <a:custGeom>
              <a:avLst/>
              <a:gdLst/>
              <a:ahLst/>
              <a:cxnLst/>
              <a:rect l="l" t="t" r="r" b="b"/>
              <a:pathLst>
                <a:path w="1802920" h="674656" extrusionOk="0">
                  <a:moveTo>
                    <a:pt x="790349" y="225721"/>
                  </a:moveTo>
                  <a:lnTo>
                    <a:pt x="561896" y="225721"/>
                  </a:lnTo>
                  <a:cubicBezTo>
                    <a:pt x="540073" y="225721"/>
                    <a:pt x="522381" y="243411"/>
                    <a:pt x="522377" y="265235"/>
                  </a:cubicBezTo>
                  <a:lnTo>
                    <a:pt x="522377" y="317797"/>
                  </a:lnTo>
                  <a:cubicBezTo>
                    <a:pt x="522377" y="339623"/>
                    <a:pt x="540069" y="357316"/>
                    <a:pt x="561896" y="357316"/>
                  </a:cubicBezTo>
                  <a:lnTo>
                    <a:pt x="646553" y="357316"/>
                  </a:lnTo>
                  <a:lnTo>
                    <a:pt x="676191" y="408494"/>
                  </a:lnTo>
                  <a:lnTo>
                    <a:pt x="705672" y="357312"/>
                  </a:lnTo>
                  <a:lnTo>
                    <a:pt x="790349" y="357312"/>
                  </a:lnTo>
                  <a:cubicBezTo>
                    <a:pt x="812172" y="357312"/>
                    <a:pt x="829864" y="339620"/>
                    <a:pt x="829864" y="317797"/>
                  </a:cubicBezTo>
                  <a:cubicBezTo>
                    <a:pt x="829864" y="317796"/>
                    <a:pt x="829864" y="317794"/>
                    <a:pt x="829864" y="317793"/>
                  </a:cubicBezTo>
                  <a:lnTo>
                    <a:pt x="829864" y="265235"/>
                  </a:lnTo>
                  <a:cubicBezTo>
                    <a:pt x="829864" y="243412"/>
                    <a:pt x="812172" y="225721"/>
                    <a:pt x="790349" y="225721"/>
                  </a:cubicBezTo>
                  <a:close/>
                  <a:moveTo>
                    <a:pt x="276644" y="498568"/>
                  </a:moveTo>
                  <a:lnTo>
                    <a:pt x="48331" y="498568"/>
                  </a:lnTo>
                  <a:cubicBezTo>
                    <a:pt x="26557" y="498568"/>
                    <a:pt x="8886" y="516183"/>
                    <a:pt x="8817" y="537957"/>
                  </a:cubicBezTo>
                  <a:lnTo>
                    <a:pt x="8817" y="590645"/>
                  </a:lnTo>
                  <a:cubicBezTo>
                    <a:pt x="8884" y="612421"/>
                    <a:pt x="26555" y="630038"/>
                    <a:pt x="48331" y="630038"/>
                  </a:cubicBezTo>
                  <a:lnTo>
                    <a:pt x="132883" y="630038"/>
                  </a:lnTo>
                  <a:lnTo>
                    <a:pt x="162485" y="681220"/>
                  </a:lnTo>
                  <a:lnTo>
                    <a:pt x="192092" y="630038"/>
                  </a:lnTo>
                  <a:lnTo>
                    <a:pt x="276644" y="630038"/>
                  </a:lnTo>
                  <a:cubicBezTo>
                    <a:pt x="298418" y="630034"/>
                    <a:pt x="316087" y="612419"/>
                    <a:pt x="316154" y="590645"/>
                  </a:cubicBezTo>
                  <a:lnTo>
                    <a:pt x="316154" y="537957"/>
                  </a:lnTo>
                  <a:cubicBezTo>
                    <a:pt x="316085" y="516185"/>
                    <a:pt x="298417" y="498570"/>
                    <a:pt x="276644" y="498568"/>
                  </a:cubicBezTo>
                  <a:close/>
                  <a:moveTo>
                    <a:pt x="1291008" y="6564"/>
                  </a:moveTo>
                  <a:lnTo>
                    <a:pt x="1062570" y="6564"/>
                  </a:lnTo>
                  <a:cubicBezTo>
                    <a:pt x="1040747" y="6564"/>
                    <a:pt x="1023055" y="24255"/>
                    <a:pt x="1023055" y="46078"/>
                  </a:cubicBezTo>
                  <a:cubicBezTo>
                    <a:pt x="1023055" y="46079"/>
                    <a:pt x="1023055" y="46081"/>
                    <a:pt x="1023055" y="46082"/>
                  </a:cubicBezTo>
                  <a:lnTo>
                    <a:pt x="1023055" y="98644"/>
                  </a:lnTo>
                  <a:cubicBezTo>
                    <a:pt x="1023055" y="120398"/>
                    <a:pt x="1040692" y="138033"/>
                    <a:pt x="1062445" y="138033"/>
                  </a:cubicBezTo>
                  <a:lnTo>
                    <a:pt x="1147247" y="138033"/>
                  </a:lnTo>
                  <a:lnTo>
                    <a:pt x="1176728" y="189216"/>
                  </a:lnTo>
                  <a:lnTo>
                    <a:pt x="1206331" y="138033"/>
                  </a:lnTo>
                  <a:lnTo>
                    <a:pt x="1291008" y="138033"/>
                  </a:lnTo>
                  <a:cubicBezTo>
                    <a:pt x="1312760" y="138105"/>
                    <a:pt x="1330452" y="120530"/>
                    <a:pt x="1330523" y="98778"/>
                  </a:cubicBezTo>
                  <a:cubicBezTo>
                    <a:pt x="1330523" y="98775"/>
                    <a:pt x="1330523" y="98772"/>
                    <a:pt x="1330523" y="98770"/>
                  </a:cubicBezTo>
                  <a:lnTo>
                    <a:pt x="1330523" y="46082"/>
                  </a:lnTo>
                  <a:cubicBezTo>
                    <a:pt x="1330526" y="24259"/>
                    <a:pt x="1312835" y="6566"/>
                    <a:pt x="1291012" y="6564"/>
                  </a:cubicBezTo>
                  <a:cubicBezTo>
                    <a:pt x="1291012" y="6564"/>
                    <a:pt x="1291008" y="6564"/>
                    <a:pt x="1291008" y="6564"/>
                  </a:cubicBezTo>
                  <a:close/>
                  <a:moveTo>
                    <a:pt x="1772097" y="222326"/>
                  </a:moveTo>
                  <a:lnTo>
                    <a:pt x="1543785" y="222326"/>
                  </a:lnTo>
                  <a:cubicBezTo>
                    <a:pt x="1521962" y="222326"/>
                    <a:pt x="1504270" y="240018"/>
                    <a:pt x="1504270" y="261841"/>
                  </a:cubicBezTo>
                  <a:cubicBezTo>
                    <a:pt x="1504270" y="261844"/>
                    <a:pt x="1504270" y="261846"/>
                    <a:pt x="1504270" y="261849"/>
                  </a:cubicBezTo>
                  <a:lnTo>
                    <a:pt x="1504270" y="314430"/>
                  </a:lnTo>
                  <a:cubicBezTo>
                    <a:pt x="1504266" y="336185"/>
                    <a:pt x="1521903" y="353821"/>
                    <a:pt x="1543655" y="353824"/>
                  </a:cubicBezTo>
                  <a:cubicBezTo>
                    <a:pt x="1543655" y="353824"/>
                    <a:pt x="1543659" y="353824"/>
                    <a:pt x="1543659" y="353824"/>
                  </a:cubicBezTo>
                  <a:lnTo>
                    <a:pt x="1628344" y="353824"/>
                  </a:lnTo>
                  <a:lnTo>
                    <a:pt x="1657947" y="405006"/>
                  </a:lnTo>
                  <a:lnTo>
                    <a:pt x="1687553" y="353824"/>
                  </a:lnTo>
                  <a:lnTo>
                    <a:pt x="1772105" y="353824"/>
                  </a:lnTo>
                  <a:cubicBezTo>
                    <a:pt x="1793928" y="353889"/>
                    <a:pt x="1811671" y="336252"/>
                    <a:pt x="1811737" y="314430"/>
                  </a:cubicBezTo>
                  <a:lnTo>
                    <a:pt x="1811737" y="314430"/>
                  </a:lnTo>
                  <a:lnTo>
                    <a:pt x="1811737" y="261849"/>
                  </a:lnTo>
                  <a:cubicBezTo>
                    <a:pt x="1811674" y="240001"/>
                    <a:pt x="1793943" y="222324"/>
                    <a:pt x="1772097" y="22232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9" name="Google Shape;289;p22"/>
            <p:cNvSpPr/>
            <p:nvPr/>
          </p:nvSpPr>
          <p:spPr>
            <a:xfrm>
              <a:off x="6145665" y="1423521"/>
              <a:ext cx="355137" cy="318131"/>
            </a:xfrm>
            <a:custGeom>
              <a:avLst/>
              <a:gdLst/>
              <a:ahLst/>
              <a:cxnLst/>
              <a:rect l="l" t="t" r="r" b="b"/>
              <a:pathLst>
                <a:path w="355137" h="318131" extrusionOk="0">
                  <a:moveTo>
                    <a:pt x="8817" y="6564"/>
                  </a:moveTo>
                  <a:lnTo>
                    <a:pt x="363954" y="6564"/>
                  </a:lnTo>
                  <a:lnTo>
                    <a:pt x="363954" y="88356"/>
                  </a:lnTo>
                  <a:lnTo>
                    <a:pt x="8817" y="88356"/>
                  </a:lnTo>
                  <a:close/>
                  <a:moveTo>
                    <a:pt x="8817" y="124735"/>
                  </a:moveTo>
                  <a:lnTo>
                    <a:pt x="242146" y="124735"/>
                  </a:lnTo>
                  <a:lnTo>
                    <a:pt x="242146" y="206524"/>
                  </a:lnTo>
                  <a:lnTo>
                    <a:pt x="8817" y="206524"/>
                  </a:lnTo>
                  <a:close/>
                  <a:moveTo>
                    <a:pt x="8817" y="242907"/>
                  </a:moveTo>
                  <a:lnTo>
                    <a:pt x="143171" y="242907"/>
                  </a:lnTo>
                  <a:lnTo>
                    <a:pt x="143171" y="324695"/>
                  </a:lnTo>
                  <a:lnTo>
                    <a:pt x="8817" y="324695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0" name="Google Shape;290;p22"/>
            <p:cNvSpPr/>
            <p:nvPr/>
          </p:nvSpPr>
          <p:spPr>
            <a:xfrm>
              <a:off x="5528967" y="2329245"/>
              <a:ext cx="468284" cy="246254"/>
            </a:xfrm>
            <a:custGeom>
              <a:avLst/>
              <a:gdLst/>
              <a:ahLst/>
              <a:cxnLst/>
              <a:rect l="l" t="t" r="r" b="b"/>
              <a:pathLst>
                <a:path w="468284" h="246254" extrusionOk="0">
                  <a:moveTo>
                    <a:pt x="8817" y="252819"/>
                  </a:moveTo>
                  <a:lnTo>
                    <a:pt x="8817" y="6564"/>
                  </a:lnTo>
                  <a:lnTo>
                    <a:pt x="129246" y="6564"/>
                  </a:lnTo>
                  <a:lnTo>
                    <a:pt x="129246" y="252819"/>
                  </a:lnTo>
                  <a:close/>
                  <a:moveTo>
                    <a:pt x="182811" y="252819"/>
                  </a:moveTo>
                  <a:lnTo>
                    <a:pt x="182811" y="91115"/>
                  </a:lnTo>
                  <a:lnTo>
                    <a:pt x="303240" y="91115"/>
                  </a:lnTo>
                  <a:lnTo>
                    <a:pt x="303240" y="252819"/>
                  </a:lnTo>
                  <a:close/>
                  <a:moveTo>
                    <a:pt x="356680" y="252693"/>
                  </a:moveTo>
                  <a:lnTo>
                    <a:pt x="356680" y="159609"/>
                  </a:lnTo>
                  <a:lnTo>
                    <a:pt x="477101" y="159609"/>
                  </a:lnTo>
                  <a:lnTo>
                    <a:pt x="477101" y="25269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1" name="Google Shape;291;p22"/>
            <p:cNvSpPr/>
            <p:nvPr/>
          </p:nvSpPr>
          <p:spPr>
            <a:xfrm>
              <a:off x="5349795" y="1256134"/>
              <a:ext cx="1762700" cy="1505675"/>
            </a:xfrm>
            <a:custGeom>
              <a:avLst/>
              <a:gdLst/>
              <a:ahLst/>
              <a:cxnLst/>
              <a:rect l="l" t="t" r="r" b="b"/>
              <a:pathLst>
                <a:path w="1762700" h="1505675" extrusionOk="0">
                  <a:moveTo>
                    <a:pt x="1619596" y="1512238"/>
                  </a:moveTo>
                  <a:lnTo>
                    <a:pt x="160871" y="1512238"/>
                  </a:lnTo>
                  <a:cubicBezTo>
                    <a:pt x="120568" y="1512348"/>
                    <a:pt x="81889" y="1496346"/>
                    <a:pt x="53446" y="1467793"/>
                  </a:cubicBezTo>
                  <a:cubicBezTo>
                    <a:pt x="24815" y="1439359"/>
                    <a:pt x="8746" y="1400655"/>
                    <a:pt x="8817" y="1360306"/>
                  </a:cubicBezTo>
                  <a:lnTo>
                    <a:pt x="8817" y="158504"/>
                  </a:lnTo>
                  <a:cubicBezTo>
                    <a:pt x="8891" y="74697"/>
                    <a:pt x="77103" y="6564"/>
                    <a:pt x="160887" y="6564"/>
                  </a:cubicBezTo>
                  <a:lnTo>
                    <a:pt x="1619342" y="6564"/>
                  </a:lnTo>
                  <a:cubicBezTo>
                    <a:pt x="1703368" y="6564"/>
                    <a:pt x="1771517" y="74729"/>
                    <a:pt x="1771517" y="158504"/>
                  </a:cubicBezTo>
                  <a:lnTo>
                    <a:pt x="1771517" y="1360282"/>
                  </a:lnTo>
                  <a:cubicBezTo>
                    <a:pt x="1771459" y="1401126"/>
                    <a:pt x="1755581" y="1439257"/>
                    <a:pt x="1726837" y="1467903"/>
                  </a:cubicBezTo>
                  <a:cubicBezTo>
                    <a:pt x="1698427" y="1496381"/>
                    <a:pt x="1659823" y="1512340"/>
                    <a:pt x="1619596" y="1512238"/>
                  </a:cubicBezTo>
                  <a:close/>
                  <a:moveTo>
                    <a:pt x="161008" y="1498913"/>
                  </a:moveTo>
                  <a:lnTo>
                    <a:pt x="1619585" y="1498913"/>
                  </a:lnTo>
                  <a:cubicBezTo>
                    <a:pt x="1656286" y="1499015"/>
                    <a:pt x="1691509" y="1484454"/>
                    <a:pt x="1717431" y="1458473"/>
                  </a:cubicBezTo>
                  <a:cubicBezTo>
                    <a:pt x="1743552" y="1432582"/>
                    <a:pt x="1758229" y="1397316"/>
                    <a:pt x="1758192" y="1360537"/>
                  </a:cubicBezTo>
                  <a:lnTo>
                    <a:pt x="1758192" y="158504"/>
                  </a:lnTo>
                  <a:cubicBezTo>
                    <a:pt x="1758192" y="82077"/>
                    <a:pt x="1696008" y="19905"/>
                    <a:pt x="1619589" y="19905"/>
                  </a:cubicBezTo>
                  <a:lnTo>
                    <a:pt x="160898" y="19905"/>
                  </a:lnTo>
                  <a:cubicBezTo>
                    <a:pt x="84452" y="19905"/>
                    <a:pt x="22233" y="82054"/>
                    <a:pt x="22154" y="158508"/>
                  </a:cubicBezTo>
                  <a:lnTo>
                    <a:pt x="22154" y="1360282"/>
                  </a:lnTo>
                  <a:cubicBezTo>
                    <a:pt x="22229" y="1436709"/>
                    <a:pt x="84448" y="1498881"/>
                    <a:pt x="160898" y="14988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22"/>
            <p:cNvSpPr/>
            <p:nvPr/>
          </p:nvSpPr>
          <p:spPr>
            <a:xfrm>
              <a:off x="6421523" y="2335892"/>
              <a:ext cx="519980" cy="235727"/>
            </a:xfrm>
            <a:custGeom>
              <a:avLst/>
              <a:gdLst/>
              <a:ahLst/>
              <a:cxnLst/>
              <a:rect l="l" t="t" r="r" b="b"/>
              <a:pathLst>
                <a:path w="519980" h="235727" extrusionOk="0">
                  <a:moveTo>
                    <a:pt x="528797" y="19889"/>
                  </a:moveTo>
                  <a:lnTo>
                    <a:pt x="8817" y="19889"/>
                  </a:lnTo>
                  <a:lnTo>
                    <a:pt x="8817" y="6564"/>
                  </a:lnTo>
                  <a:lnTo>
                    <a:pt x="528797" y="6564"/>
                  </a:lnTo>
                  <a:close/>
                  <a:moveTo>
                    <a:pt x="528797" y="62116"/>
                  </a:moveTo>
                  <a:lnTo>
                    <a:pt x="8817" y="62116"/>
                  </a:lnTo>
                  <a:lnTo>
                    <a:pt x="8817" y="75442"/>
                  </a:lnTo>
                  <a:lnTo>
                    <a:pt x="528797" y="75442"/>
                  </a:lnTo>
                  <a:close/>
                  <a:moveTo>
                    <a:pt x="528797" y="117692"/>
                  </a:moveTo>
                  <a:lnTo>
                    <a:pt x="8817" y="117692"/>
                  </a:lnTo>
                  <a:lnTo>
                    <a:pt x="8817" y="131018"/>
                  </a:lnTo>
                  <a:lnTo>
                    <a:pt x="528797" y="131018"/>
                  </a:lnTo>
                  <a:close/>
                  <a:moveTo>
                    <a:pt x="528797" y="173390"/>
                  </a:moveTo>
                  <a:lnTo>
                    <a:pt x="8817" y="173390"/>
                  </a:lnTo>
                  <a:lnTo>
                    <a:pt x="8817" y="186715"/>
                  </a:lnTo>
                  <a:lnTo>
                    <a:pt x="528797" y="186715"/>
                  </a:lnTo>
                  <a:close/>
                  <a:moveTo>
                    <a:pt x="528797" y="228966"/>
                  </a:moveTo>
                  <a:lnTo>
                    <a:pt x="8817" y="228966"/>
                  </a:lnTo>
                  <a:lnTo>
                    <a:pt x="8817" y="242291"/>
                  </a:lnTo>
                  <a:lnTo>
                    <a:pt x="528797" y="24229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22"/>
            <p:cNvSpPr/>
            <p:nvPr/>
          </p:nvSpPr>
          <p:spPr>
            <a:xfrm>
              <a:off x="5513035" y="1429035"/>
              <a:ext cx="519980" cy="235727"/>
            </a:xfrm>
            <a:custGeom>
              <a:avLst/>
              <a:gdLst/>
              <a:ahLst/>
              <a:cxnLst/>
              <a:rect l="l" t="t" r="r" b="b"/>
              <a:pathLst>
                <a:path w="519980" h="235727" extrusionOk="0">
                  <a:moveTo>
                    <a:pt x="528797" y="19889"/>
                  </a:moveTo>
                  <a:lnTo>
                    <a:pt x="8817" y="19889"/>
                  </a:lnTo>
                  <a:lnTo>
                    <a:pt x="8817" y="6564"/>
                  </a:lnTo>
                  <a:lnTo>
                    <a:pt x="528797" y="6564"/>
                  </a:lnTo>
                  <a:close/>
                  <a:moveTo>
                    <a:pt x="528797" y="62116"/>
                  </a:moveTo>
                  <a:lnTo>
                    <a:pt x="8817" y="62116"/>
                  </a:lnTo>
                  <a:lnTo>
                    <a:pt x="8817" y="75442"/>
                  </a:lnTo>
                  <a:lnTo>
                    <a:pt x="528797" y="75442"/>
                  </a:lnTo>
                  <a:close/>
                  <a:moveTo>
                    <a:pt x="528797" y="117692"/>
                  </a:moveTo>
                  <a:lnTo>
                    <a:pt x="8817" y="117692"/>
                  </a:lnTo>
                  <a:lnTo>
                    <a:pt x="8817" y="131018"/>
                  </a:lnTo>
                  <a:lnTo>
                    <a:pt x="528797" y="131018"/>
                  </a:lnTo>
                  <a:close/>
                  <a:moveTo>
                    <a:pt x="528797" y="173268"/>
                  </a:moveTo>
                  <a:lnTo>
                    <a:pt x="8817" y="173268"/>
                  </a:lnTo>
                  <a:lnTo>
                    <a:pt x="8817" y="186594"/>
                  </a:lnTo>
                  <a:lnTo>
                    <a:pt x="528797" y="186594"/>
                  </a:lnTo>
                  <a:close/>
                  <a:moveTo>
                    <a:pt x="528797" y="228966"/>
                  </a:moveTo>
                  <a:lnTo>
                    <a:pt x="8817" y="228966"/>
                  </a:lnTo>
                  <a:lnTo>
                    <a:pt x="8817" y="242291"/>
                  </a:lnTo>
                  <a:lnTo>
                    <a:pt x="528797" y="24229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22"/>
            <p:cNvSpPr/>
            <p:nvPr/>
          </p:nvSpPr>
          <p:spPr>
            <a:xfrm>
              <a:off x="5548411" y="1645311"/>
              <a:ext cx="1427104" cy="624804"/>
            </a:xfrm>
            <a:custGeom>
              <a:avLst/>
              <a:gdLst/>
              <a:ahLst/>
              <a:cxnLst/>
              <a:rect l="l" t="t" r="r" b="b"/>
              <a:pathLst>
                <a:path w="1427104" h="624804" extrusionOk="0">
                  <a:moveTo>
                    <a:pt x="1336797" y="233998"/>
                  </a:moveTo>
                  <a:lnTo>
                    <a:pt x="1435921" y="286059"/>
                  </a:lnTo>
                  <a:lnTo>
                    <a:pt x="1424735" y="6564"/>
                  </a:lnTo>
                  <a:lnTo>
                    <a:pt x="1187894" y="155968"/>
                  </a:lnTo>
                  <a:lnTo>
                    <a:pt x="1286987" y="207899"/>
                  </a:lnTo>
                  <a:lnTo>
                    <a:pt x="1212480" y="349779"/>
                  </a:lnTo>
                  <a:lnTo>
                    <a:pt x="1212480" y="349779"/>
                  </a:lnTo>
                  <a:cubicBezTo>
                    <a:pt x="1199302" y="349830"/>
                    <a:pt x="1186511" y="354239"/>
                    <a:pt x="1176101" y="362321"/>
                  </a:cubicBezTo>
                  <a:lnTo>
                    <a:pt x="1044882" y="301356"/>
                  </a:lnTo>
                  <a:lnTo>
                    <a:pt x="1044882" y="301356"/>
                  </a:lnTo>
                  <a:cubicBezTo>
                    <a:pt x="1044880" y="267963"/>
                    <a:pt x="1017808" y="240892"/>
                    <a:pt x="984415" y="240896"/>
                  </a:cubicBezTo>
                  <a:cubicBezTo>
                    <a:pt x="951020" y="240896"/>
                    <a:pt x="923948" y="267967"/>
                    <a:pt x="923948" y="301364"/>
                  </a:cubicBezTo>
                  <a:cubicBezTo>
                    <a:pt x="923943" y="310025"/>
                    <a:pt x="925826" y="318585"/>
                    <a:pt x="929466" y="326447"/>
                  </a:cubicBezTo>
                  <a:lnTo>
                    <a:pt x="757486" y="512866"/>
                  </a:lnTo>
                  <a:cubicBezTo>
                    <a:pt x="752007" y="511114"/>
                    <a:pt x="746300" y="510189"/>
                    <a:pt x="740547" y="510122"/>
                  </a:cubicBezTo>
                  <a:cubicBezTo>
                    <a:pt x="737646" y="510220"/>
                    <a:pt x="734754" y="510514"/>
                    <a:pt x="731893" y="511000"/>
                  </a:cubicBezTo>
                  <a:lnTo>
                    <a:pt x="484638" y="198493"/>
                  </a:lnTo>
                  <a:cubicBezTo>
                    <a:pt x="488193" y="190611"/>
                    <a:pt x="489992" y="182055"/>
                    <a:pt x="489906" y="173409"/>
                  </a:cubicBezTo>
                  <a:cubicBezTo>
                    <a:pt x="489890" y="140017"/>
                    <a:pt x="462808" y="112958"/>
                    <a:pt x="429415" y="112969"/>
                  </a:cubicBezTo>
                  <a:cubicBezTo>
                    <a:pt x="396042" y="112985"/>
                    <a:pt x="368991" y="140036"/>
                    <a:pt x="368975" y="173409"/>
                  </a:cubicBezTo>
                  <a:cubicBezTo>
                    <a:pt x="369104" y="179637"/>
                    <a:pt x="370163" y="185810"/>
                    <a:pt x="372111" y="191724"/>
                  </a:cubicBezTo>
                  <a:lnTo>
                    <a:pt x="89731" y="479250"/>
                  </a:lnTo>
                  <a:cubicBezTo>
                    <a:pt x="83096" y="476824"/>
                    <a:pt x="76096" y="475550"/>
                    <a:pt x="69033" y="475487"/>
                  </a:cubicBezTo>
                  <a:cubicBezTo>
                    <a:pt x="35715" y="475566"/>
                    <a:pt x="8762" y="502629"/>
                    <a:pt x="8817" y="535947"/>
                  </a:cubicBezTo>
                  <a:cubicBezTo>
                    <a:pt x="8895" y="569269"/>
                    <a:pt x="35962" y="596222"/>
                    <a:pt x="69284" y="596163"/>
                  </a:cubicBezTo>
                  <a:cubicBezTo>
                    <a:pt x="102563" y="596085"/>
                    <a:pt x="129497" y="569085"/>
                    <a:pt x="129497" y="535806"/>
                  </a:cubicBezTo>
                  <a:cubicBezTo>
                    <a:pt x="129473" y="530805"/>
                    <a:pt x="128799" y="525831"/>
                    <a:pt x="127490" y="521006"/>
                  </a:cubicBezTo>
                  <a:lnTo>
                    <a:pt x="412252" y="230240"/>
                  </a:lnTo>
                  <a:cubicBezTo>
                    <a:pt x="417818" y="231984"/>
                    <a:pt x="423607" y="232905"/>
                    <a:pt x="429439" y="232983"/>
                  </a:cubicBezTo>
                  <a:cubicBezTo>
                    <a:pt x="433142" y="232975"/>
                    <a:pt x="436834" y="232638"/>
                    <a:pt x="440479" y="231980"/>
                  </a:cubicBezTo>
                  <a:lnTo>
                    <a:pt x="686480" y="543840"/>
                  </a:lnTo>
                  <a:cubicBezTo>
                    <a:pt x="671543" y="573710"/>
                    <a:pt x="683650" y="610030"/>
                    <a:pt x="713515" y="624966"/>
                  </a:cubicBezTo>
                  <a:cubicBezTo>
                    <a:pt x="713519" y="624966"/>
                    <a:pt x="713519" y="624970"/>
                    <a:pt x="713523" y="624970"/>
                  </a:cubicBezTo>
                  <a:cubicBezTo>
                    <a:pt x="743392" y="639907"/>
                    <a:pt x="779712" y="627800"/>
                    <a:pt x="794649" y="597935"/>
                  </a:cubicBezTo>
                  <a:cubicBezTo>
                    <a:pt x="794649" y="597931"/>
                    <a:pt x="794653" y="597931"/>
                    <a:pt x="794653" y="597927"/>
                  </a:cubicBezTo>
                  <a:cubicBezTo>
                    <a:pt x="801849" y="583535"/>
                    <a:pt x="803013" y="566870"/>
                    <a:pt x="797886" y="551620"/>
                  </a:cubicBezTo>
                  <a:lnTo>
                    <a:pt x="974256" y="360565"/>
                  </a:lnTo>
                  <a:cubicBezTo>
                    <a:pt x="977611" y="361165"/>
                    <a:pt x="981007" y="361502"/>
                    <a:pt x="984415" y="361576"/>
                  </a:cubicBezTo>
                  <a:cubicBezTo>
                    <a:pt x="996399" y="361592"/>
                    <a:pt x="1008111" y="358010"/>
                    <a:pt x="1018035" y="351292"/>
                  </a:cubicBezTo>
                  <a:lnTo>
                    <a:pt x="1152264" y="414001"/>
                  </a:lnTo>
                  <a:cubicBezTo>
                    <a:pt x="1154109" y="447276"/>
                    <a:pt x="1182575" y="472759"/>
                    <a:pt x="1215851" y="470925"/>
                  </a:cubicBezTo>
                  <a:cubicBezTo>
                    <a:pt x="1249119" y="469071"/>
                    <a:pt x="1274592" y="440609"/>
                    <a:pt x="1272760" y="407342"/>
                  </a:cubicBezTo>
                  <a:cubicBezTo>
                    <a:pt x="1272152" y="396243"/>
                    <a:pt x="1268490" y="385527"/>
                    <a:pt x="1262177" y="37637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22"/>
            <p:cNvSpPr/>
            <p:nvPr/>
          </p:nvSpPr>
          <p:spPr>
            <a:xfrm>
              <a:off x="3625669" y="1569662"/>
              <a:ext cx="1552283" cy="798337"/>
            </a:xfrm>
            <a:custGeom>
              <a:avLst/>
              <a:gdLst/>
              <a:ahLst/>
              <a:cxnLst/>
              <a:rect l="l" t="t" r="r" b="b"/>
              <a:pathLst>
                <a:path w="1552283" h="798337" extrusionOk="0">
                  <a:moveTo>
                    <a:pt x="1557549" y="496948"/>
                  </a:moveTo>
                  <a:cubicBezTo>
                    <a:pt x="1555331" y="495643"/>
                    <a:pt x="1552591" y="495600"/>
                    <a:pt x="1550334" y="496830"/>
                  </a:cubicBezTo>
                  <a:lnTo>
                    <a:pt x="1408799" y="574594"/>
                  </a:lnTo>
                  <a:lnTo>
                    <a:pt x="1242863" y="315252"/>
                  </a:lnTo>
                  <a:cubicBezTo>
                    <a:pt x="1241773" y="313563"/>
                    <a:pt x="1240037" y="312395"/>
                    <a:pt x="1238062" y="312022"/>
                  </a:cubicBezTo>
                  <a:cubicBezTo>
                    <a:pt x="1236082" y="311634"/>
                    <a:pt x="1234029" y="312101"/>
                    <a:pt x="1232414" y="313316"/>
                  </a:cubicBezTo>
                  <a:lnTo>
                    <a:pt x="959100" y="514326"/>
                  </a:lnTo>
                  <a:lnTo>
                    <a:pt x="704536" y="10560"/>
                  </a:lnTo>
                  <a:cubicBezTo>
                    <a:pt x="703611" y="8726"/>
                    <a:pt x="701957" y="7370"/>
                    <a:pt x="699978" y="6821"/>
                  </a:cubicBezTo>
                  <a:cubicBezTo>
                    <a:pt x="697995" y="6280"/>
                    <a:pt x="695874" y="6601"/>
                    <a:pt x="694134" y="7699"/>
                  </a:cubicBezTo>
                  <a:lnTo>
                    <a:pt x="12199" y="441243"/>
                  </a:lnTo>
                  <a:cubicBezTo>
                    <a:pt x="10098" y="442575"/>
                    <a:pt x="8824" y="444888"/>
                    <a:pt x="8817" y="447376"/>
                  </a:cubicBezTo>
                  <a:lnTo>
                    <a:pt x="8817" y="797623"/>
                  </a:lnTo>
                  <a:cubicBezTo>
                    <a:pt x="8817" y="801640"/>
                    <a:pt x="12074" y="804897"/>
                    <a:pt x="16091" y="804901"/>
                  </a:cubicBezTo>
                  <a:lnTo>
                    <a:pt x="1553822" y="804901"/>
                  </a:lnTo>
                  <a:cubicBezTo>
                    <a:pt x="1557839" y="804897"/>
                    <a:pt x="1561096" y="801640"/>
                    <a:pt x="1561100" y="797623"/>
                  </a:cubicBezTo>
                  <a:lnTo>
                    <a:pt x="1561100" y="503203"/>
                  </a:lnTo>
                  <a:cubicBezTo>
                    <a:pt x="1561100" y="500640"/>
                    <a:pt x="1559752" y="498265"/>
                    <a:pt x="1557549" y="49694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6" name="Google Shape;296;p22"/>
            <p:cNvSpPr/>
            <p:nvPr/>
          </p:nvSpPr>
          <p:spPr>
            <a:xfrm>
              <a:off x="3632963" y="1845522"/>
              <a:ext cx="1537727" cy="736123"/>
            </a:xfrm>
            <a:custGeom>
              <a:avLst/>
              <a:gdLst/>
              <a:ahLst/>
              <a:cxnLst/>
              <a:rect l="l" t="t" r="r" b="b"/>
              <a:pathLst>
                <a:path w="1537727" h="736123" extrusionOk="0">
                  <a:moveTo>
                    <a:pt x="1419681" y="500533"/>
                  </a:moveTo>
                  <a:lnTo>
                    <a:pt x="1235402" y="220787"/>
                  </a:lnTo>
                  <a:lnTo>
                    <a:pt x="925670" y="345982"/>
                  </a:lnTo>
                  <a:lnTo>
                    <a:pt x="564257" y="0"/>
                  </a:lnTo>
                  <a:lnTo>
                    <a:pt x="0" y="227811"/>
                  </a:lnTo>
                  <a:lnTo>
                    <a:pt x="0" y="736123"/>
                  </a:lnTo>
                  <a:lnTo>
                    <a:pt x="1537727" y="736123"/>
                  </a:lnTo>
                  <a:lnTo>
                    <a:pt x="1537727" y="419493"/>
                  </a:lnTo>
                  <a:lnTo>
                    <a:pt x="1419681" y="50053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7" name="Google Shape;297;p22"/>
            <p:cNvSpPr/>
            <p:nvPr/>
          </p:nvSpPr>
          <p:spPr>
            <a:xfrm>
              <a:off x="3625616" y="1830799"/>
              <a:ext cx="1548732" cy="748049"/>
            </a:xfrm>
            <a:custGeom>
              <a:avLst/>
              <a:gdLst/>
              <a:ahLst/>
              <a:cxnLst/>
              <a:rect l="l" t="t" r="r" b="b"/>
              <a:pathLst>
                <a:path w="1548732" h="748049" extrusionOk="0">
                  <a:moveTo>
                    <a:pt x="1557550" y="754614"/>
                  </a:moveTo>
                  <a:lnTo>
                    <a:pt x="8817" y="754614"/>
                  </a:lnTo>
                  <a:lnTo>
                    <a:pt x="8817" y="237094"/>
                  </a:lnTo>
                  <a:lnTo>
                    <a:pt x="12258" y="235711"/>
                  </a:lnTo>
                  <a:lnTo>
                    <a:pt x="579819" y="6564"/>
                  </a:lnTo>
                  <a:lnTo>
                    <a:pt x="582382" y="9025"/>
                  </a:lnTo>
                  <a:lnTo>
                    <a:pt x="941228" y="352546"/>
                  </a:lnTo>
                  <a:lnTo>
                    <a:pt x="1251846" y="226994"/>
                  </a:lnTo>
                  <a:lnTo>
                    <a:pt x="1435506" y="505819"/>
                  </a:lnTo>
                  <a:lnTo>
                    <a:pt x="1557550" y="422043"/>
                  </a:lnTo>
                  <a:close/>
                  <a:moveTo>
                    <a:pt x="19818" y="743612"/>
                  </a:moveTo>
                  <a:lnTo>
                    <a:pt x="1546536" y="743612"/>
                  </a:lnTo>
                  <a:lnTo>
                    <a:pt x="1546536" y="442929"/>
                  </a:lnTo>
                  <a:lnTo>
                    <a:pt x="1432484" y="521230"/>
                  </a:lnTo>
                  <a:lnTo>
                    <a:pt x="1247598" y="240567"/>
                  </a:lnTo>
                  <a:lnTo>
                    <a:pt x="938755" y="365409"/>
                  </a:lnTo>
                  <a:lnTo>
                    <a:pt x="936192" y="362948"/>
                  </a:lnTo>
                  <a:lnTo>
                    <a:pt x="577346" y="19427"/>
                  </a:lnTo>
                  <a:lnTo>
                    <a:pt x="19818" y="24451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22"/>
            <p:cNvSpPr/>
            <p:nvPr/>
          </p:nvSpPr>
          <p:spPr>
            <a:xfrm>
              <a:off x="4324426" y="1447228"/>
              <a:ext cx="215892" cy="109518"/>
            </a:xfrm>
            <a:custGeom>
              <a:avLst/>
              <a:gdLst/>
              <a:ahLst/>
              <a:cxnLst/>
              <a:rect l="l" t="t" r="r" b="b"/>
              <a:pathLst>
                <a:path w="215892" h="109518" extrusionOk="0">
                  <a:moveTo>
                    <a:pt x="191089" y="6565"/>
                  </a:moveTo>
                  <a:lnTo>
                    <a:pt x="67273" y="6565"/>
                  </a:lnTo>
                  <a:cubicBezTo>
                    <a:pt x="48778" y="6427"/>
                    <a:pt x="33669" y="21309"/>
                    <a:pt x="33532" y="39808"/>
                  </a:cubicBezTo>
                  <a:cubicBezTo>
                    <a:pt x="33438" y="52605"/>
                    <a:pt x="40641" y="64335"/>
                    <a:pt x="52094" y="70042"/>
                  </a:cubicBezTo>
                  <a:lnTo>
                    <a:pt x="8817" y="116082"/>
                  </a:lnTo>
                  <a:lnTo>
                    <a:pt x="87720" y="73805"/>
                  </a:lnTo>
                  <a:lnTo>
                    <a:pt x="191089" y="73805"/>
                  </a:lnTo>
                  <a:cubicBezTo>
                    <a:pt x="209654" y="73809"/>
                    <a:pt x="224705" y="58758"/>
                    <a:pt x="224709" y="40193"/>
                  </a:cubicBezTo>
                  <a:cubicBezTo>
                    <a:pt x="224709" y="40189"/>
                    <a:pt x="224709" y="40189"/>
                    <a:pt x="224709" y="40185"/>
                  </a:cubicBezTo>
                  <a:cubicBezTo>
                    <a:pt x="224709" y="21619"/>
                    <a:pt x="209658" y="6565"/>
                    <a:pt x="191089" y="656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9" name="Google Shape;299;p22"/>
            <p:cNvSpPr/>
            <p:nvPr/>
          </p:nvSpPr>
          <p:spPr>
            <a:xfrm>
              <a:off x="4866731" y="1746547"/>
              <a:ext cx="215896" cy="109898"/>
            </a:xfrm>
            <a:custGeom>
              <a:avLst/>
              <a:gdLst/>
              <a:ahLst/>
              <a:cxnLst/>
              <a:rect l="l" t="t" r="r" b="b"/>
              <a:pathLst>
                <a:path w="215896" h="109898" extrusionOk="0">
                  <a:moveTo>
                    <a:pt x="191093" y="6565"/>
                  </a:moveTo>
                  <a:lnTo>
                    <a:pt x="67277" y="6565"/>
                  </a:lnTo>
                  <a:cubicBezTo>
                    <a:pt x="48778" y="6427"/>
                    <a:pt x="33673" y="21309"/>
                    <a:pt x="33532" y="39808"/>
                  </a:cubicBezTo>
                  <a:cubicBezTo>
                    <a:pt x="33532" y="39808"/>
                    <a:pt x="33532" y="39808"/>
                    <a:pt x="33532" y="39808"/>
                  </a:cubicBezTo>
                  <a:cubicBezTo>
                    <a:pt x="33438" y="52605"/>
                    <a:pt x="40642" y="64335"/>
                    <a:pt x="52098" y="70038"/>
                  </a:cubicBezTo>
                  <a:lnTo>
                    <a:pt x="8817" y="116462"/>
                  </a:lnTo>
                  <a:lnTo>
                    <a:pt x="87724" y="74059"/>
                  </a:lnTo>
                  <a:lnTo>
                    <a:pt x="191093" y="74059"/>
                  </a:lnTo>
                  <a:cubicBezTo>
                    <a:pt x="209658" y="74059"/>
                    <a:pt x="224709" y="59009"/>
                    <a:pt x="224713" y="40443"/>
                  </a:cubicBezTo>
                  <a:cubicBezTo>
                    <a:pt x="224713" y="21877"/>
                    <a:pt x="209658" y="6823"/>
                    <a:pt x="191093" y="6823"/>
                  </a:cubicBezTo>
                  <a:lnTo>
                    <a:pt x="191093" y="682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0" name="Google Shape;300;p22"/>
            <p:cNvSpPr/>
            <p:nvPr/>
          </p:nvSpPr>
          <p:spPr>
            <a:xfrm>
              <a:off x="3542869" y="1256134"/>
              <a:ext cx="1762688" cy="1505675"/>
            </a:xfrm>
            <a:custGeom>
              <a:avLst/>
              <a:gdLst/>
              <a:ahLst/>
              <a:cxnLst/>
              <a:rect l="l" t="t" r="r" b="b"/>
              <a:pathLst>
                <a:path w="1762688" h="1505675" extrusionOk="0">
                  <a:moveTo>
                    <a:pt x="1619584" y="1512238"/>
                  </a:moveTo>
                  <a:lnTo>
                    <a:pt x="160749" y="1512238"/>
                  </a:lnTo>
                  <a:cubicBezTo>
                    <a:pt x="76966" y="1512238"/>
                    <a:pt x="8817" y="1444074"/>
                    <a:pt x="8817" y="1360298"/>
                  </a:cubicBezTo>
                  <a:lnTo>
                    <a:pt x="8817" y="158504"/>
                  </a:lnTo>
                  <a:cubicBezTo>
                    <a:pt x="8961" y="74556"/>
                    <a:pt x="77103" y="6564"/>
                    <a:pt x="160761" y="6564"/>
                  </a:cubicBezTo>
                  <a:lnTo>
                    <a:pt x="1619326" y="6564"/>
                  </a:lnTo>
                  <a:cubicBezTo>
                    <a:pt x="1703356" y="6564"/>
                    <a:pt x="1771505" y="74729"/>
                    <a:pt x="1771505" y="158504"/>
                  </a:cubicBezTo>
                  <a:lnTo>
                    <a:pt x="1771505" y="1360282"/>
                  </a:lnTo>
                  <a:cubicBezTo>
                    <a:pt x="1771443" y="1401126"/>
                    <a:pt x="1755569" y="1439257"/>
                    <a:pt x="1726825" y="1467903"/>
                  </a:cubicBezTo>
                  <a:cubicBezTo>
                    <a:pt x="1698414" y="1496381"/>
                    <a:pt x="1659812" y="1512340"/>
                    <a:pt x="1619584" y="1512238"/>
                  </a:cubicBezTo>
                  <a:close/>
                  <a:moveTo>
                    <a:pt x="160773" y="19921"/>
                  </a:moveTo>
                  <a:cubicBezTo>
                    <a:pt x="84440" y="19921"/>
                    <a:pt x="22291" y="81932"/>
                    <a:pt x="22146" y="158273"/>
                  </a:cubicBezTo>
                  <a:lnTo>
                    <a:pt x="22146" y="1360290"/>
                  </a:lnTo>
                  <a:cubicBezTo>
                    <a:pt x="22146" y="1436717"/>
                    <a:pt x="84330" y="1498889"/>
                    <a:pt x="160749" y="1498889"/>
                  </a:cubicBezTo>
                  <a:lnTo>
                    <a:pt x="1619573" y="1498889"/>
                  </a:lnTo>
                  <a:cubicBezTo>
                    <a:pt x="1656273" y="1498995"/>
                    <a:pt x="1691496" y="1484443"/>
                    <a:pt x="1717419" y="1458465"/>
                  </a:cubicBezTo>
                  <a:cubicBezTo>
                    <a:pt x="1743541" y="1432574"/>
                    <a:pt x="1758219" y="1397308"/>
                    <a:pt x="1758180" y="1360529"/>
                  </a:cubicBezTo>
                  <a:lnTo>
                    <a:pt x="1758180" y="158504"/>
                  </a:lnTo>
                  <a:cubicBezTo>
                    <a:pt x="1758180" y="82077"/>
                    <a:pt x="1695996" y="19905"/>
                    <a:pt x="1619577" y="19905"/>
                  </a:cubicBezTo>
                  <a:lnTo>
                    <a:pt x="160773" y="19905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1" name="Google Shape;301;p22"/>
            <p:cNvSpPr/>
            <p:nvPr/>
          </p:nvSpPr>
          <p:spPr>
            <a:xfrm>
              <a:off x="3660304" y="1418371"/>
              <a:ext cx="100491" cy="450867"/>
            </a:xfrm>
            <a:custGeom>
              <a:avLst/>
              <a:gdLst/>
              <a:ahLst/>
              <a:cxnLst/>
              <a:rect l="l" t="t" r="r" b="b"/>
              <a:pathLst>
                <a:path w="100491" h="450867" extrusionOk="0">
                  <a:moveTo>
                    <a:pt x="109308" y="19889"/>
                  </a:moveTo>
                  <a:lnTo>
                    <a:pt x="8817" y="19889"/>
                  </a:lnTo>
                  <a:lnTo>
                    <a:pt x="8817" y="6564"/>
                  </a:lnTo>
                  <a:lnTo>
                    <a:pt x="109308" y="6564"/>
                  </a:lnTo>
                  <a:close/>
                  <a:moveTo>
                    <a:pt x="109308" y="115936"/>
                  </a:moveTo>
                  <a:lnTo>
                    <a:pt x="8817" y="115936"/>
                  </a:lnTo>
                  <a:lnTo>
                    <a:pt x="8817" y="129262"/>
                  </a:lnTo>
                  <a:lnTo>
                    <a:pt x="109308" y="129262"/>
                  </a:lnTo>
                  <a:close/>
                  <a:moveTo>
                    <a:pt x="109308" y="225329"/>
                  </a:moveTo>
                  <a:lnTo>
                    <a:pt x="8817" y="225329"/>
                  </a:lnTo>
                  <a:lnTo>
                    <a:pt x="8817" y="238654"/>
                  </a:lnTo>
                  <a:lnTo>
                    <a:pt x="109308" y="238654"/>
                  </a:lnTo>
                  <a:close/>
                  <a:moveTo>
                    <a:pt x="109308" y="334721"/>
                  </a:moveTo>
                  <a:lnTo>
                    <a:pt x="8817" y="334721"/>
                  </a:lnTo>
                  <a:lnTo>
                    <a:pt x="8817" y="348047"/>
                  </a:lnTo>
                  <a:lnTo>
                    <a:pt x="109308" y="348047"/>
                  </a:lnTo>
                  <a:close/>
                  <a:moveTo>
                    <a:pt x="109308" y="444105"/>
                  </a:moveTo>
                  <a:lnTo>
                    <a:pt x="8817" y="444105"/>
                  </a:lnTo>
                  <a:lnTo>
                    <a:pt x="8817" y="457431"/>
                  </a:lnTo>
                  <a:lnTo>
                    <a:pt x="109308" y="45743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2" name="Google Shape;302;p22"/>
            <p:cNvSpPr/>
            <p:nvPr/>
          </p:nvSpPr>
          <p:spPr>
            <a:xfrm>
              <a:off x="7276821" y="1573302"/>
              <a:ext cx="660853" cy="660857"/>
            </a:xfrm>
            <a:custGeom>
              <a:avLst/>
              <a:gdLst/>
              <a:ahLst/>
              <a:cxnLst/>
              <a:rect l="l" t="t" r="r" b="b"/>
              <a:pathLst>
                <a:path w="660853" h="660857" extrusionOk="0">
                  <a:moveTo>
                    <a:pt x="338742" y="6564"/>
                  </a:moveTo>
                  <a:cubicBezTo>
                    <a:pt x="156250" y="6842"/>
                    <a:pt x="8539" y="155004"/>
                    <a:pt x="8817" y="337496"/>
                  </a:cubicBezTo>
                  <a:cubicBezTo>
                    <a:pt x="9095" y="519987"/>
                    <a:pt x="157254" y="667695"/>
                    <a:pt x="339745" y="667420"/>
                  </a:cubicBezTo>
                  <a:cubicBezTo>
                    <a:pt x="522037" y="667142"/>
                    <a:pt x="669670" y="519270"/>
                    <a:pt x="669670" y="336994"/>
                  </a:cubicBezTo>
                  <a:cubicBezTo>
                    <a:pt x="669392" y="154420"/>
                    <a:pt x="521312" y="6564"/>
                    <a:pt x="338742" y="6564"/>
                  </a:cubicBezTo>
                  <a:close/>
                  <a:moveTo>
                    <a:pt x="338742" y="570323"/>
                  </a:moveTo>
                  <a:cubicBezTo>
                    <a:pt x="209796" y="569841"/>
                    <a:pt x="105679" y="464925"/>
                    <a:pt x="106165" y="335991"/>
                  </a:cubicBezTo>
                  <a:cubicBezTo>
                    <a:pt x="106651" y="207057"/>
                    <a:pt x="211564" y="102928"/>
                    <a:pt x="340498" y="103414"/>
                  </a:cubicBezTo>
                  <a:cubicBezTo>
                    <a:pt x="469138" y="103896"/>
                    <a:pt x="573145" y="208354"/>
                    <a:pt x="573074" y="337006"/>
                  </a:cubicBezTo>
                  <a:cubicBezTo>
                    <a:pt x="572800" y="466148"/>
                    <a:pt x="467884" y="570598"/>
                    <a:pt x="338742" y="57033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3" name="Google Shape;303;p22"/>
            <p:cNvSpPr/>
            <p:nvPr/>
          </p:nvSpPr>
          <p:spPr>
            <a:xfrm>
              <a:off x="7270150" y="1566571"/>
              <a:ext cx="680127" cy="674277"/>
            </a:xfrm>
            <a:custGeom>
              <a:avLst/>
              <a:gdLst/>
              <a:ahLst/>
              <a:cxnLst/>
              <a:rect l="l" t="t" r="r" b="b"/>
              <a:pathLst>
                <a:path w="680127" h="674277" extrusionOk="0">
                  <a:moveTo>
                    <a:pt x="358413" y="6631"/>
                  </a:moveTo>
                  <a:cubicBezTo>
                    <a:pt x="354070" y="6537"/>
                    <a:pt x="349739" y="6545"/>
                    <a:pt x="345416" y="6631"/>
                  </a:cubicBezTo>
                  <a:lnTo>
                    <a:pt x="344119" y="6631"/>
                  </a:lnTo>
                  <a:cubicBezTo>
                    <a:pt x="252901" y="6631"/>
                    <a:pt x="164571" y="44425"/>
                    <a:pt x="101603" y="110442"/>
                  </a:cubicBezTo>
                  <a:cubicBezTo>
                    <a:pt x="100831" y="111293"/>
                    <a:pt x="100298" y="112335"/>
                    <a:pt x="100063" y="113460"/>
                  </a:cubicBezTo>
                  <a:cubicBezTo>
                    <a:pt x="43405" y="173888"/>
                    <a:pt x="8684" y="255069"/>
                    <a:pt x="8817" y="344254"/>
                  </a:cubicBezTo>
                  <a:cubicBezTo>
                    <a:pt x="9099" y="529955"/>
                    <a:pt x="160260" y="680841"/>
                    <a:pt x="345906" y="680841"/>
                  </a:cubicBezTo>
                  <a:lnTo>
                    <a:pt x="346420" y="680841"/>
                  </a:lnTo>
                  <a:cubicBezTo>
                    <a:pt x="347545" y="680841"/>
                    <a:pt x="348650" y="680763"/>
                    <a:pt x="349771" y="680751"/>
                  </a:cubicBezTo>
                  <a:cubicBezTo>
                    <a:pt x="350523" y="680751"/>
                    <a:pt x="351280" y="680775"/>
                    <a:pt x="352032" y="680775"/>
                  </a:cubicBezTo>
                  <a:cubicBezTo>
                    <a:pt x="439562" y="680775"/>
                    <a:pt x="522256" y="647496"/>
                    <a:pt x="585518" y="586640"/>
                  </a:cubicBezTo>
                  <a:cubicBezTo>
                    <a:pt x="650422" y="524221"/>
                    <a:pt x="687127" y="440269"/>
                    <a:pt x="688879" y="350246"/>
                  </a:cubicBezTo>
                  <a:cubicBezTo>
                    <a:pt x="692504" y="164388"/>
                    <a:pt x="544259" y="10249"/>
                    <a:pt x="358413" y="6631"/>
                  </a:cubicBezTo>
                  <a:close/>
                  <a:moveTo>
                    <a:pt x="186527" y="182636"/>
                  </a:moveTo>
                  <a:cubicBezTo>
                    <a:pt x="229318" y="140163"/>
                    <a:pt x="286015" y="116792"/>
                    <a:pt x="346263" y="116792"/>
                  </a:cubicBezTo>
                  <a:lnTo>
                    <a:pt x="347153" y="116792"/>
                  </a:lnTo>
                  <a:cubicBezTo>
                    <a:pt x="354443" y="116819"/>
                    <a:pt x="361635" y="117262"/>
                    <a:pt x="368748" y="117968"/>
                  </a:cubicBezTo>
                  <a:cubicBezTo>
                    <a:pt x="370359" y="118132"/>
                    <a:pt x="371954" y="118360"/>
                    <a:pt x="373557" y="118571"/>
                  </a:cubicBezTo>
                  <a:cubicBezTo>
                    <a:pt x="379217" y="119253"/>
                    <a:pt x="384829" y="120108"/>
                    <a:pt x="390355" y="121205"/>
                  </a:cubicBezTo>
                  <a:cubicBezTo>
                    <a:pt x="392609" y="121656"/>
                    <a:pt x="394831" y="122204"/>
                    <a:pt x="397065" y="122718"/>
                  </a:cubicBezTo>
                  <a:cubicBezTo>
                    <a:pt x="401972" y="123850"/>
                    <a:pt x="406840" y="125069"/>
                    <a:pt x="411626" y="126527"/>
                  </a:cubicBezTo>
                  <a:cubicBezTo>
                    <a:pt x="414130" y="127288"/>
                    <a:pt x="416595" y="128150"/>
                    <a:pt x="419072" y="128996"/>
                  </a:cubicBezTo>
                  <a:cubicBezTo>
                    <a:pt x="423478" y="130498"/>
                    <a:pt x="427844" y="132073"/>
                    <a:pt x="432124" y="133829"/>
                  </a:cubicBezTo>
                  <a:cubicBezTo>
                    <a:pt x="434867" y="134970"/>
                    <a:pt x="437583" y="136220"/>
                    <a:pt x="440291" y="137466"/>
                  </a:cubicBezTo>
                  <a:cubicBezTo>
                    <a:pt x="444078" y="139199"/>
                    <a:pt x="447836" y="140994"/>
                    <a:pt x="451509" y="142918"/>
                  </a:cubicBezTo>
                  <a:cubicBezTo>
                    <a:pt x="454754" y="144639"/>
                    <a:pt x="457932" y="146492"/>
                    <a:pt x="461099" y="148374"/>
                  </a:cubicBezTo>
                  <a:cubicBezTo>
                    <a:pt x="463976" y="150075"/>
                    <a:pt x="466845" y="151780"/>
                    <a:pt x="469639" y="153602"/>
                  </a:cubicBezTo>
                  <a:cubicBezTo>
                    <a:pt x="473676" y="156255"/>
                    <a:pt x="477623" y="159089"/>
                    <a:pt x="481511" y="162001"/>
                  </a:cubicBezTo>
                  <a:cubicBezTo>
                    <a:pt x="483212" y="163275"/>
                    <a:pt x="484940" y="164513"/>
                    <a:pt x="486606" y="165834"/>
                  </a:cubicBezTo>
                  <a:cubicBezTo>
                    <a:pt x="491552" y="169777"/>
                    <a:pt x="496361" y="173943"/>
                    <a:pt x="501033" y="178329"/>
                  </a:cubicBezTo>
                  <a:cubicBezTo>
                    <a:pt x="501550" y="178811"/>
                    <a:pt x="502087" y="179274"/>
                    <a:pt x="502601" y="179760"/>
                  </a:cubicBezTo>
                  <a:cubicBezTo>
                    <a:pt x="592683" y="266224"/>
                    <a:pt x="595881" y="409824"/>
                    <a:pt x="509589" y="500172"/>
                  </a:cubicBezTo>
                  <a:cubicBezTo>
                    <a:pt x="466982" y="544801"/>
                    <a:pt x="407185" y="570399"/>
                    <a:pt x="345503" y="570399"/>
                  </a:cubicBezTo>
                  <a:lnTo>
                    <a:pt x="345440" y="570399"/>
                  </a:lnTo>
                  <a:cubicBezTo>
                    <a:pt x="284863" y="570171"/>
                    <a:pt x="227993" y="546369"/>
                    <a:pt x="185324" y="503378"/>
                  </a:cubicBezTo>
                  <a:cubicBezTo>
                    <a:pt x="142654" y="460387"/>
                    <a:pt x="119283" y="403345"/>
                    <a:pt x="119503" y="342764"/>
                  </a:cubicBezTo>
                  <a:cubicBezTo>
                    <a:pt x="119722" y="282183"/>
                    <a:pt x="143536" y="225306"/>
                    <a:pt x="186527" y="182636"/>
                  </a:cubicBezTo>
                  <a:close/>
                  <a:moveTo>
                    <a:pt x="22147" y="344210"/>
                  </a:moveTo>
                  <a:cubicBezTo>
                    <a:pt x="22025" y="259851"/>
                    <a:pt x="54375" y="182903"/>
                    <a:pt x="107345" y="125120"/>
                  </a:cubicBezTo>
                  <a:lnTo>
                    <a:pt x="167989" y="183169"/>
                  </a:lnTo>
                  <a:cubicBezTo>
                    <a:pt x="128403" y="227066"/>
                    <a:pt x="106388" y="283112"/>
                    <a:pt x="106173" y="342686"/>
                  </a:cubicBezTo>
                  <a:cubicBezTo>
                    <a:pt x="105930" y="406822"/>
                    <a:pt x="130673" y="467218"/>
                    <a:pt x="175855" y="512741"/>
                  </a:cubicBezTo>
                  <a:cubicBezTo>
                    <a:pt x="219477" y="556681"/>
                    <a:pt x="277118" y="581455"/>
                    <a:pt x="338754" y="583364"/>
                  </a:cubicBezTo>
                  <a:lnTo>
                    <a:pt x="338754" y="667288"/>
                  </a:lnTo>
                  <a:cubicBezTo>
                    <a:pt x="163767" y="663459"/>
                    <a:pt x="22425" y="520161"/>
                    <a:pt x="22147" y="34421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4" name="Google Shape;304;p22"/>
            <p:cNvSpPr/>
            <p:nvPr/>
          </p:nvSpPr>
          <p:spPr>
            <a:xfrm>
              <a:off x="8092997" y="1573302"/>
              <a:ext cx="660853" cy="660857"/>
            </a:xfrm>
            <a:custGeom>
              <a:avLst/>
              <a:gdLst/>
              <a:ahLst/>
              <a:cxnLst/>
              <a:rect l="l" t="t" r="r" b="b"/>
              <a:pathLst>
                <a:path w="660853" h="660857" extrusionOk="0">
                  <a:moveTo>
                    <a:pt x="338742" y="6564"/>
                  </a:moveTo>
                  <a:cubicBezTo>
                    <a:pt x="156254" y="6842"/>
                    <a:pt x="8539" y="155004"/>
                    <a:pt x="8817" y="337496"/>
                  </a:cubicBezTo>
                  <a:cubicBezTo>
                    <a:pt x="9095" y="519987"/>
                    <a:pt x="157257" y="667695"/>
                    <a:pt x="339745" y="667420"/>
                  </a:cubicBezTo>
                  <a:cubicBezTo>
                    <a:pt x="522041" y="667142"/>
                    <a:pt x="669670" y="519270"/>
                    <a:pt x="669670" y="336994"/>
                  </a:cubicBezTo>
                  <a:cubicBezTo>
                    <a:pt x="669376" y="154420"/>
                    <a:pt x="521296" y="6564"/>
                    <a:pt x="338742" y="6564"/>
                  </a:cubicBezTo>
                  <a:close/>
                  <a:moveTo>
                    <a:pt x="338742" y="570331"/>
                  </a:moveTo>
                  <a:cubicBezTo>
                    <a:pt x="209796" y="570264"/>
                    <a:pt x="105342" y="465685"/>
                    <a:pt x="105413" y="336739"/>
                  </a:cubicBezTo>
                  <a:cubicBezTo>
                    <a:pt x="105483" y="207794"/>
                    <a:pt x="210059" y="103336"/>
                    <a:pt x="339004" y="103406"/>
                  </a:cubicBezTo>
                  <a:cubicBezTo>
                    <a:pt x="467950" y="103477"/>
                    <a:pt x="572404" y="208052"/>
                    <a:pt x="572337" y="336998"/>
                  </a:cubicBezTo>
                  <a:lnTo>
                    <a:pt x="572337" y="336998"/>
                  </a:lnTo>
                  <a:cubicBezTo>
                    <a:pt x="571961" y="465814"/>
                    <a:pt x="467542" y="570119"/>
                    <a:pt x="338742" y="57033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5" name="Google Shape;305;p22"/>
            <p:cNvSpPr/>
            <p:nvPr/>
          </p:nvSpPr>
          <p:spPr>
            <a:xfrm>
              <a:off x="8086314" y="1566631"/>
              <a:ext cx="674438" cy="674202"/>
            </a:xfrm>
            <a:custGeom>
              <a:avLst/>
              <a:gdLst/>
              <a:ahLst/>
              <a:cxnLst/>
              <a:rect l="l" t="t" r="r" b="b"/>
              <a:pathLst>
                <a:path w="674438" h="674202" extrusionOk="0">
                  <a:moveTo>
                    <a:pt x="404489" y="675557"/>
                  </a:moveTo>
                  <a:cubicBezTo>
                    <a:pt x="407624" y="675012"/>
                    <a:pt x="410760" y="674495"/>
                    <a:pt x="413860" y="673864"/>
                  </a:cubicBezTo>
                  <a:cubicBezTo>
                    <a:pt x="414424" y="673750"/>
                    <a:pt x="414973" y="673609"/>
                    <a:pt x="415533" y="673492"/>
                  </a:cubicBezTo>
                  <a:cubicBezTo>
                    <a:pt x="478862" y="660327"/>
                    <a:pt x="537103" y="629184"/>
                    <a:pt x="584013" y="582489"/>
                  </a:cubicBezTo>
                  <a:cubicBezTo>
                    <a:pt x="647812" y="518996"/>
                    <a:pt x="683058" y="434448"/>
                    <a:pt x="683254" y="344437"/>
                  </a:cubicBezTo>
                  <a:cubicBezTo>
                    <a:pt x="683572" y="208131"/>
                    <a:pt x="602595" y="85907"/>
                    <a:pt x="476953" y="33063"/>
                  </a:cubicBezTo>
                  <a:cubicBezTo>
                    <a:pt x="476612" y="32961"/>
                    <a:pt x="476259" y="32890"/>
                    <a:pt x="475906" y="32851"/>
                  </a:cubicBezTo>
                  <a:cubicBezTo>
                    <a:pt x="434593" y="15457"/>
                    <a:pt x="390218" y="6521"/>
                    <a:pt x="345393" y="6564"/>
                  </a:cubicBezTo>
                  <a:lnTo>
                    <a:pt x="345393" y="6564"/>
                  </a:lnTo>
                  <a:cubicBezTo>
                    <a:pt x="159515" y="6854"/>
                    <a:pt x="8523" y="158301"/>
                    <a:pt x="8817" y="344174"/>
                  </a:cubicBezTo>
                  <a:cubicBezTo>
                    <a:pt x="8954" y="434209"/>
                    <a:pt x="44138" y="518816"/>
                    <a:pt x="107901" y="582391"/>
                  </a:cubicBezTo>
                  <a:cubicBezTo>
                    <a:pt x="171555" y="645841"/>
                    <a:pt x="256052" y="680766"/>
                    <a:pt x="345895" y="680766"/>
                  </a:cubicBezTo>
                  <a:lnTo>
                    <a:pt x="346424" y="680766"/>
                  </a:lnTo>
                  <a:cubicBezTo>
                    <a:pt x="362603" y="680727"/>
                    <a:pt x="378758" y="679524"/>
                    <a:pt x="394765" y="677168"/>
                  </a:cubicBezTo>
                  <a:cubicBezTo>
                    <a:pt x="395282" y="677097"/>
                    <a:pt x="395803" y="677047"/>
                    <a:pt x="396332" y="676968"/>
                  </a:cubicBezTo>
                  <a:cubicBezTo>
                    <a:pt x="399060" y="676553"/>
                    <a:pt x="401768" y="676035"/>
                    <a:pt x="404489" y="675557"/>
                  </a:cubicBezTo>
                  <a:close/>
                  <a:moveTo>
                    <a:pt x="434589" y="134945"/>
                  </a:moveTo>
                  <a:cubicBezTo>
                    <a:pt x="441091" y="137716"/>
                    <a:pt x="447421" y="140765"/>
                    <a:pt x="453574" y="144089"/>
                  </a:cubicBezTo>
                  <a:cubicBezTo>
                    <a:pt x="457736" y="146351"/>
                    <a:pt x="461762" y="148894"/>
                    <a:pt x="465791" y="151426"/>
                  </a:cubicBezTo>
                  <a:cubicBezTo>
                    <a:pt x="467750" y="152649"/>
                    <a:pt x="469796" y="153778"/>
                    <a:pt x="471713" y="155032"/>
                  </a:cubicBezTo>
                  <a:cubicBezTo>
                    <a:pt x="484023" y="163305"/>
                    <a:pt x="495503" y="172755"/>
                    <a:pt x="505987" y="183251"/>
                  </a:cubicBezTo>
                  <a:cubicBezTo>
                    <a:pt x="521128" y="198434"/>
                    <a:pt x="534050" y="215683"/>
                    <a:pt x="544365" y="234480"/>
                  </a:cubicBezTo>
                  <a:cubicBezTo>
                    <a:pt x="544851" y="235366"/>
                    <a:pt x="545427" y="236193"/>
                    <a:pt x="545902" y="237091"/>
                  </a:cubicBezTo>
                  <a:cubicBezTo>
                    <a:pt x="547646" y="240359"/>
                    <a:pt x="549068" y="243777"/>
                    <a:pt x="550644" y="247124"/>
                  </a:cubicBezTo>
                  <a:cubicBezTo>
                    <a:pt x="552286" y="250624"/>
                    <a:pt x="554050" y="254046"/>
                    <a:pt x="555524" y="257651"/>
                  </a:cubicBezTo>
                  <a:cubicBezTo>
                    <a:pt x="556923" y="261073"/>
                    <a:pt x="558024" y="264608"/>
                    <a:pt x="559255" y="268097"/>
                  </a:cubicBezTo>
                  <a:cubicBezTo>
                    <a:pt x="560450" y="271475"/>
                    <a:pt x="561771" y="274826"/>
                    <a:pt x="562802" y="278236"/>
                  </a:cubicBezTo>
                  <a:cubicBezTo>
                    <a:pt x="569143" y="299455"/>
                    <a:pt x="572353" y="321489"/>
                    <a:pt x="572326" y="343638"/>
                  </a:cubicBezTo>
                  <a:cubicBezTo>
                    <a:pt x="572016" y="460018"/>
                    <a:pt x="483428" y="556222"/>
                    <a:pt x="370265" y="568830"/>
                  </a:cubicBezTo>
                  <a:cubicBezTo>
                    <a:pt x="369250" y="568940"/>
                    <a:pt x="368247" y="569073"/>
                    <a:pt x="367231" y="569171"/>
                  </a:cubicBezTo>
                  <a:cubicBezTo>
                    <a:pt x="360039" y="569873"/>
                    <a:pt x="352765" y="570300"/>
                    <a:pt x="345393" y="570312"/>
                  </a:cubicBezTo>
                  <a:cubicBezTo>
                    <a:pt x="284828" y="570280"/>
                    <a:pt x="227884" y="546662"/>
                    <a:pt x="185093" y="503801"/>
                  </a:cubicBezTo>
                  <a:cubicBezTo>
                    <a:pt x="142301" y="460939"/>
                    <a:pt x="118707" y="403995"/>
                    <a:pt x="118742" y="343410"/>
                  </a:cubicBezTo>
                  <a:cubicBezTo>
                    <a:pt x="118778" y="282825"/>
                    <a:pt x="142403" y="225901"/>
                    <a:pt x="185253" y="183110"/>
                  </a:cubicBezTo>
                  <a:cubicBezTo>
                    <a:pt x="228103" y="140319"/>
                    <a:pt x="284996" y="116771"/>
                    <a:pt x="345526" y="116771"/>
                  </a:cubicBezTo>
                  <a:lnTo>
                    <a:pt x="345652" y="116771"/>
                  </a:lnTo>
                  <a:cubicBezTo>
                    <a:pt x="376222" y="116760"/>
                    <a:pt x="406476" y="122944"/>
                    <a:pt x="434589" y="134945"/>
                  </a:cubicBezTo>
                  <a:close/>
                  <a:moveTo>
                    <a:pt x="22147" y="344151"/>
                  </a:moveTo>
                  <a:cubicBezTo>
                    <a:pt x="21876" y="165634"/>
                    <a:pt x="166887" y="20180"/>
                    <a:pt x="345416" y="19905"/>
                  </a:cubicBezTo>
                  <a:cubicBezTo>
                    <a:pt x="386514" y="19890"/>
                    <a:pt x="427232" y="27740"/>
                    <a:pt x="465379" y="43029"/>
                  </a:cubicBezTo>
                  <a:lnTo>
                    <a:pt x="432962" y="119958"/>
                  </a:lnTo>
                  <a:cubicBezTo>
                    <a:pt x="405143" y="109050"/>
                    <a:pt x="375532" y="103434"/>
                    <a:pt x="345652" y="103403"/>
                  </a:cubicBezTo>
                  <a:lnTo>
                    <a:pt x="345526" y="103403"/>
                  </a:lnTo>
                  <a:cubicBezTo>
                    <a:pt x="281433" y="103403"/>
                    <a:pt x="221170" y="128345"/>
                    <a:pt x="175819" y="173645"/>
                  </a:cubicBezTo>
                  <a:cubicBezTo>
                    <a:pt x="130469" y="218944"/>
                    <a:pt x="105428" y="279263"/>
                    <a:pt x="105401" y="343402"/>
                  </a:cubicBezTo>
                  <a:cubicBezTo>
                    <a:pt x="105374" y="407542"/>
                    <a:pt x="130308" y="467857"/>
                    <a:pt x="175635" y="513231"/>
                  </a:cubicBezTo>
                  <a:cubicBezTo>
                    <a:pt x="219410" y="557053"/>
                    <a:pt x="277177" y="581650"/>
                    <a:pt x="338852" y="583332"/>
                  </a:cubicBezTo>
                  <a:lnTo>
                    <a:pt x="338852" y="667244"/>
                  </a:lnTo>
                  <a:cubicBezTo>
                    <a:pt x="255194" y="665469"/>
                    <a:pt x="176776" y="632210"/>
                    <a:pt x="117312" y="572937"/>
                  </a:cubicBezTo>
                  <a:cubicBezTo>
                    <a:pt x="56080" y="511886"/>
                    <a:pt x="22280" y="430635"/>
                    <a:pt x="22147" y="34415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6" name="Google Shape;306;p22"/>
            <p:cNvSpPr/>
            <p:nvPr/>
          </p:nvSpPr>
          <p:spPr>
            <a:xfrm>
              <a:off x="7159516" y="1256150"/>
              <a:ext cx="1738725" cy="1505658"/>
            </a:xfrm>
            <a:custGeom>
              <a:avLst/>
              <a:gdLst/>
              <a:ahLst/>
              <a:cxnLst/>
              <a:rect l="l" t="t" r="r" b="b"/>
              <a:pathLst>
                <a:path w="1738725" h="1505658" extrusionOk="0">
                  <a:moveTo>
                    <a:pt x="1560242" y="1512223"/>
                  </a:moveTo>
                  <a:lnTo>
                    <a:pt x="196239" y="1512223"/>
                  </a:lnTo>
                  <a:cubicBezTo>
                    <a:pt x="93015" y="1512223"/>
                    <a:pt x="8950" y="1428286"/>
                    <a:pt x="8817" y="1325044"/>
                  </a:cubicBezTo>
                  <a:lnTo>
                    <a:pt x="8817" y="193876"/>
                  </a:lnTo>
                  <a:cubicBezTo>
                    <a:pt x="8840" y="143807"/>
                    <a:pt x="28366" y="96755"/>
                    <a:pt x="63797" y="61375"/>
                  </a:cubicBezTo>
                  <a:cubicBezTo>
                    <a:pt x="99228" y="25996"/>
                    <a:pt x="146232" y="6564"/>
                    <a:pt x="196270" y="6564"/>
                  </a:cubicBezTo>
                  <a:lnTo>
                    <a:pt x="1560109" y="6564"/>
                  </a:lnTo>
                  <a:cubicBezTo>
                    <a:pt x="1663406" y="6564"/>
                    <a:pt x="1747452" y="90563"/>
                    <a:pt x="1747543" y="193872"/>
                  </a:cubicBezTo>
                  <a:lnTo>
                    <a:pt x="1747543" y="1325036"/>
                  </a:lnTo>
                  <a:cubicBezTo>
                    <a:pt x="1747394" y="1428349"/>
                    <a:pt x="1663391" y="1512223"/>
                    <a:pt x="1560242" y="1512223"/>
                  </a:cubicBezTo>
                  <a:close/>
                  <a:moveTo>
                    <a:pt x="196368" y="1498897"/>
                  </a:moveTo>
                  <a:lnTo>
                    <a:pt x="1560230" y="1498897"/>
                  </a:lnTo>
                  <a:cubicBezTo>
                    <a:pt x="1656054" y="1498897"/>
                    <a:pt x="1734068" y="1421020"/>
                    <a:pt x="1734213" y="1325161"/>
                  </a:cubicBezTo>
                  <a:lnTo>
                    <a:pt x="1734213" y="193876"/>
                  </a:lnTo>
                  <a:cubicBezTo>
                    <a:pt x="1734139" y="97923"/>
                    <a:pt x="1656042" y="19905"/>
                    <a:pt x="1560109" y="19905"/>
                  </a:cubicBezTo>
                  <a:lnTo>
                    <a:pt x="196250" y="19905"/>
                  </a:lnTo>
                  <a:cubicBezTo>
                    <a:pt x="149783" y="19905"/>
                    <a:pt x="106106" y="37981"/>
                    <a:pt x="73219" y="70813"/>
                  </a:cubicBezTo>
                  <a:cubicBezTo>
                    <a:pt x="40332" y="103645"/>
                    <a:pt x="22181" y="147381"/>
                    <a:pt x="22142" y="193880"/>
                  </a:cubicBezTo>
                  <a:lnTo>
                    <a:pt x="22142" y="1325036"/>
                  </a:lnTo>
                  <a:cubicBezTo>
                    <a:pt x="22279" y="1420918"/>
                    <a:pt x="100364" y="1498881"/>
                    <a:pt x="196239" y="14988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7" name="Google Shape;307;p22"/>
            <p:cNvSpPr/>
            <p:nvPr/>
          </p:nvSpPr>
          <p:spPr>
            <a:xfrm>
              <a:off x="7312699" y="1409321"/>
              <a:ext cx="1378532" cy="1162298"/>
            </a:xfrm>
            <a:custGeom>
              <a:avLst/>
              <a:gdLst/>
              <a:ahLst/>
              <a:cxnLst/>
              <a:rect l="l" t="t" r="r" b="b"/>
              <a:pathLst>
                <a:path w="1378532" h="1162298" extrusionOk="0">
                  <a:moveTo>
                    <a:pt x="528672" y="946461"/>
                  </a:moveTo>
                  <a:lnTo>
                    <a:pt x="8817" y="946461"/>
                  </a:lnTo>
                  <a:lnTo>
                    <a:pt x="8817" y="933135"/>
                  </a:lnTo>
                  <a:lnTo>
                    <a:pt x="528672" y="933135"/>
                  </a:lnTo>
                  <a:close/>
                  <a:moveTo>
                    <a:pt x="528672" y="988687"/>
                  </a:moveTo>
                  <a:lnTo>
                    <a:pt x="8817" y="988687"/>
                  </a:lnTo>
                  <a:lnTo>
                    <a:pt x="8817" y="1002013"/>
                  </a:lnTo>
                  <a:lnTo>
                    <a:pt x="528672" y="1002013"/>
                  </a:lnTo>
                  <a:close/>
                  <a:moveTo>
                    <a:pt x="528672" y="1044263"/>
                  </a:moveTo>
                  <a:lnTo>
                    <a:pt x="8817" y="1044263"/>
                  </a:lnTo>
                  <a:lnTo>
                    <a:pt x="8817" y="1057589"/>
                  </a:lnTo>
                  <a:lnTo>
                    <a:pt x="528672" y="1057589"/>
                  </a:lnTo>
                  <a:close/>
                  <a:moveTo>
                    <a:pt x="528672" y="1099961"/>
                  </a:moveTo>
                  <a:lnTo>
                    <a:pt x="8817" y="1099961"/>
                  </a:lnTo>
                  <a:lnTo>
                    <a:pt x="8817" y="1113287"/>
                  </a:lnTo>
                  <a:lnTo>
                    <a:pt x="528672" y="1113287"/>
                  </a:lnTo>
                  <a:close/>
                  <a:moveTo>
                    <a:pt x="528672" y="1155537"/>
                  </a:moveTo>
                  <a:lnTo>
                    <a:pt x="8817" y="1155537"/>
                  </a:lnTo>
                  <a:lnTo>
                    <a:pt x="8817" y="1168863"/>
                  </a:lnTo>
                  <a:lnTo>
                    <a:pt x="528672" y="1168863"/>
                  </a:lnTo>
                  <a:close/>
                  <a:moveTo>
                    <a:pt x="1387349" y="933119"/>
                  </a:moveTo>
                  <a:lnTo>
                    <a:pt x="867380" y="933119"/>
                  </a:lnTo>
                  <a:lnTo>
                    <a:pt x="867380" y="946445"/>
                  </a:lnTo>
                  <a:lnTo>
                    <a:pt x="1387349" y="946445"/>
                  </a:lnTo>
                  <a:close/>
                  <a:moveTo>
                    <a:pt x="1387349" y="988687"/>
                  </a:moveTo>
                  <a:lnTo>
                    <a:pt x="867380" y="988687"/>
                  </a:lnTo>
                  <a:lnTo>
                    <a:pt x="867380" y="1002013"/>
                  </a:lnTo>
                  <a:lnTo>
                    <a:pt x="1387349" y="1002013"/>
                  </a:lnTo>
                  <a:close/>
                  <a:moveTo>
                    <a:pt x="1387349" y="1044263"/>
                  </a:moveTo>
                  <a:lnTo>
                    <a:pt x="867380" y="1044263"/>
                  </a:lnTo>
                  <a:lnTo>
                    <a:pt x="867380" y="1057589"/>
                  </a:lnTo>
                  <a:lnTo>
                    <a:pt x="1387349" y="1057589"/>
                  </a:lnTo>
                  <a:close/>
                  <a:moveTo>
                    <a:pt x="1387349" y="1099961"/>
                  </a:moveTo>
                  <a:lnTo>
                    <a:pt x="867380" y="1099961"/>
                  </a:lnTo>
                  <a:lnTo>
                    <a:pt x="867380" y="1113287"/>
                  </a:lnTo>
                  <a:lnTo>
                    <a:pt x="1387349" y="1113287"/>
                  </a:lnTo>
                  <a:close/>
                  <a:moveTo>
                    <a:pt x="1387349" y="1155537"/>
                  </a:moveTo>
                  <a:lnTo>
                    <a:pt x="867380" y="1155537"/>
                  </a:lnTo>
                  <a:lnTo>
                    <a:pt x="867380" y="1168863"/>
                  </a:lnTo>
                  <a:lnTo>
                    <a:pt x="1387349" y="1168863"/>
                  </a:lnTo>
                  <a:close/>
                  <a:moveTo>
                    <a:pt x="967479" y="6564"/>
                  </a:moveTo>
                  <a:lnTo>
                    <a:pt x="447624" y="6564"/>
                  </a:lnTo>
                  <a:lnTo>
                    <a:pt x="447624" y="19889"/>
                  </a:lnTo>
                  <a:lnTo>
                    <a:pt x="967479" y="19889"/>
                  </a:lnTo>
                  <a:close/>
                  <a:moveTo>
                    <a:pt x="967479" y="62261"/>
                  </a:moveTo>
                  <a:lnTo>
                    <a:pt x="447624" y="62261"/>
                  </a:lnTo>
                  <a:lnTo>
                    <a:pt x="447624" y="75587"/>
                  </a:lnTo>
                  <a:lnTo>
                    <a:pt x="967479" y="75587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8" name="Google Shape;308;p22"/>
            <p:cNvSpPr/>
            <p:nvPr/>
          </p:nvSpPr>
          <p:spPr>
            <a:xfrm>
              <a:off x="6227936" y="2835528"/>
              <a:ext cx="2670306" cy="2017483"/>
            </a:xfrm>
            <a:custGeom>
              <a:avLst/>
              <a:gdLst/>
              <a:ahLst/>
              <a:cxnLst/>
              <a:rect l="l" t="t" r="r" b="b"/>
              <a:pathLst>
                <a:path w="2670306" h="2017483" extrusionOk="0">
                  <a:moveTo>
                    <a:pt x="2480637" y="2024047"/>
                  </a:moveTo>
                  <a:lnTo>
                    <a:pt x="941518" y="2024047"/>
                  </a:lnTo>
                  <a:lnTo>
                    <a:pt x="941518" y="2010722"/>
                  </a:lnTo>
                  <a:lnTo>
                    <a:pt x="2480637" y="2010722"/>
                  </a:lnTo>
                  <a:cubicBezTo>
                    <a:pt x="2582598" y="2010722"/>
                    <a:pt x="2665648" y="1927808"/>
                    <a:pt x="2665793" y="1825827"/>
                  </a:cubicBezTo>
                  <a:lnTo>
                    <a:pt x="2665793" y="204921"/>
                  </a:lnTo>
                  <a:cubicBezTo>
                    <a:pt x="2665719" y="102881"/>
                    <a:pt x="2582661" y="19901"/>
                    <a:pt x="2480637" y="19901"/>
                  </a:cubicBezTo>
                  <a:lnTo>
                    <a:pt x="207299" y="19901"/>
                  </a:lnTo>
                  <a:cubicBezTo>
                    <a:pt x="105263" y="19901"/>
                    <a:pt x="22217" y="102877"/>
                    <a:pt x="22142" y="204925"/>
                  </a:cubicBezTo>
                  <a:lnTo>
                    <a:pt x="22142" y="1272976"/>
                  </a:lnTo>
                  <a:lnTo>
                    <a:pt x="8817" y="1272976"/>
                  </a:lnTo>
                  <a:lnTo>
                    <a:pt x="8817" y="204921"/>
                  </a:lnTo>
                  <a:cubicBezTo>
                    <a:pt x="8891" y="95521"/>
                    <a:pt x="97930" y="6564"/>
                    <a:pt x="207303" y="6564"/>
                  </a:cubicBezTo>
                  <a:lnTo>
                    <a:pt x="2480637" y="6564"/>
                  </a:lnTo>
                  <a:cubicBezTo>
                    <a:pt x="2590025" y="6564"/>
                    <a:pt x="2679048" y="95532"/>
                    <a:pt x="2679123" y="204913"/>
                  </a:cubicBezTo>
                  <a:lnTo>
                    <a:pt x="2679123" y="1825820"/>
                  </a:lnTo>
                  <a:cubicBezTo>
                    <a:pt x="2678974" y="1935149"/>
                    <a:pt x="2589939" y="2024047"/>
                    <a:pt x="2480637" y="202404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9" name="Google Shape;309;p22"/>
            <p:cNvSpPr/>
            <p:nvPr/>
          </p:nvSpPr>
          <p:spPr>
            <a:xfrm>
              <a:off x="6605672" y="3295688"/>
              <a:ext cx="1875588" cy="1249456"/>
            </a:xfrm>
            <a:custGeom>
              <a:avLst/>
              <a:gdLst/>
              <a:ahLst/>
              <a:cxnLst/>
              <a:rect l="l" t="t" r="r" b="b"/>
              <a:pathLst>
                <a:path w="1875588" h="1249456" extrusionOk="0">
                  <a:moveTo>
                    <a:pt x="8817" y="491039"/>
                  </a:moveTo>
                  <a:lnTo>
                    <a:pt x="8817" y="1248742"/>
                  </a:lnTo>
                  <a:cubicBezTo>
                    <a:pt x="8817" y="1252764"/>
                    <a:pt x="12075" y="1256021"/>
                    <a:pt x="16095" y="1256021"/>
                  </a:cubicBezTo>
                  <a:lnTo>
                    <a:pt x="382160" y="1256021"/>
                  </a:lnTo>
                  <a:cubicBezTo>
                    <a:pt x="386177" y="1256024"/>
                    <a:pt x="389435" y="1252768"/>
                    <a:pt x="389438" y="1248750"/>
                  </a:cubicBezTo>
                  <a:cubicBezTo>
                    <a:pt x="389438" y="1248746"/>
                    <a:pt x="389438" y="1248746"/>
                    <a:pt x="389438" y="1248742"/>
                  </a:cubicBezTo>
                  <a:lnTo>
                    <a:pt x="389438" y="491039"/>
                  </a:lnTo>
                  <a:close/>
                  <a:moveTo>
                    <a:pt x="374881" y="505592"/>
                  </a:moveTo>
                  <a:lnTo>
                    <a:pt x="374881" y="1022942"/>
                  </a:lnTo>
                  <a:lnTo>
                    <a:pt x="23373" y="1022942"/>
                  </a:lnTo>
                  <a:lnTo>
                    <a:pt x="23373" y="505592"/>
                  </a:lnTo>
                  <a:close/>
                  <a:moveTo>
                    <a:pt x="517153" y="224968"/>
                  </a:moveTo>
                  <a:lnTo>
                    <a:pt x="517153" y="1248742"/>
                  </a:lnTo>
                  <a:cubicBezTo>
                    <a:pt x="517151" y="1252760"/>
                    <a:pt x="520406" y="1256017"/>
                    <a:pt x="524423" y="1256021"/>
                  </a:cubicBezTo>
                  <a:cubicBezTo>
                    <a:pt x="524424" y="1256021"/>
                    <a:pt x="524426" y="1256021"/>
                    <a:pt x="524427" y="1256021"/>
                  </a:cubicBezTo>
                  <a:lnTo>
                    <a:pt x="890492" y="1256021"/>
                  </a:lnTo>
                  <a:cubicBezTo>
                    <a:pt x="894509" y="1256021"/>
                    <a:pt x="897766" y="1252764"/>
                    <a:pt x="897766" y="1248746"/>
                  </a:cubicBezTo>
                  <a:cubicBezTo>
                    <a:pt x="897766" y="1248746"/>
                    <a:pt x="897766" y="1248742"/>
                    <a:pt x="897766" y="1248742"/>
                  </a:cubicBezTo>
                  <a:lnTo>
                    <a:pt x="897766" y="224968"/>
                  </a:lnTo>
                  <a:close/>
                  <a:moveTo>
                    <a:pt x="531705" y="239520"/>
                  </a:moveTo>
                  <a:lnTo>
                    <a:pt x="883202" y="239520"/>
                  </a:lnTo>
                  <a:lnTo>
                    <a:pt x="883202" y="813944"/>
                  </a:lnTo>
                  <a:lnTo>
                    <a:pt x="531690" y="813944"/>
                  </a:lnTo>
                  <a:close/>
                  <a:moveTo>
                    <a:pt x="1503784" y="224968"/>
                  </a:moveTo>
                  <a:lnTo>
                    <a:pt x="1503784" y="1248742"/>
                  </a:lnTo>
                  <a:cubicBezTo>
                    <a:pt x="1503780" y="1252760"/>
                    <a:pt x="1507037" y="1256017"/>
                    <a:pt x="1511054" y="1256021"/>
                  </a:cubicBezTo>
                  <a:cubicBezTo>
                    <a:pt x="1511058" y="1256021"/>
                    <a:pt x="1511058" y="1256021"/>
                    <a:pt x="1511062" y="1256021"/>
                  </a:cubicBezTo>
                  <a:lnTo>
                    <a:pt x="1877127" y="1256021"/>
                  </a:lnTo>
                  <a:cubicBezTo>
                    <a:pt x="1881148" y="1256021"/>
                    <a:pt x="1884405" y="1252764"/>
                    <a:pt x="1884405" y="1248742"/>
                  </a:cubicBezTo>
                  <a:lnTo>
                    <a:pt x="1884405" y="224968"/>
                  </a:lnTo>
                  <a:close/>
                  <a:moveTo>
                    <a:pt x="1518337" y="239520"/>
                  </a:moveTo>
                  <a:lnTo>
                    <a:pt x="1869845" y="239520"/>
                  </a:lnTo>
                  <a:lnTo>
                    <a:pt x="1869845" y="813944"/>
                  </a:lnTo>
                  <a:lnTo>
                    <a:pt x="1518321" y="813944"/>
                  </a:lnTo>
                  <a:close/>
                  <a:moveTo>
                    <a:pt x="1025442" y="6564"/>
                  </a:moveTo>
                  <a:lnTo>
                    <a:pt x="1025442" y="1248742"/>
                  </a:lnTo>
                  <a:cubicBezTo>
                    <a:pt x="1025438" y="1252760"/>
                    <a:pt x="1028695" y="1256017"/>
                    <a:pt x="1032713" y="1256021"/>
                  </a:cubicBezTo>
                  <a:cubicBezTo>
                    <a:pt x="1032713" y="1256021"/>
                    <a:pt x="1032717" y="1256021"/>
                    <a:pt x="1032717" y="1256021"/>
                  </a:cubicBezTo>
                  <a:lnTo>
                    <a:pt x="1398782" y="1256021"/>
                  </a:lnTo>
                  <a:cubicBezTo>
                    <a:pt x="1402799" y="1256021"/>
                    <a:pt x="1406056" y="1252764"/>
                    <a:pt x="1406056" y="1248746"/>
                  </a:cubicBezTo>
                  <a:cubicBezTo>
                    <a:pt x="1406056" y="1248746"/>
                    <a:pt x="1406056" y="1248742"/>
                    <a:pt x="1406056" y="1248742"/>
                  </a:cubicBezTo>
                  <a:lnTo>
                    <a:pt x="1406056" y="6564"/>
                  </a:lnTo>
                  <a:close/>
                  <a:moveTo>
                    <a:pt x="1391507" y="21116"/>
                  </a:moveTo>
                  <a:lnTo>
                    <a:pt x="1391507" y="395948"/>
                  </a:lnTo>
                  <a:lnTo>
                    <a:pt x="1039995" y="395948"/>
                  </a:lnTo>
                  <a:lnTo>
                    <a:pt x="1039995" y="2111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0" name="Google Shape;310;p22"/>
            <p:cNvSpPr/>
            <p:nvPr/>
          </p:nvSpPr>
          <p:spPr>
            <a:xfrm>
              <a:off x="6625375" y="3003142"/>
              <a:ext cx="519976" cy="235727"/>
            </a:xfrm>
            <a:custGeom>
              <a:avLst/>
              <a:gdLst/>
              <a:ahLst/>
              <a:cxnLst/>
              <a:rect l="l" t="t" r="r" b="b"/>
              <a:pathLst>
                <a:path w="519976" h="235727" extrusionOk="0">
                  <a:moveTo>
                    <a:pt x="528793" y="19889"/>
                  </a:moveTo>
                  <a:lnTo>
                    <a:pt x="8817" y="19889"/>
                  </a:lnTo>
                  <a:lnTo>
                    <a:pt x="8817" y="6564"/>
                  </a:lnTo>
                  <a:lnTo>
                    <a:pt x="528793" y="6564"/>
                  </a:lnTo>
                  <a:close/>
                  <a:moveTo>
                    <a:pt x="528793" y="62120"/>
                  </a:moveTo>
                  <a:lnTo>
                    <a:pt x="8817" y="62120"/>
                  </a:lnTo>
                  <a:lnTo>
                    <a:pt x="8817" y="75446"/>
                  </a:lnTo>
                  <a:lnTo>
                    <a:pt x="528793" y="75446"/>
                  </a:lnTo>
                  <a:close/>
                  <a:moveTo>
                    <a:pt x="528793" y="117818"/>
                  </a:moveTo>
                  <a:lnTo>
                    <a:pt x="8817" y="117818"/>
                  </a:lnTo>
                  <a:lnTo>
                    <a:pt x="8817" y="131143"/>
                  </a:lnTo>
                  <a:lnTo>
                    <a:pt x="528793" y="131143"/>
                  </a:lnTo>
                  <a:close/>
                  <a:moveTo>
                    <a:pt x="528793" y="173394"/>
                  </a:moveTo>
                  <a:lnTo>
                    <a:pt x="8817" y="173394"/>
                  </a:lnTo>
                  <a:lnTo>
                    <a:pt x="8817" y="186719"/>
                  </a:lnTo>
                  <a:lnTo>
                    <a:pt x="528793" y="186719"/>
                  </a:lnTo>
                  <a:close/>
                  <a:moveTo>
                    <a:pt x="528793" y="228966"/>
                  </a:moveTo>
                  <a:lnTo>
                    <a:pt x="8817" y="228966"/>
                  </a:lnTo>
                  <a:lnTo>
                    <a:pt x="8817" y="242291"/>
                  </a:lnTo>
                  <a:lnTo>
                    <a:pt x="528793" y="24229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1" name="Google Shape;311;p22"/>
            <p:cNvSpPr/>
            <p:nvPr/>
          </p:nvSpPr>
          <p:spPr>
            <a:xfrm>
              <a:off x="3293879" y="3896583"/>
              <a:ext cx="541427" cy="1494445"/>
            </a:xfrm>
            <a:custGeom>
              <a:avLst/>
              <a:gdLst/>
              <a:ahLst/>
              <a:cxnLst/>
              <a:rect l="l" t="t" r="r" b="b"/>
              <a:pathLst>
                <a:path w="541427" h="1494445" extrusionOk="0">
                  <a:moveTo>
                    <a:pt x="550244" y="6564"/>
                  </a:moveTo>
                  <a:cubicBezTo>
                    <a:pt x="543346" y="14841"/>
                    <a:pt x="536322" y="23625"/>
                    <a:pt x="528793" y="33658"/>
                  </a:cubicBezTo>
                  <a:cubicBezTo>
                    <a:pt x="435462" y="159104"/>
                    <a:pt x="484136" y="422545"/>
                    <a:pt x="427432" y="519764"/>
                  </a:cubicBezTo>
                  <a:cubicBezTo>
                    <a:pt x="370727" y="616983"/>
                    <a:pt x="228722" y="589136"/>
                    <a:pt x="200374" y="741931"/>
                  </a:cubicBezTo>
                  <a:cubicBezTo>
                    <a:pt x="172025" y="894726"/>
                    <a:pt x="187832" y="1054301"/>
                    <a:pt x="163869" y="1130818"/>
                  </a:cubicBezTo>
                  <a:cubicBezTo>
                    <a:pt x="139906" y="1207335"/>
                    <a:pt x="46325" y="1256264"/>
                    <a:pt x="30016" y="1346083"/>
                  </a:cubicBezTo>
                  <a:cubicBezTo>
                    <a:pt x="13708" y="1435902"/>
                    <a:pt x="8817" y="1501010"/>
                    <a:pt x="8817" y="1501010"/>
                  </a:cubicBezTo>
                  <a:lnTo>
                    <a:pt x="550244" y="148319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2" name="Google Shape;312;p22"/>
            <p:cNvSpPr/>
            <p:nvPr/>
          </p:nvSpPr>
          <p:spPr>
            <a:xfrm>
              <a:off x="5205608" y="5380707"/>
              <a:ext cx="555979" cy="222304"/>
            </a:xfrm>
            <a:custGeom>
              <a:avLst/>
              <a:gdLst/>
              <a:ahLst/>
              <a:cxnLst/>
              <a:rect l="l" t="t" r="r" b="b"/>
              <a:pathLst>
                <a:path w="555979" h="222304" extrusionOk="0">
                  <a:moveTo>
                    <a:pt x="555980" y="0"/>
                  </a:moveTo>
                  <a:lnTo>
                    <a:pt x="0" y="64238"/>
                  </a:lnTo>
                  <a:lnTo>
                    <a:pt x="170734" y="222304"/>
                  </a:lnTo>
                  <a:lnTo>
                    <a:pt x="554098" y="189029"/>
                  </a:ln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3" name="Google Shape;313;p22"/>
            <p:cNvSpPr/>
            <p:nvPr/>
          </p:nvSpPr>
          <p:spPr>
            <a:xfrm>
              <a:off x="5198603" y="5372789"/>
              <a:ext cx="568160" cy="234449"/>
            </a:xfrm>
            <a:custGeom>
              <a:avLst/>
              <a:gdLst/>
              <a:ahLst/>
              <a:cxnLst/>
              <a:rect l="l" t="t" r="r" b="b"/>
              <a:pathLst>
                <a:path w="568160" h="234449" extrusionOk="0">
                  <a:moveTo>
                    <a:pt x="185637" y="241012"/>
                  </a:moveTo>
                  <a:cubicBezTo>
                    <a:pt x="184109" y="241012"/>
                    <a:pt x="182635" y="240436"/>
                    <a:pt x="181510" y="239398"/>
                  </a:cubicBezTo>
                  <a:lnTo>
                    <a:pt x="10773" y="81331"/>
                  </a:lnTo>
                  <a:cubicBezTo>
                    <a:pt x="9025" y="79721"/>
                    <a:pt x="8378" y="77236"/>
                    <a:pt x="9119" y="74974"/>
                  </a:cubicBezTo>
                  <a:cubicBezTo>
                    <a:pt x="9860" y="72713"/>
                    <a:pt x="11851" y="71090"/>
                    <a:pt x="14214" y="70820"/>
                  </a:cubicBezTo>
                  <a:lnTo>
                    <a:pt x="570198" y="6598"/>
                  </a:lnTo>
                  <a:cubicBezTo>
                    <a:pt x="573525" y="6249"/>
                    <a:pt x="576519" y="8624"/>
                    <a:pt x="576935" y="11944"/>
                  </a:cubicBezTo>
                  <a:cubicBezTo>
                    <a:pt x="577327" y="15279"/>
                    <a:pt x="574936" y="18297"/>
                    <a:pt x="571605" y="18689"/>
                  </a:cubicBezTo>
                  <a:cubicBezTo>
                    <a:pt x="571601" y="18689"/>
                    <a:pt x="571597" y="18689"/>
                    <a:pt x="571593" y="18689"/>
                  </a:cubicBezTo>
                  <a:lnTo>
                    <a:pt x="28766" y="81398"/>
                  </a:lnTo>
                  <a:lnTo>
                    <a:pt x="187817" y="228643"/>
                  </a:lnTo>
                  <a:lnTo>
                    <a:pt x="568497" y="195635"/>
                  </a:lnTo>
                  <a:cubicBezTo>
                    <a:pt x="571777" y="195199"/>
                    <a:pt x="574768" y="197810"/>
                    <a:pt x="575085" y="201165"/>
                  </a:cubicBezTo>
                  <a:cubicBezTo>
                    <a:pt x="575371" y="204512"/>
                    <a:pt x="572894" y="207459"/>
                    <a:pt x="569547" y="207753"/>
                  </a:cubicBezTo>
                  <a:lnTo>
                    <a:pt x="186186" y="240993"/>
                  </a:lnTo>
                  <a:cubicBezTo>
                    <a:pt x="186002" y="241009"/>
                    <a:pt x="185822" y="241016"/>
                    <a:pt x="185637" y="24101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4" name="Google Shape;314;p22"/>
            <p:cNvSpPr/>
            <p:nvPr/>
          </p:nvSpPr>
          <p:spPr>
            <a:xfrm>
              <a:off x="5382908" y="5422077"/>
              <a:ext cx="362232" cy="137102"/>
            </a:xfrm>
            <a:custGeom>
              <a:avLst/>
              <a:gdLst/>
              <a:ahLst/>
              <a:cxnLst/>
              <a:rect l="l" t="t" r="r" b="b"/>
              <a:pathLst>
                <a:path w="362232" h="137102" extrusionOk="0">
                  <a:moveTo>
                    <a:pt x="370643" y="98194"/>
                  </a:moveTo>
                  <a:cubicBezTo>
                    <a:pt x="370831" y="97853"/>
                    <a:pt x="370945" y="97477"/>
                    <a:pt x="370980" y="97089"/>
                  </a:cubicBezTo>
                  <a:cubicBezTo>
                    <a:pt x="370980" y="97022"/>
                    <a:pt x="371039" y="96979"/>
                    <a:pt x="371035" y="96912"/>
                  </a:cubicBezTo>
                  <a:cubicBezTo>
                    <a:pt x="371003" y="96575"/>
                    <a:pt x="370713" y="96364"/>
                    <a:pt x="370580" y="96062"/>
                  </a:cubicBezTo>
                  <a:cubicBezTo>
                    <a:pt x="370447" y="95760"/>
                    <a:pt x="370459" y="95364"/>
                    <a:pt x="370188" y="95094"/>
                  </a:cubicBezTo>
                  <a:lnTo>
                    <a:pt x="344713" y="68536"/>
                  </a:lnTo>
                  <a:lnTo>
                    <a:pt x="362742" y="66969"/>
                  </a:lnTo>
                  <a:cubicBezTo>
                    <a:pt x="364407" y="66831"/>
                    <a:pt x="365650" y="65366"/>
                    <a:pt x="365509" y="63700"/>
                  </a:cubicBezTo>
                  <a:cubicBezTo>
                    <a:pt x="365509" y="63692"/>
                    <a:pt x="365509" y="63688"/>
                    <a:pt x="365509" y="63680"/>
                  </a:cubicBezTo>
                  <a:cubicBezTo>
                    <a:pt x="365352" y="62015"/>
                    <a:pt x="363894" y="60780"/>
                    <a:pt x="362224" y="60906"/>
                  </a:cubicBezTo>
                  <a:lnTo>
                    <a:pt x="339277" y="62865"/>
                  </a:lnTo>
                  <a:lnTo>
                    <a:pt x="302098" y="24134"/>
                  </a:lnTo>
                  <a:lnTo>
                    <a:pt x="368334" y="16903"/>
                  </a:lnTo>
                  <a:cubicBezTo>
                    <a:pt x="370004" y="16719"/>
                    <a:pt x="371211" y="15218"/>
                    <a:pt x="371031" y="13544"/>
                  </a:cubicBezTo>
                  <a:cubicBezTo>
                    <a:pt x="370843" y="11875"/>
                    <a:pt x="369342" y="10671"/>
                    <a:pt x="367672" y="10852"/>
                  </a:cubicBezTo>
                  <a:lnTo>
                    <a:pt x="296787" y="18592"/>
                  </a:lnTo>
                  <a:lnTo>
                    <a:pt x="286146" y="7505"/>
                  </a:lnTo>
                  <a:cubicBezTo>
                    <a:pt x="284990" y="6290"/>
                    <a:pt x="283066" y="6246"/>
                    <a:pt x="281851" y="7403"/>
                  </a:cubicBezTo>
                  <a:cubicBezTo>
                    <a:pt x="281847" y="7407"/>
                    <a:pt x="281839" y="7415"/>
                    <a:pt x="281835" y="7418"/>
                  </a:cubicBezTo>
                  <a:cubicBezTo>
                    <a:pt x="280620" y="8579"/>
                    <a:pt x="280577" y="10503"/>
                    <a:pt x="281737" y="11718"/>
                  </a:cubicBezTo>
                  <a:cubicBezTo>
                    <a:pt x="281741" y="11722"/>
                    <a:pt x="281745" y="11726"/>
                    <a:pt x="281749" y="11730"/>
                  </a:cubicBezTo>
                  <a:lnTo>
                    <a:pt x="289144" y="19431"/>
                  </a:lnTo>
                  <a:lnTo>
                    <a:pt x="216566" y="27356"/>
                  </a:lnTo>
                  <a:lnTo>
                    <a:pt x="202719" y="13027"/>
                  </a:lnTo>
                  <a:cubicBezTo>
                    <a:pt x="201548" y="11824"/>
                    <a:pt x="199623" y="11788"/>
                    <a:pt x="198408" y="12953"/>
                  </a:cubicBezTo>
                  <a:cubicBezTo>
                    <a:pt x="197197" y="14124"/>
                    <a:pt x="197166" y="16053"/>
                    <a:pt x="198338" y="17264"/>
                  </a:cubicBezTo>
                  <a:lnTo>
                    <a:pt x="208920" y="28207"/>
                  </a:lnTo>
                  <a:lnTo>
                    <a:pt x="136252" y="36143"/>
                  </a:lnTo>
                  <a:lnTo>
                    <a:pt x="124697" y="24197"/>
                  </a:lnTo>
                  <a:cubicBezTo>
                    <a:pt x="123529" y="22986"/>
                    <a:pt x="121601" y="22955"/>
                    <a:pt x="120390" y="24123"/>
                  </a:cubicBezTo>
                  <a:cubicBezTo>
                    <a:pt x="120390" y="24123"/>
                    <a:pt x="120386" y="24126"/>
                    <a:pt x="120386" y="24126"/>
                  </a:cubicBezTo>
                  <a:cubicBezTo>
                    <a:pt x="119179" y="25291"/>
                    <a:pt x="119144" y="27215"/>
                    <a:pt x="120308" y="28422"/>
                  </a:cubicBezTo>
                  <a:cubicBezTo>
                    <a:pt x="120312" y="28426"/>
                    <a:pt x="120320" y="28434"/>
                    <a:pt x="120323" y="28438"/>
                  </a:cubicBezTo>
                  <a:lnTo>
                    <a:pt x="128597" y="36990"/>
                  </a:lnTo>
                  <a:lnTo>
                    <a:pt x="64367" y="44001"/>
                  </a:lnTo>
                  <a:lnTo>
                    <a:pt x="49599" y="27905"/>
                  </a:lnTo>
                  <a:cubicBezTo>
                    <a:pt x="48455" y="26674"/>
                    <a:pt x="46534" y="26592"/>
                    <a:pt x="45288" y="27720"/>
                  </a:cubicBezTo>
                  <a:cubicBezTo>
                    <a:pt x="44046" y="28857"/>
                    <a:pt x="43959" y="30781"/>
                    <a:pt x="45096" y="32024"/>
                  </a:cubicBezTo>
                  <a:cubicBezTo>
                    <a:pt x="45100" y="32024"/>
                    <a:pt x="45100" y="32028"/>
                    <a:pt x="45104" y="32032"/>
                  </a:cubicBezTo>
                  <a:lnTo>
                    <a:pt x="56862" y="44832"/>
                  </a:lnTo>
                  <a:lnTo>
                    <a:pt x="11531" y="49782"/>
                  </a:lnTo>
                  <a:cubicBezTo>
                    <a:pt x="9861" y="49967"/>
                    <a:pt x="8654" y="51472"/>
                    <a:pt x="8834" y="53141"/>
                  </a:cubicBezTo>
                  <a:cubicBezTo>
                    <a:pt x="9007" y="54682"/>
                    <a:pt x="10308" y="55849"/>
                    <a:pt x="11860" y="55853"/>
                  </a:cubicBezTo>
                  <a:cubicBezTo>
                    <a:pt x="11970" y="55853"/>
                    <a:pt x="12084" y="55846"/>
                    <a:pt x="12193" y="55834"/>
                  </a:cubicBezTo>
                  <a:lnTo>
                    <a:pt x="61969" y="50398"/>
                  </a:lnTo>
                  <a:lnTo>
                    <a:pt x="92857" y="84080"/>
                  </a:lnTo>
                  <a:lnTo>
                    <a:pt x="39456" y="88646"/>
                  </a:lnTo>
                  <a:cubicBezTo>
                    <a:pt x="37786" y="88791"/>
                    <a:pt x="36544" y="90261"/>
                    <a:pt x="36689" y="91931"/>
                  </a:cubicBezTo>
                  <a:cubicBezTo>
                    <a:pt x="36689" y="91935"/>
                    <a:pt x="36689" y="91935"/>
                    <a:pt x="36689" y="91935"/>
                  </a:cubicBezTo>
                  <a:cubicBezTo>
                    <a:pt x="36818" y="93510"/>
                    <a:pt x="38135" y="94721"/>
                    <a:pt x="39715" y="94725"/>
                  </a:cubicBezTo>
                  <a:cubicBezTo>
                    <a:pt x="39801" y="94725"/>
                    <a:pt x="39887" y="94725"/>
                    <a:pt x="39973" y="94725"/>
                  </a:cubicBezTo>
                  <a:lnTo>
                    <a:pt x="98058" y="89736"/>
                  </a:lnTo>
                  <a:lnTo>
                    <a:pt x="123306" y="117265"/>
                  </a:lnTo>
                  <a:lnTo>
                    <a:pt x="72802" y="122035"/>
                  </a:lnTo>
                  <a:cubicBezTo>
                    <a:pt x="71132" y="122188"/>
                    <a:pt x="69905" y="123666"/>
                    <a:pt x="70058" y="125331"/>
                  </a:cubicBezTo>
                  <a:cubicBezTo>
                    <a:pt x="70058" y="125335"/>
                    <a:pt x="70058" y="125343"/>
                    <a:pt x="70058" y="125347"/>
                  </a:cubicBezTo>
                  <a:cubicBezTo>
                    <a:pt x="70211" y="126903"/>
                    <a:pt x="71520" y="128091"/>
                    <a:pt x="73084" y="128091"/>
                  </a:cubicBezTo>
                  <a:cubicBezTo>
                    <a:pt x="73178" y="128094"/>
                    <a:pt x="73272" y="128094"/>
                    <a:pt x="73366" y="128091"/>
                  </a:cubicBezTo>
                  <a:lnTo>
                    <a:pt x="128460" y="122886"/>
                  </a:lnTo>
                  <a:lnTo>
                    <a:pt x="146614" y="142678"/>
                  </a:lnTo>
                  <a:cubicBezTo>
                    <a:pt x="147190" y="143305"/>
                    <a:pt x="148002" y="143666"/>
                    <a:pt x="148856" y="143666"/>
                  </a:cubicBezTo>
                  <a:cubicBezTo>
                    <a:pt x="149617" y="143662"/>
                    <a:pt x="150353" y="143376"/>
                    <a:pt x="150914" y="142862"/>
                  </a:cubicBezTo>
                  <a:cubicBezTo>
                    <a:pt x="152156" y="141734"/>
                    <a:pt x="152246" y="139813"/>
                    <a:pt x="151118" y="138571"/>
                  </a:cubicBezTo>
                  <a:cubicBezTo>
                    <a:pt x="151110" y="138563"/>
                    <a:pt x="151106" y="138559"/>
                    <a:pt x="151098" y="138551"/>
                  </a:cubicBezTo>
                  <a:lnTo>
                    <a:pt x="136060" y="122157"/>
                  </a:lnTo>
                  <a:lnTo>
                    <a:pt x="204730" y="115674"/>
                  </a:lnTo>
                  <a:lnTo>
                    <a:pt x="221191" y="132684"/>
                  </a:lnTo>
                  <a:cubicBezTo>
                    <a:pt x="221760" y="133280"/>
                    <a:pt x="222547" y="133617"/>
                    <a:pt x="223370" y="133617"/>
                  </a:cubicBezTo>
                  <a:cubicBezTo>
                    <a:pt x="224162" y="133613"/>
                    <a:pt x="224918" y="133307"/>
                    <a:pt x="225491" y="132758"/>
                  </a:cubicBezTo>
                  <a:cubicBezTo>
                    <a:pt x="226698" y="131590"/>
                    <a:pt x="226729" y="129666"/>
                    <a:pt x="225565" y="128459"/>
                  </a:cubicBezTo>
                  <a:cubicBezTo>
                    <a:pt x="225561" y="128455"/>
                    <a:pt x="225557" y="128451"/>
                    <a:pt x="225553" y="128447"/>
                  </a:cubicBezTo>
                  <a:lnTo>
                    <a:pt x="212479" y="114933"/>
                  </a:lnTo>
                  <a:lnTo>
                    <a:pt x="286025" y="107988"/>
                  </a:lnTo>
                  <a:lnTo>
                    <a:pt x="299092" y="121510"/>
                  </a:lnTo>
                  <a:cubicBezTo>
                    <a:pt x="299668" y="122106"/>
                    <a:pt x="300460" y="122443"/>
                    <a:pt x="301287" y="122443"/>
                  </a:cubicBezTo>
                  <a:cubicBezTo>
                    <a:pt x="302078" y="122443"/>
                    <a:pt x="302839" y="122133"/>
                    <a:pt x="303407" y="121584"/>
                  </a:cubicBezTo>
                  <a:cubicBezTo>
                    <a:pt x="304618" y="120412"/>
                    <a:pt x="304649" y="118484"/>
                    <a:pt x="303477" y="117273"/>
                  </a:cubicBezTo>
                  <a:lnTo>
                    <a:pt x="293785" y="107244"/>
                  </a:lnTo>
                  <a:lnTo>
                    <a:pt x="368299" y="100208"/>
                  </a:lnTo>
                  <a:cubicBezTo>
                    <a:pt x="368613" y="100181"/>
                    <a:pt x="368793" y="99914"/>
                    <a:pt x="369083" y="99817"/>
                  </a:cubicBezTo>
                  <a:cubicBezTo>
                    <a:pt x="369440" y="99675"/>
                    <a:pt x="369843" y="99675"/>
                    <a:pt x="370133" y="99389"/>
                  </a:cubicBezTo>
                  <a:cubicBezTo>
                    <a:pt x="370184" y="99346"/>
                    <a:pt x="370165" y="99272"/>
                    <a:pt x="370208" y="99221"/>
                  </a:cubicBezTo>
                  <a:cubicBezTo>
                    <a:pt x="370419" y="98911"/>
                    <a:pt x="370565" y="98562"/>
                    <a:pt x="370643" y="98194"/>
                  </a:cubicBezTo>
                  <a:close/>
                  <a:moveTo>
                    <a:pt x="294479" y="24997"/>
                  </a:moveTo>
                  <a:lnTo>
                    <a:pt x="331501" y="63563"/>
                  </a:lnTo>
                  <a:lnTo>
                    <a:pt x="257676" y="69904"/>
                  </a:lnTo>
                  <a:lnTo>
                    <a:pt x="221936" y="32918"/>
                  </a:lnTo>
                  <a:close/>
                  <a:moveTo>
                    <a:pt x="214274" y="33752"/>
                  </a:moveTo>
                  <a:lnTo>
                    <a:pt x="249857" y="70594"/>
                  </a:lnTo>
                  <a:lnTo>
                    <a:pt x="175715" y="76967"/>
                  </a:lnTo>
                  <a:lnTo>
                    <a:pt x="141617" y="41693"/>
                  </a:lnTo>
                  <a:close/>
                  <a:moveTo>
                    <a:pt x="69482" y="49563"/>
                  </a:moveTo>
                  <a:lnTo>
                    <a:pt x="133967" y="42508"/>
                  </a:lnTo>
                  <a:lnTo>
                    <a:pt x="167916" y="77602"/>
                  </a:lnTo>
                  <a:lnTo>
                    <a:pt x="100523" y="83391"/>
                  </a:lnTo>
                  <a:close/>
                  <a:moveTo>
                    <a:pt x="130894" y="116536"/>
                  </a:moveTo>
                  <a:lnTo>
                    <a:pt x="105700" y="89066"/>
                  </a:lnTo>
                  <a:lnTo>
                    <a:pt x="173356" y="83257"/>
                  </a:lnTo>
                  <a:lnTo>
                    <a:pt x="199302" y="110077"/>
                  </a:lnTo>
                  <a:close/>
                  <a:moveTo>
                    <a:pt x="207042" y="109344"/>
                  </a:moveTo>
                  <a:lnTo>
                    <a:pt x="181175" y="82583"/>
                  </a:lnTo>
                  <a:lnTo>
                    <a:pt x="255313" y="76214"/>
                  </a:lnTo>
                  <a:lnTo>
                    <a:pt x="280616" y="102399"/>
                  </a:lnTo>
                  <a:close/>
                  <a:moveTo>
                    <a:pt x="263112" y="75544"/>
                  </a:moveTo>
                  <a:lnTo>
                    <a:pt x="336901" y="69207"/>
                  </a:lnTo>
                  <a:lnTo>
                    <a:pt x="361440" y="94768"/>
                  </a:lnTo>
                  <a:lnTo>
                    <a:pt x="288357" y="10166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" name="Google Shape;315;p22"/>
            <p:cNvSpPr/>
            <p:nvPr/>
          </p:nvSpPr>
          <p:spPr>
            <a:xfrm>
              <a:off x="3753068" y="2876857"/>
              <a:ext cx="1556405" cy="2494226"/>
            </a:xfrm>
            <a:custGeom>
              <a:avLst/>
              <a:gdLst/>
              <a:ahLst/>
              <a:cxnLst/>
              <a:rect l="l" t="t" r="r" b="b"/>
              <a:pathLst>
                <a:path w="1556405" h="2494226" extrusionOk="0">
                  <a:moveTo>
                    <a:pt x="1447889" y="1192128"/>
                  </a:moveTo>
                  <a:cubicBezTo>
                    <a:pt x="1429574" y="1184352"/>
                    <a:pt x="1344771" y="854302"/>
                    <a:pt x="1344771" y="854302"/>
                  </a:cubicBezTo>
                  <a:lnTo>
                    <a:pt x="1301118" y="729859"/>
                  </a:lnTo>
                  <a:cubicBezTo>
                    <a:pt x="1301118" y="729859"/>
                    <a:pt x="1235509" y="505933"/>
                    <a:pt x="1210421" y="464286"/>
                  </a:cubicBezTo>
                  <a:cubicBezTo>
                    <a:pt x="1185333" y="422639"/>
                    <a:pt x="1084971" y="389035"/>
                    <a:pt x="1084971" y="389035"/>
                  </a:cubicBezTo>
                  <a:lnTo>
                    <a:pt x="1047346" y="368333"/>
                  </a:lnTo>
                  <a:lnTo>
                    <a:pt x="884266" y="280540"/>
                  </a:lnTo>
                  <a:lnTo>
                    <a:pt x="884266" y="281418"/>
                  </a:lnTo>
                  <a:lnTo>
                    <a:pt x="860805" y="232368"/>
                  </a:lnTo>
                  <a:lnTo>
                    <a:pt x="580056" y="6564"/>
                  </a:lnTo>
                  <a:cubicBezTo>
                    <a:pt x="580056" y="6564"/>
                    <a:pt x="585073" y="61007"/>
                    <a:pt x="592598" y="114702"/>
                  </a:cubicBezTo>
                  <a:cubicBezTo>
                    <a:pt x="591846" y="114702"/>
                    <a:pt x="534138" y="152327"/>
                    <a:pt x="513565" y="185328"/>
                  </a:cubicBezTo>
                  <a:cubicBezTo>
                    <a:pt x="509677" y="191473"/>
                    <a:pt x="506291" y="204646"/>
                    <a:pt x="490735" y="239144"/>
                  </a:cubicBezTo>
                  <a:cubicBezTo>
                    <a:pt x="428026" y="271510"/>
                    <a:pt x="191792" y="395325"/>
                    <a:pt x="113641" y="455663"/>
                  </a:cubicBezTo>
                  <a:cubicBezTo>
                    <a:pt x="21929" y="526290"/>
                    <a:pt x="5256" y="576218"/>
                    <a:pt x="9387" y="617868"/>
                  </a:cubicBezTo>
                  <a:lnTo>
                    <a:pt x="13651" y="684356"/>
                  </a:lnTo>
                  <a:cubicBezTo>
                    <a:pt x="13651" y="684356"/>
                    <a:pt x="52790" y="922706"/>
                    <a:pt x="93562" y="1040230"/>
                  </a:cubicBezTo>
                  <a:lnTo>
                    <a:pt x="88542" y="1037847"/>
                  </a:lnTo>
                  <a:lnTo>
                    <a:pt x="87182" y="2500790"/>
                  </a:lnTo>
                  <a:lnTo>
                    <a:pt x="1261744" y="2456258"/>
                  </a:lnTo>
                  <a:lnTo>
                    <a:pt x="1263626" y="1369508"/>
                  </a:lnTo>
                  <a:cubicBezTo>
                    <a:pt x="1303767" y="1356339"/>
                    <a:pt x="1345540" y="1340897"/>
                    <a:pt x="1370757" y="1329743"/>
                  </a:cubicBezTo>
                  <a:lnTo>
                    <a:pt x="1377028" y="1335387"/>
                  </a:lnTo>
                  <a:lnTo>
                    <a:pt x="1429966" y="1374153"/>
                  </a:lnTo>
                  <a:cubicBezTo>
                    <a:pt x="1447223" y="1387130"/>
                    <a:pt x="1469567" y="1391261"/>
                    <a:pt x="1490323" y="1385315"/>
                  </a:cubicBezTo>
                  <a:cubicBezTo>
                    <a:pt x="1512777" y="1378919"/>
                    <a:pt x="1498726" y="1352322"/>
                    <a:pt x="1482418" y="1343543"/>
                  </a:cubicBezTo>
                  <a:cubicBezTo>
                    <a:pt x="1470037" y="1335183"/>
                    <a:pt x="1458299" y="1325918"/>
                    <a:pt x="1447293" y="1315818"/>
                  </a:cubicBezTo>
                  <a:lnTo>
                    <a:pt x="1398368" y="1254853"/>
                  </a:lnTo>
                  <a:cubicBezTo>
                    <a:pt x="1427724" y="1260120"/>
                    <a:pt x="1474768" y="1268402"/>
                    <a:pt x="1494337" y="1271161"/>
                  </a:cubicBezTo>
                  <a:cubicBezTo>
                    <a:pt x="1523442" y="1275300"/>
                    <a:pt x="1560965" y="1283703"/>
                    <a:pt x="1565088" y="1246077"/>
                  </a:cubicBezTo>
                  <a:cubicBezTo>
                    <a:pt x="1569212" y="1208452"/>
                    <a:pt x="1477119" y="1204673"/>
                    <a:pt x="1447889" y="119212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" name="Google Shape;316;p22"/>
            <p:cNvSpPr/>
            <p:nvPr/>
          </p:nvSpPr>
          <p:spPr>
            <a:xfrm>
              <a:off x="4328106" y="2888082"/>
              <a:ext cx="229519" cy="505278"/>
            </a:xfrm>
            <a:custGeom>
              <a:avLst/>
              <a:gdLst/>
              <a:ahLst/>
              <a:cxnLst/>
              <a:rect l="l" t="t" r="r" b="b"/>
              <a:pathLst>
                <a:path w="229519" h="505278" extrusionOk="0">
                  <a:moveTo>
                    <a:pt x="8817" y="6564"/>
                  </a:moveTo>
                  <a:cubicBezTo>
                    <a:pt x="8817" y="6564"/>
                    <a:pt x="13092" y="115129"/>
                    <a:pt x="35648" y="217733"/>
                  </a:cubicBezTo>
                  <a:cubicBezTo>
                    <a:pt x="47085" y="269754"/>
                    <a:pt x="72529" y="318487"/>
                    <a:pt x="85478" y="354329"/>
                  </a:cubicBezTo>
                  <a:cubicBezTo>
                    <a:pt x="123970" y="460868"/>
                    <a:pt x="156563" y="512533"/>
                    <a:pt x="192805" y="511835"/>
                  </a:cubicBezTo>
                  <a:cubicBezTo>
                    <a:pt x="229047" y="511137"/>
                    <a:pt x="235318" y="440053"/>
                    <a:pt x="237407" y="405904"/>
                  </a:cubicBezTo>
                  <a:cubicBezTo>
                    <a:pt x="239496" y="371754"/>
                    <a:pt x="237407" y="210764"/>
                    <a:pt x="237407" y="210764"/>
                  </a:cubicBezTo>
                  <a:close/>
                </a:path>
              </a:pathLst>
            </a:custGeom>
            <a:solidFill>
              <a:srgbClr val="FFBF9C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" name="Google Shape;317;p22"/>
            <p:cNvSpPr/>
            <p:nvPr/>
          </p:nvSpPr>
          <p:spPr>
            <a:xfrm>
              <a:off x="4263833" y="3600274"/>
              <a:ext cx="849403" cy="1756127"/>
            </a:xfrm>
            <a:custGeom>
              <a:avLst/>
              <a:gdLst/>
              <a:ahLst/>
              <a:cxnLst/>
              <a:rect l="l" t="t" r="r" b="b"/>
              <a:pathLst>
                <a:path w="849403" h="1756127" extrusionOk="0">
                  <a:moveTo>
                    <a:pt x="858220" y="185830"/>
                  </a:moveTo>
                  <a:cubicBezTo>
                    <a:pt x="828363" y="110579"/>
                    <a:pt x="803401" y="47838"/>
                    <a:pt x="790353" y="6564"/>
                  </a:cubicBezTo>
                  <a:cubicBezTo>
                    <a:pt x="791741" y="57113"/>
                    <a:pt x="772277" y="106009"/>
                    <a:pt x="736537" y="141780"/>
                  </a:cubicBezTo>
                  <a:cubicBezTo>
                    <a:pt x="649979" y="226332"/>
                    <a:pt x="625514" y="196976"/>
                    <a:pt x="629402" y="314395"/>
                  </a:cubicBezTo>
                  <a:cubicBezTo>
                    <a:pt x="633290" y="431814"/>
                    <a:pt x="679570" y="485129"/>
                    <a:pt x="650606" y="585220"/>
                  </a:cubicBezTo>
                  <a:cubicBezTo>
                    <a:pt x="621642" y="685312"/>
                    <a:pt x="495554" y="784181"/>
                    <a:pt x="500069" y="957556"/>
                  </a:cubicBezTo>
                  <a:cubicBezTo>
                    <a:pt x="501691" y="995574"/>
                    <a:pt x="512265" y="1032674"/>
                    <a:pt x="530929" y="1065835"/>
                  </a:cubicBezTo>
                  <a:lnTo>
                    <a:pt x="8817" y="1762691"/>
                  </a:lnTo>
                  <a:lnTo>
                    <a:pt x="755479" y="1740743"/>
                  </a:lnTo>
                  <a:lnTo>
                    <a:pt x="755479" y="74381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" name="Google Shape;318;p22"/>
            <p:cNvSpPr/>
            <p:nvPr/>
          </p:nvSpPr>
          <p:spPr>
            <a:xfrm>
              <a:off x="4196185" y="2229108"/>
              <a:ext cx="702860" cy="888172"/>
            </a:xfrm>
            <a:custGeom>
              <a:avLst/>
              <a:gdLst/>
              <a:ahLst/>
              <a:cxnLst/>
              <a:rect l="l" t="t" r="r" b="b"/>
              <a:pathLst>
                <a:path w="702860" h="888172" extrusionOk="0">
                  <a:moveTo>
                    <a:pt x="580263" y="309550"/>
                  </a:moveTo>
                  <a:cubicBezTo>
                    <a:pt x="605346" y="305411"/>
                    <a:pt x="730169" y="226378"/>
                    <a:pt x="709346" y="147349"/>
                  </a:cubicBezTo>
                  <a:cubicBezTo>
                    <a:pt x="688522" y="68319"/>
                    <a:pt x="513273" y="-27398"/>
                    <a:pt x="375784" y="18513"/>
                  </a:cubicBezTo>
                  <a:cubicBezTo>
                    <a:pt x="292957" y="46081"/>
                    <a:pt x="216451" y="89876"/>
                    <a:pt x="150732" y="147333"/>
                  </a:cubicBezTo>
                  <a:cubicBezTo>
                    <a:pt x="150732" y="147333"/>
                    <a:pt x="59153" y="147333"/>
                    <a:pt x="25282" y="184958"/>
                  </a:cubicBezTo>
                  <a:cubicBezTo>
                    <a:pt x="-8588" y="222584"/>
                    <a:pt x="17005" y="280551"/>
                    <a:pt x="37824" y="322198"/>
                  </a:cubicBezTo>
                  <a:cubicBezTo>
                    <a:pt x="55888" y="358200"/>
                    <a:pt x="55136" y="453667"/>
                    <a:pt x="54634" y="478379"/>
                  </a:cubicBezTo>
                  <a:cubicBezTo>
                    <a:pt x="53497" y="478316"/>
                    <a:pt x="52369" y="478579"/>
                    <a:pt x="51373" y="479131"/>
                  </a:cubicBezTo>
                  <a:cubicBezTo>
                    <a:pt x="37275" y="486915"/>
                    <a:pt x="27148" y="500323"/>
                    <a:pt x="23522" y="516012"/>
                  </a:cubicBezTo>
                  <a:cubicBezTo>
                    <a:pt x="17879" y="541096"/>
                    <a:pt x="28292" y="574598"/>
                    <a:pt x="53631" y="612482"/>
                  </a:cubicBezTo>
                  <a:cubicBezTo>
                    <a:pt x="70762" y="641383"/>
                    <a:pt x="106295" y="657633"/>
                    <a:pt x="139856" y="659008"/>
                  </a:cubicBezTo>
                  <a:lnTo>
                    <a:pt x="144210" y="663190"/>
                  </a:lnTo>
                  <a:cubicBezTo>
                    <a:pt x="155075" y="675709"/>
                    <a:pt x="160236" y="689297"/>
                    <a:pt x="166742" y="704543"/>
                  </a:cubicBezTo>
                  <a:cubicBezTo>
                    <a:pt x="177282" y="729627"/>
                    <a:pt x="276668" y="889092"/>
                    <a:pt x="336755" y="893733"/>
                  </a:cubicBezTo>
                  <a:cubicBezTo>
                    <a:pt x="345413" y="894485"/>
                    <a:pt x="353690" y="894736"/>
                    <a:pt x="361839" y="894736"/>
                  </a:cubicBezTo>
                  <a:cubicBezTo>
                    <a:pt x="413648" y="894736"/>
                    <a:pt x="451282" y="880811"/>
                    <a:pt x="471478" y="853975"/>
                  </a:cubicBezTo>
                  <a:cubicBezTo>
                    <a:pt x="498200" y="818474"/>
                    <a:pt x="564436" y="675340"/>
                    <a:pt x="572714" y="605714"/>
                  </a:cubicBezTo>
                  <a:cubicBezTo>
                    <a:pt x="574094" y="593172"/>
                    <a:pt x="574846" y="577494"/>
                    <a:pt x="575222" y="558682"/>
                  </a:cubicBezTo>
                  <a:cubicBezTo>
                    <a:pt x="594306" y="534523"/>
                    <a:pt x="594306" y="500421"/>
                    <a:pt x="575222" y="476262"/>
                  </a:cubicBezTo>
                  <a:cubicBezTo>
                    <a:pt x="573843" y="402626"/>
                    <a:pt x="569955" y="326352"/>
                    <a:pt x="568951" y="308789"/>
                  </a:cubicBezTo>
                  <a:cubicBezTo>
                    <a:pt x="572616" y="309903"/>
                    <a:pt x="576484" y="310161"/>
                    <a:pt x="580263" y="309550"/>
                  </a:cubicBezTo>
                  <a:close/>
                </a:path>
              </a:pathLst>
            </a:custGeom>
            <a:solidFill>
              <a:srgbClr val="FFBF9C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" name="Google Shape;319;p22"/>
            <p:cNvSpPr/>
            <p:nvPr/>
          </p:nvSpPr>
          <p:spPr>
            <a:xfrm>
              <a:off x="4209525" y="2521895"/>
              <a:ext cx="554183" cy="595506"/>
            </a:xfrm>
            <a:custGeom>
              <a:avLst/>
              <a:gdLst/>
              <a:ahLst/>
              <a:cxnLst/>
              <a:rect l="l" t="t" r="r" b="b"/>
              <a:pathLst>
                <a:path w="554183" h="595506" extrusionOk="0">
                  <a:moveTo>
                    <a:pt x="348746" y="602070"/>
                  </a:moveTo>
                  <a:cubicBezTo>
                    <a:pt x="340880" y="602070"/>
                    <a:pt x="332672" y="601762"/>
                    <a:pt x="324120" y="601145"/>
                  </a:cubicBezTo>
                  <a:cubicBezTo>
                    <a:pt x="267431" y="597050"/>
                    <a:pt x="161276" y="440876"/>
                    <a:pt x="148108" y="410306"/>
                  </a:cubicBezTo>
                  <a:cubicBezTo>
                    <a:pt x="141797" y="394981"/>
                    <a:pt x="132963" y="380817"/>
                    <a:pt x="121977" y="368408"/>
                  </a:cubicBezTo>
                  <a:cubicBezTo>
                    <a:pt x="121915" y="368412"/>
                    <a:pt x="121856" y="368412"/>
                    <a:pt x="121793" y="368408"/>
                  </a:cubicBezTo>
                  <a:cubicBezTo>
                    <a:pt x="110035" y="368408"/>
                    <a:pt x="70477" y="364846"/>
                    <a:pt x="40377" y="319809"/>
                  </a:cubicBezTo>
                  <a:cubicBezTo>
                    <a:pt x="22650" y="293287"/>
                    <a:pt x="3061" y="254936"/>
                    <a:pt x="10398" y="222868"/>
                  </a:cubicBezTo>
                  <a:cubicBezTo>
                    <a:pt x="13953" y="207402"/>
                    <a:pt x="23301" y="195119"/>
                    <a:pt x="38225" y="186363"/>
                  </a:cubicBezTo>
                  <a:cubicBezTo>
                    <a:pt x="41114" y="184659"/>
                    <a:pt x="44841" y="185619"/>
                    <a:pt x="46546" y="188507"/>
                  </a:cubicBezTo>
                  <a:cubicBezTo>
                    <a:pt x="46546" y="188511"/>
                    <a:pt x="46550" y="188519"/>
                    <a:pt x="46554" y="188523"/>
                  </a:cubicBezTo>
                  <a:cubicBezTo>
                    <a:pt x="48259" y="191415"/>
                    <a:pt x="47295" y="195143"/>
                    <a:pt x="44402" y="196848"/>
                  </a:cubicBezTo>
                  <a:cubicBezTo>
                    <a:pt x="44402" y="196848"/>
                    <a:pt x="44398" y="196848"/>
                    <a:pt x="44398" y="196848"/>
                  </a:cubicBezTo>
                  <a:cubicBezTo>
                    <a:pt x="32319" y="203949"/>
                    <a:pt x="25080" y="213344"/>
                    <a:pt x="22274" y="225584"/>
                  </a:cubicBezTo>
                  <a:cubicBezTo>
                    <a:pt x="17226" y="247622"/>
                    <a:pt x="26977" y="277860"/>
                    <a:pt x="50512" y="313048"/>
                  </a:cubicBezTo>
                  <a:cubicBezTo>
                    <a:pt x="81530" y="359476"/>
                    <a:pt x="123670" y="356211"/>
                    <a:pt x="124062" y="356160"/>
                  </a:cubicBezTo>
                  <a:cubicBezTo>
                    <a:pt x="125951" y="356000"/>
                    <a:pt x="127805" y="356713"/>
                    <a:pt x="129099" y="358100"/>
                  </a:cubicBezTo>
                  <a:cubicBezTo>
                    <a:pt x="141888" y="372034"/>
                    <a:pt x="152117" y="388115"/>
                    <a:pt x="159317" y="405603"/>
                  </a:cubicBezTo>
                  <a:cubicBezTo>
                    <a:pt x="173775" y="439140"/>
                    <a:pt x="276849" y="585543"/>
                    <a:pt x="324994" y="589027"/>
                  </a:cubicBezTo>
                  <a:cubicBezTo>
                    <a:pt x="367115" y="592057"/>
                    <a:pt x="422746" y="588431"/>
                    <a:pt x="448778" y="553804"/>
                  </a:cubicBezTo>
                  <a:cubicBezTo>
                    <a:pt x="474897" y="519075"/>
                    <a:pt x="539911" y="379167"/>
                    <a:pt x="547957" y="311370"/>
                  </a:cubicBezTo>
                  <a:cubicBezTo>
                    <a:pt x="556187" y="241943"/>
                    <a:pt x="543904" y="15258"/>
                    <a:pt x="543783" y="12973"/>
                  </a:cubicBezTo>
                  <a:cubicBezTo>
                    <a:pt x="543599" y="9618"/>
                    <a:pt x="546174" y="6753"/>
                    <a:pt x="549525" y="6568"/>
                  </a:cubicBezTo>
                  <a:cubicBezTo>
                    <a:pt x="549529" y="6568"/>
                    <a:pt x="549529" y="6568"/>
                    <a:pt x="549529" y="6568"/>
                  </a:cubicBezTo>
                  <a:cubicBezTo>
                    <a:pt x="552864" y="6439"/>
                    <a:pt x="555698" y="8983"/>
                    <a:pt x="555933" y="12310"/>
                  </a:cubicBezTo>
                  <a:cubicBezTo>
                    <a:pt x="556450" y="21673"/>
                    <a:pt x="568404" y="242335"/>
                    <a:pt x="560036" y="312805"/>
                  </a:cubicBezTo>
                  <a:cubicBezTo>
                    <a:pt x="551622" y="383674"/>
                    <a:pt x="485961" y="524613"/>
                    <a:pt x="458506" y="561117"/>
                  </a:cubicBezTo>
                  <a:cubicBezTo>
                    <a:pt x="438020" y="588333"/>
                    <a:pt x="401159" y="602070"/>
                    <a:pt x="348746" y="60207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" name="Google Shape;320;p22"/>
            <p:cNvSpPr/>
            <p:nvPr/>
          </p:nvSpPr>
          <p:spPr>
            <a:xfrm>
              <a:off x="4440371" y="2684077"/>
              <a:ext cx="137152" cy="136858"/>
            </a:xfrm>
            <a:custGeom>
              <a:avLst/>
              <a:gdLst/>
              <a:ahLst/>
              <a:cxnLst/>
              <a:rect l="l" t="t" r="r" b="b"/>
              <a:pathLst>
                <a:path w="137152" h="136858" extrusionOk="0">
                  <a:moveTo>
                    <a:pt x="77405" y="143423"/>
                  </a:moveTo>
                  <a:cubicBezTo>
                    <a:pt x="39599" y="143423"/>
                    <a:pt x="8817" y="112722"/>
                    <a:pt x="8817" y="74991"/>
                  </a:cubicBezTo>
                  <a:cubicBezTo>
                    <a:pt x="8817" y="37260"/>
                    <a:pt x="39579" y="6564"/>
                    <a:pt x="77405" y="6564"/>
                  </a:cubicBezTo>
                  <a:cubicBezTo>
                    <a:pt x="115230" y="6564"/>
                    <a:pt x="145969" y="37256"/>
                    <a:pt x="145969" y="74991"/>
                  </a:cubicBezTo>
                  <a:cubicBezTo>
                    <a:pt x="145969" y="112726"/>
                    <a:pt x="115211" y="143423"/>
                    <a:pt x="77405" y="143423"/>
                  </a:cubicBezTo>
                  <a:close/>
                  <a:moveTo>
                    <a:pt x="77405" y="18729"/>
                  </a:moveTo>
                  <a:cubicBezTo>
                    <a:pt x="46313" y="18729"/>
                    <a:pt x="21013" y="43966"/>
                    <a:pt x="21013" y="74991"/>
                  </a:cubicBezTo>
                  <a:cubicBezTo>
                    <a:pt x="21013" y="106017"/>
                    <a:pt x="46313" y="131257"/>
                    <a:pt x="77405" y="131257"/>
                  </a:cubicBezTo>
                  <a:cubicBezTo>
                    <a:pt x="108497" y="131257"/>
                    <a:pt x="133792" y="106013"/>
                    <a:pt x="133792" y="74991"/>
                  </a:cubicBezTo>
                  <a:cubicBezTo>
                    <a:pt x="133792" y="43970"/>
                    <a:pt x="108493" y="18729"/>
                    <a:pt x="77405" y="18729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" name="Google Shape;321;p22"/>
            <p:cNvSpPr/>
            <p:nvPr/>
          </p:nvSpPr>
          <p:spPr>
            <a:xfrm>
              <a:off x="4446485" y="2677375"/>
              <a:ext cx="324908" cy="137478"/>
            </a:xfrm>
            <a:custGeom>
              <a:avLst/>
              <a:gdLst/>
              <a:ahLst/>
              <a:cxnLst/>
              <a:rect l="l" t="t" r="r" b="b"/>
              <a:pathLst>
                <a:path w="324908" h="137478" extrusionOk="0">
                  <a:moveTo>
                    <a:pt x="71291" y="19345"/>
                  </a:moveTo>
                  <a:cubicBezTo>
                    <a:pt x="105781" y="19345"/>
                    <a:pt x="133761" y="47258"/>
                    <a:pt x="133761" y="81693"/>
                  </a:cubicBezTo>
                  <a:cubicBezTo>
                    <a:pt x="133761" y="116128"/>
                    <a:pt x="105792" y="144042"/>
                    <a:pt x="71291" y="144042"/>
                  </a:cubicBezTo>
                  <a:cubicBezTo>
                    <a:pt x="36789" y="144042"/>
                    <a:pt x="8817" y="116128"/>
                    <a:pt x="8817" y="81693"/>
                  </a:cubicBezTo>
                  <a:cubicBezTo>
                    <a:pt x="8817" y="47258"/>
                    <a:pt x="36785" y="19345"/>
                    <a:pt x="71291" y="19345"/>
                  </a:cubicBezTo>
                  <a:close/>
                  <a:moveTo>
                    <a:pt x="333725" y="69273"/>
                  </a:moveTo>
                  <a:cubicBezTo>
                    <a:pt x="333725" y="34638"/>
                    <a:pt x="305651" y="6564"/>
                    <a:pt x="271016" y="6564"/>
                  </a:cubicBezTo>
                  <a:cubicBezTo>
                    <a:pt x="236380" y="6564"/>
                    <a:pt x="208306" y="34638"/>
                    <a:pt x="208306" y="69273"/>
                  </a:cubicBezTo>
                  <a:cubicBezTo>
                    <a:pt x="208306" y="103908"/>
                    <a:pt x="236380" y="131982"/>
                    <a:pt x="271016" y="131982"/>
                  </a:cubicBezTo>
                  <a:cubicBezTo>
                    <a:pt x="305651" y="131982"/>
                    <a:pt x="333725" y="103908"/>
                    <a:pt x="333725" y="6927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" name="Google Shape;322;p22"/>
            <p:cNvSpPr/>
            <p:nvPr/>
          </p:nvSpPr>
          <p:spPr>
            <a:xfrm>
              <a:off x="4639857" y="2671273"/>
              <a:ext cx="137623" cy="137619"/>
            </a:xfrm>
            <a:custGeom>
              <a:avLst/>
              <a:gdLst/>
              <a:ahLst/>
              <a:cxnLst/>
              <a:rect l="l" t="t" r="r" b="b"/>
              <a:pathLst>
                <a:path w="137623" h="137619" extrusionOk="0">
                  <a:moveTo>
                    <a:pt x="77628" y="144183"/>
                  </a:moveTo>
                  <a:cubicBezTo>
                    <a:pt x="39689" y="144183"/>
                    <a:pt x="8817" y="113318"/>
                    <a:pt x="8817" y="75379"/>
                  </a:cubicBezTo>
                  <a:cubicBezTo>
                    <a:pt x="8817" y="37440"/>
                    <a:pt x="39689" y="6564"/>
                    <a:pt x="77628" y="6564"/>
                  </a:cubicBezTo>
                  <a:cubicBezTo>
                    <a:pt x="115567" y="6564"/>
                    <a:pt x="146440" y="37428"/>
                    <a:pt x="146440" y="75371"/>
                  </a:cubicBezTo>
                  <a:cubicBezTo>
                    <a:pt x="146440" y="113314"/>
                    <a:pt x="115555" y="144183"/>
                    <a:pt x="77628" y="144183"/>
                  </a:cubicBezTo>
                  <a:close/>
                  <a:moveTo>
                    <a:pt x="77628" y="18737"/>
                  </a:moveTo>
                  <a:cubicBezTo>
                    <a:pt x="46403" y="18737"/>
                    <a:pt x="20994" y="44146"/>
                    <a:pt x="20994" y="75379"/>
                  </a:cubicBezTo>
                  <a:cubicBezTo>
                    <a:pt x="20994" y="106612"/>
                    <a:pt x="46403" y="132017"/>
                    <a:pt x="77628" y="132017"/>
                  </a:cubicBezTo>
                  <a:cubicBezTo>
                    <a:pt x="108853" y="132017"/>
                    <a:pt x="134262" y="106612"/>
                    <a:pt x="134262" y="75379"/>
                  </a:cubicBezTo>
                  <a:cubicBezTo>
                    <a:pt x="134262" y="44146"/>
                    <a:pt x="108853" y="18737"/>
                    <a:pt x="77628" y="18737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" name="Google Shape;323;p22"/>
            <p:cNvSpPr/>
            <p:nvPr/>
          </p:nvSpPr>
          <p:spPr>
            <a:xfrm>
              <a:off x="4315456" y="2628290"/>
              <a:ext cx="463250" cy="325750"/>
            </a:xfrm>
            <a:custGeom>
              <a:avLst/>
              <a:gdLst/>
              <a:ahLst/>
              <a:cxnLst/>
              <a:rect l="l" t="t" r="r" b="b"/>
              <a:pathLst>
                <a:path w="463250" h="325750" extrusionOk="0">
                  <a:moveTo>
                    <a:pt x="327448" y="105675"/>
                  </a:moveTo>
                  <a:cubicBezTo>
                    <a:pt x="319104" y="97261"/>
                    <a:pt x="309866" y="93659"/>
                    <a:pt x="299930" y="94901"/>
                  </a:cubicBezTo>
                  <a:cubicBezTo>
                    <a:pt x="287651" y="96469"/>
                    <a:pt x="277175" y="105530"/>
                    <a:pt x="269916" y="113757"/>
                  </a:cubicBezTo>
                  <a:cubicBezTo>
                    <a:pt x="262277" y="83578"/>
                    <a:pt x="234917" y="61113"/>
                    <a:pt x="202320" y="61113"/>
                  </a:cubicBezTo>
                  <a:cubicBezTo>
                    <a:pt x="165733" y="61113"/>
                    <a:pt x="135691" y="89363"/>
                    <a:pt x="132810" y="125147"/>
                  </a:cubicBezTo>
                  <a:lnTo>
                    <a:pt x="14490" y="132985"/>
                  </a:lnTo>
                  <a:cubicBezTo>
                    <a:pt x="11143" y="133209"/>
                    <a:pt x="8607" y="136101"/>
                    <a:pt x="8830" y="139448"/>
                  </a:cubicBezTo>
                  <a:cubicBezTo>
                    <a:pt x="8830" y="139452"/>
                    <a:pt x="8830" y="139456"/>
                    <a:pt x="8830" y="139460"/>
                  </a:cubicBezTo>
                  <a:cubicBezTo>
                    <a:pt x="9038" y="142650"/>
                    <a:pt x="11683" y="145135"/>
                    <a:pt x="14882" y="145139"/>
                  </a:cubicBezTo>
                  <a:cubicBezTo>
                    <a:pt x="15031" y="145139"/>
                    <a:pt x="15164" y="145139"/>
                    <a:pt x="15301" y="145139"/>
                  </a:cubicBezTo>
                  <a:lnTo>
                    <a:pt x="132857" y="137348"/>
                  </a:lnTo>
                  <a:cubicBezTo>
                    <a:pt x="136181" y="172696"/>
                    <a:pt x="166046" y="200449"/>
                    <a:pt x="202320" y="200449"/>
                  </a:cubicBezTo>
                  <a:cubicBezTo>
                    <a:pt x="240811" y="200449"/>
                    <a:pt x="272111" y="169196"/>
                    <a:pt x="272111" y="130779"/>
                  </a:cubicBezTo>
                  <a:cubicBezTo>
                    <a:pt x="272111" y="130728"/>
                    <a:pt x="272111" y="130677"/>
                    <a:pt x="272111" y="130626"/>
                  </a:cubicBezTo>
                  <a:cubicBezTo>
                    <a:pt x="277621" y="122478"/>
                    <a:pt x="289395" y="108497"/>
                    <a:pt x="301506" y="106969"/>
                  </a:cubicBezTo>
                  <a:cubicBezTo>
                    <a:pt x="306958" y="106240"/>
                    <a:pt x="312268" y="108223"/>
                    <a:pt x="317434" y="112922"/>
                  </a:cubicBezTo>
                  <a:lnTo>
                    <a:pt x="337097" y="238584"/>
                  </a:lnTo>
                  <a:lnTo>
                    <a:pt x="279663" y="253869"/>
                  </a:lnTo>
                  <a:cubicBezTo>
                    <a:pt x="276728" y="254657"/>
                    <a:pt x="274819" y="257483"/>
                    <a:pt x="275191" y="260500"/>
                  </a:cubicBezTo>
                  <a:lnTo>
                    <a:pt x="283473" y="326984"/>
                  </a:lnTo>
                  <a:cubicBezTo>
                    <a:pt x="283857" y="330022"/>
                    <a:pt x="286440" y="332303"/>
                    <a:pt x="289501" y="332314"/>
                  </a:cubicBezTo>
                  <a:cubicBezTo>
                    <a:pt x="289756" y="332316"/>
                    <a:pt x="290010" y="332301"/>
                    <a:pt x="290261" y="332271"/>
                  </a:cubicBezTo>
                  <a:cubicBezTo>
                    <a:pt x="293593" y="331862"/>
                    <a:pt x="295964" y="328830"/>
                    <a:pt x="295556" y="325497"/>
                  </a:cubicBezTo>
                  <a:cubicBezTo>
                    <a:pt x="295552" y="325491"/>
                    <a:pt x="295552" y="325485"/>
                    <a:pt x="295552" y="325479"/>
                  </a:cubicBezTo>
                  <a:lnTo>
                    <a:pt x="287921" y="264263"/>
                  </a:lnTo>
                  <a:lnTo>
                    <a:pt x="345535" y="248942"/>
                  </a:lnTo>
                  <a:cubicBezTo>
                    <a:pt x="348542" y="248135"/>
                    <a:pt x="350458" y="245196"/>
                    <a:pt x="349984" y="242119"/>
                  </a:cubicBezTo>
                  <a:lnTo>
                    <a:pt x="329157" y="109023"/>
                  </a:lnTo>
                  <a:cubicBezTo>
                    <a:pt x="328949" y="107757"/>
                    <a:pt x="328349" y="106589"/>
                    <a:pt x="327448" y="105675"/>
                  </a:cubicBezTo>
                  <a:close/>
                  <a:moveTo>
                    <a:pt x="202320" y="185806"/>
                  </a:moveTo>
                  <a:cubicBezTo>
                    <a:pt x="171902" y="185806"/>
                    <a:pt x="147155" y="161114"/>
                    <a:pt x="147155" y="130779"/>
                  </a:cubicBezTo>
                  <a:cubicBezTo>
                    <a:pt x="147155" y="100443"/>
                    <a:pt x="171902" y="75751"/>
                    <a:pt x="202320" y="75751"/>
                  </a:cubicBezTo>
                  <a:cubicBezTo>
                    <a:pt x="232737" y="75751"/>
                    <a:pt x="257484" y="100443"/>
                    <a:pt x="257484" y="130779"/>
                  </a:cubicBezTo>
                  <a:cubicBezTo>
                    <a:pt x="257484" y="161114"/>
                    <a:pt x="232737" y="185806"/>
                    <a:pt x="202320" y="185806"/>
                  </a:cubicBezTo>
                  <a:close/>
                  <a:moveTo>
                    <a:pt x="402029" y="48316"/>
                  </a:moveTo>
                  <a:cubicBezTo>
                    <a:pt x="363404" y="48316"/>
                    <a:pt x="331990" y="79741"/>
                    <a:pt x="331990" y="118362"/>
                  </a:cubicBezTo>
                  <a:cubicBezTo>
                    <a:pt x="331990" y="156983"/>
                    <a:pt x="363404" y="188405"/>
                    <a:pt x="402029" y="188405"/>
                  </a:cubicBezTo>
                  <a:cubicBezTo>
                    <a:pt x="440653" y="188405"/>
                    <a:pt x="472067" y="156983"/>
                    <a:pt x="472067" y="118362"/>
                  </a:cubicBezTo>
                  <a:cubicBezTo>
                    <a:pt x="472067" y="79741"/>
                    <a:pt x="440653" y="48316"/>
                    <a:pt x="402029" y="48316"/>
                  </a:cubicBezTo>
                  <a:close/>
                  <a:moveTo>
                    <a:pt x="402029" y="173766"/>
                  </a:moveTo>
                  <a:cubicBezTo>
                    <a:pt x="371458" y="173766"/>
                    <a:pt x="346617" y="148910"/>
                    <a:pt x="346617" y="118362"/>
                  </a:cubicBezTo>
                  <a:cubicBezTo>
                    <a:pt x="346617" y="87815"/>
                    <a:pt x="371474" y="62959"/>
                    <a:pt x="402029" y="62959"/>
                  </a:cubicBezTo>
                  <a:cubicBezTo>
                    <a:pt x="432584" y="62959"/>
                    <a:pt x="457440" y="87815"/>
                    <a:pt x="457440" y="118362"/>
                  </a:cubicBezTo>
                  <a:cubicBezTo>
                    <a:pt x="457440" y="148910"/>
                    <a:pt x="432584" y="173766"/>
                    <a:pt x="402029" y="173766"/>
                  </a:cubicBezTo>
                  <a:close/>
                  <a:moveTo>
                    <a:pt x="136534" y="48347"/>
                  </a:moveTo>
                  <a:cubicBezTo>
                    <a:pt x="134170" y="45976"/>
                    <a:pt x="134178" y="42135"/>
                    <a:pt x="136549" y="39772"/>
                  </a:cubicBezTo>
                  <a:cubicBezTo>
                    <a:pt x="136553" y="39768"/>
                    <a:pt x="136553" y="39768"/>
                    <a:pt x="136557" y="39764"/>
                  </a:cubicBezTo>
                  <a:cubicBezTo>
                    <a:pt x="138015" y="38306"/>
                    <a:pt x="173399" y="4055"/>
                    <a:pt x="238346" y="23958"/>
                  </a:cubicBezTo>
                  <a:cubicBezTo>
                    <a:pt x="241560" y="24937"/>
                    <a:pt x="243370" y="28339"/>
                    <a:pt x="242391" y="31557"/>
                  </a:cubicBezTo>
                  <a:cubicBezTo>
                    <a:pt x="242391" y="31557"/>
                    <a:pt x="242391" y="31557"/>
                    <a:pt x="242391" y="31557"/>
                  </a:cubicBezTo>
                  <a:cubicBezTo>
                    <a:pt x="241387" y="34751"/>
                    <a:pt x="238005" y="36550"/>
                    <a:pt x="234795" y="35594"/>
                  </a:cubicBezTo>
                  <a:cubicBezTo>
                    <a:pt x="177095" y="17918"/>
                    <a:pt x="146395" y="47160"/>
                    <a:pt x="145121" y="48402"/>
                  </a:cubicBezTo>
                  <a:cubicBezTo>
                    <a:pt x="143980" y="49523"/>
                    <a:pt x="142444" y="50150"/>
                    <a:pt x="140845" y="50147"/>
                  </a:cubicBezTo>
                  <a:cubicBezTo>
                    <a:pt x="139226" y="50158"/>
                    <a:pt x="137674" y="49519"/>
                    <a:pt x="136534" y="48371"/>
                  </a:cubicBezTo>
                  <a:close/>
                  <a:moveTo>
                    <a:pt x="345982" y="27865"/>
                  </a:moveTo>
                  <a:cubicBezTo>
                    <a:pt x="344403" y="24902"/>
                    <a:pt x="345524" y="21222"/>
                    <a:pt x="348483" y="19638"/>
                  </a:cubicBezTo>
                  <a:cubicBezTo>
                    <a:pt x="348487" y="19638"/>
                    <a:pt x="348491" y="19635"/>
                    <a:pt x="348495" y="19635"/>
                  </a:cubicBezTo>
                  <a:cubicBezTo>
                    <a:pt x="350035" y="18811"/>
                    <a:pt x="386606" y="-413"/>
                    <a:pt x="414367" y="9295"/>
                  </a:cubicBezTo>
                  <a:cubicBezTo>
                    <a:pt x="425294" y="13117"/>
                    <a:pt x="433328" y="20799"/>
                    <a:pt x="438227" y="32118"/>
                  </a:cubicBezTo>
                  <a:cubicBezTo>
                    <a:pt x="439564" y="35198"/>
                    <a:pt x="438149" y="38777"/>
                    <a:pt x="435068" y="40113"/>
                  </a:cubicBezTo>
                  <a:cubicBezTo>
                    <a:pt x="435065" y="40113"/>
                    <a:pt x="435061" y="40117"/>
                    <a:pt x="435057" y="40117"/>
                  </a:cubicBezTo>
                  <a:cubicBezTo>
                    <a:pt x="434296" y="40450"/>
                    <a:pt x="433473" y="40623"/>
                    <a:pt x="432642" y="40619"/>
                  </a:cubicBezTo>
                  <a:cubicBezTo>
                    <a:pt x="430216" y="40619"/>
                    <a:pt x="428026" y="39180"/>
                    <a:pt x="427057" y="36958"/>
                  </a:cubicBezTo>
                  <a:cubicBezTo>
                    <a:pt x="423530" y="28774"/>
                    <a:pt x="418043" y="23479"/>
                    <a:pt x="410373" y="20787"/>
                  </a:cubicBezTo>
                  <a:cubicBezTo>
                    <a:pt x="387684" y="12835"/>
                    <a:pt x="354534" y="30193"/>
                    <a:pt x="354201" y="30377"/>
                  </a:cubicBezTo>
                  <a:cubicBezTo>
                    <a:pt x="351246" y="31961"/>
                    <a:pt x="347570" y="30848"/>
                    <a:pt x="345986" y="27896"/>
                  </a:cubicBezTo>
                  <a:cubicBezTo>
                    <a:pt x="345986" y="27893"/>
                    <a:pt x="345982" y="27889"/>
                    <a:pt x="345982" y="2788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" name="Google Shape;324;p22"/>
            <p:cNvSpPr/>
            <p:nvPr/>
          </p:nvSpPr>
          <p:spPr>
            <a:xfrm>
              <a:off x="4196613" y="2229056"/>
              <a:ext cx="702184" cy="531729"/>
            </a:xfrm>
            <a:custGeom>
              <a:avLst/>
              <a:gdLst/>
              <a:ahLst/>
              <a:cxnLst/>
              <a:rect l="l" t="t" r="r" b="b"/>
              <a:pathLst>
                <a:path w="702184" h="531729" extrusionOk="0">
                  <a:moveTo>
                    <a:pt x="183673" y="313740"/>
                  </a:moveTo>
                  <a:cubicBezTo>
                    <a:pt x="183673" y="313740"/>
                    <a:pt x="217042" y="392773"/>
                    <a:pt x="225320" y="405319"/>
                  </a:cubicBezTo>
                  <a:cubicBezTo>
                    <a:pt x="233597" y="417864"/>
                    <a:pt x="183673" y="475945"/>
                    <a:pt x="183673" y="475945"/>
                  </a:cubicBezTo>
                  <a:lnTo>
                    <a:pt x="183673" y="534151"/>
                  </a:lnTo>
                  <a:lnTo>
                    <a:pt x="133506" y="538294"/>
                  </a:lnTo>
                  <a:lnTo>
                    <a:pt x="83338" y="492629"/>
                  </a:lnTo>
                  <a:lnTo>
                    <a:pt x="54233" y="484223"/>
                  </a:lnTo>
                  <a:cubicBezTo>
                    <a:pt x="54233" y="484223"/>
                    <a:pt x="58372" y="363668"/>
                    <a:pt x="37549" y="322147"/>
                  </a:cubicBezTo>
                  <a:cubicBezTo>
                    <a:pt x="16725" y="280625"/>
                    <a:pt x="-8241" y="221789"/>
                    <a:pt x="25007" y="184908"/>
                  </a:cubicBezTo>
                  <a:cubicBezTo>
                    <a:pt x="58255" y="148027"/>
                    <a:pt x="150457" y="147282"/>
                    <a:pt x="150457" y="147282"/>
                  </a:cubicBezTo>
                  <a:cubicBezTo>
                    <a:pt x="216168" y="89821"/>
                    <a:pt x="292662" y="46019"/>
                    <a:pt x="375481" y="18438"/>
                  </a:cubicBezTo>
                  <a:cubicBezTo>
                    <a:pt x="513472" y="-27347"/>
                    <a:pt x="687851" y="68606"/>
                    <a:pt x="708666" y="147274"/>
                  </a:cubicBezTo>
                  <a:cubicBezTo>
                    <a:pt x="729482" y="225943"/>
                    <a:pt x="604922" y="305462"/>
                    <a:pt x="579834" y="309601"/>
                  </a:cubicBezTo>
                  <a:cubicBezTo>
                    <a:pt x="554747" y="313740"/>
                    <a:pt x="517125" y="263941"/>
                    <a:pt x="479476" y="263941"/>
                  </a:cubicBezTo>
                  <a:lnTo>
                    <a:pt x="421141" y="263941"/>
                  </a:lnTo>
                  <a:cubicBezTo>
                    <a:pt x="379494" y="263941"/>
                    <a:pt x="375355" y="259673"/>
                    <a:pt x="329429" y="259673"/>
                  </a:cubicBezTo>
                  <a:cubicBezTo>
                    <a:pt x="283502" y="259673"/>
                    <a:pt x="183673" y="313740"/>
                    <a:pt x="183673" y="31374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325;p22"/>
            <p:cNvSpPr/>
            <p:nvPr/>
          </p:nvSpPr>
          <p:spPr>
            <a:xfrm>
              <a:off x="4270429" y="2307141"/>
              <a:ext cx="459134" cy="362810"/>
            </a:xfrm>
            <a:custGeom>
              <a:avLst/>
              <a:gdLst/>
              <a:ahLst/>
              <a:cxnLst/>
              <a:rect l="l" t="t" r="r" b="b"/>
              <a:pathLst>
                <a:path w="459134" h="362810" extrusionOk="0">
                  <a:moveTo>
                    <a:pt x="162031" y="170461"/>
                  </a:moveTo>
                  <a:cubicBezTo>
                    <a:pt x="160925" y="170457"/>
                    <a:pt x="159910" y="169857"/>
                    <a:pt x="159373" y="168893"/>
                  </a:cubicBezTo>
                  <a:cubicBezTo>
                    <a:pt x="158554" y="167428"/>
                    <a:pt x="159079" y="165578"/>
                    <a:pt x="160545" y="164762"/>
                  </a:cubicBezTo>
                  <a:cubicBezTo>
                    <a:pt x="160545" y="164758"/>
                    <a:pt x="160549" y="164758"/>
                    <a:pt x="160549" y="164758"/>
                  </a:cubicBezTo>
                  <a:cubicBezTo>
                    <a:pt x="161247" y="164367"/>
                    <a:pt x="231308" y="124993"/>
                    <a:pt x="266089" y="59481"/>
                  </a:cubicBezTo>
                  <a:cubicBezTo>
                    <a:pt x="274296" y="44004"/>
                    <a:pt x="274456" y="33645"/>
                    <a:pt x="266555" y="28703"/>
                  </a:cubicBezTo>
                  <a:cubicBezTo>
                    <a:pt x="245116" y="15330"/>
                    <a:pt x="178315" y="40755"/>
                    <a:pt x="156579" y="70601"/>
                  </a:cubicBezTo>
                  <a:cubicBezTo>
                    <a:pt x="152013" y="76872"/>
                    <a:pt x="147247" y="85357"/>
                    <a:pt x="150429" y="90272"/>
                  </a:cubicBezTo>
                  <a:cubicBezTo>
                    <a:pt x="155795" y="98581"/>
                    <a:pt x="181854" y="96621"/>
                    <a:pt x="197018" y="93435"/>
                  </a:cubicBezTo>
                  <a:cubicBezTo>
                    <a:pt x="198661" y="93097"/>
                    <a:pt x="200267" y="94148"/>
                    <a:pt x="200620" y="95786"/>
                  </a:cubicBezTo>
                  <a:cubicBezTo>
                    <a:pt x="200965" y="97428"/>
                    <a:pt x="199911" y="99039"/>
                    <a:pt x="198269" y="99388"/>
                  </a:cubicBezTo>
                  <a:cubicBezTo>
                    <a:pt x="193836" y="100325"/>
                    <a:pt x="154693" y="108061"/>
                    <a:pt x="145322" y="93580"/>
                  </a:cubicBezTo>
                  <a:cubicBezTo>
                    <a:pt x="141266" y="87309"/>
                    <a:pt x="143398" y="78365"/>
                    <a:pt x="151656" y="67022"/>
                  </a:cubicBezTo>
                  <a:cubicBezTo>
                    <a:pt x="175250" y="34625"/>
                    <a:pt x="245888" y="8624"/>
                    <a:pt x="269777" y="23545"/>
                  </a:cubicBezTo>
                  <a:cubicBezTo>
                    <a:pt x="277408" y="28315"/>
                    <a:pt x="283886" y="38913"/>
                    <a:pt x="271454" y="62346"/>
                  </a:cubicBezTo>
                  <a:cubicBezTo>
                    <a:pt x="235820" y="129481"/>
                    <a:pt x="164214" y="169689"/>
                    <a:pt x="163489" y="170085"/>
                  </a:cubicBezTo>
                  <a:cubicBezTo>
                    <a:pt x="163042" y="170336"/>
                    <a:pt x="162540" y="170465"/>
                    <a:pt x="162031" y="170461"/>
                  </a:cubicBezTo>
                  <a:close/>
                  <a:moveTo>
                    <a:pt x="12097" y="288868"/>
                  </a:moveTo>
                  <a:cubicBezTo>
                    <a:pt x="67959" y="284815"/>
                    <a:pt x="110295" y="239645"/>
                    <a:pt x="112075" y="237724"/>
                  </a:cubicBezTo>
                  <a:cubicBezTo>
                    <a:pt x="113219" y="236490"/>
                    <a:pt x="113145" y="234562"/>
                    <a:pt x="111914" y="233413"/>
                  </a:cubicBezTo>
                  <a:cubicBezTo>
                    <a:pt x="110684" y="232269"/>
                    <a:pt x="108759" y="232339"/>
                    <a:pt x="107615" y="233570"/>
                  </a:cubicBezTo>
                  <a:cubicBezTo>
                    <a:pt x="107611" y="233578"/>
                    <a:pt x="107607" y="233582"/>
                    <a:pt x="107603" y="233586"/>
                  </a:cubicBezTo>
                  <a:cubicBezTo>
                    <a:pt x="107187" y="234040"/>
                    <a:pt x="65066" y="278913"/>
                    <a:pt x="11642" y="282797"/>
                  </a:cubicBezTo>
                  <a:cubicBezTo>
                    <a:pt x="9969" y="282914"/>
                    <a:pt x="8706" y="284372"/>
                    <a:pt x="8824" y="286046"/>
                  </a:cubicBezTo>
                  <a:cubicBezTo>
                    <a:pt x="8824" y="286046"/>
                    <a:pt x="8824" y="286050"/>
                    <a:pt x="8824" y="286050"/>
                  </a:cubicBezTo>
                  <a:cubicBezTo>
                    <a:pt x="8946" y="287637"/>
                    <a:pt x="10266" y="288868"/>
                    <a:pt x="11862" y="288876"/>
                  </a:cubicBezTo>
                  <a:cubicBezTo>
                    <a:pt x="11944" y="288879"/>
                    <a:pt x="12026" y="288876"/>
                    <a:pt x="12109" y="288868"/>
                  </a:cubicBezTo>
                  <a:close/>
                  <a:moveTo>
                    <a:pt x="131711" y="296491"/>
                  </a:moveTo>
                  <a:cubicBezTo>
                    <a:pt x="133227" y="295774"/>
                    <a:pt x="133882" y="293963"/>
                    <a:pt x="133169" y="292442"/>
                  </a:cubicBezTo>
                  <a:cubicBezTo>
                    <a:pt x="132440" y="290937"/>
                    <a:pt x="130637" y="290290"/>
                    <a:pt x="129116" y="290988"/>
                  </a:cubicBezTo>
                  <a:cubicBezTo>
                    <a:pt x="128367" y="291337"/>
                    <a:pt x="54006" y="326195"/>
                    <a:pt x="15757" y="326195"/>
                  </a:cubicBezTo>
                  <a:cubicBezTo>
                    <a:pt x="14080" y="326199"/>
                    <a:pt x="12720" y="327563"/>
                    <a:pt x="12720" y="329241"/>
                  </a:cubicBezTo>
                  <a:cubicBezTo>
                    <a:pt x="12720" y="330918"/>
                    <a:pt x="14080" y="332282"/>
                    <a:pt x="15757" y="332286"/>
                  </a:cubicBezTo>
                  <a:cubicBezTo>
                    <a:pt x="55378" y="332286"/>
                    <a:pt x="128622" y="297953"/>
                    <a:pt x="131722" y="296491"/>
                  </a:cubicBezTo>
                  <a:close/>
                  <a:moveTo>
                    <a:pt x="107834" y="363554"/>
                  </a:moveTo>
                  <a:cubicBezTo>
                    <a:pt x="109390" y="362931"/>
                    <a:pt x="110154" y="361164"/>
                    <a:pt x="109539" y="359604"/>
                  </a:cubicBezTo>
                  <a:cubicBezTo>
                    <a:pt x="108900" y="358056"/>
                    <a:pt x="107144" y="357295"/>
                    <a:pt x="105581" y="357895"/>
                  </a:cubicBezTo>
                  <a:cubicBezTo>
                    <a:pt x="75210" y="369986"/>
                    <a:pt x="16984" y="357895"/>
                    <a:pt x="16385" y="357750"/>
                  </a:cubicBezTo>
                  <a:cubicBezTo>
                    <a:pt x="14742" y="357417"/>
                    <a:pt x="13139" y="358467"/>
                    <a:pt x="12783" y="360101"/>
                  </a:cubicBezTo>
                  <a:cubicBezTo>
                    <a:pt x="12434" y="361744"/>
                    <a:pt x="13480" y="363358"/>
                    <a:pt x="15126" y="363707"/>
                  </a:cubicBezTo>
                  <a:cubicBezTo>
                    <a:pt x="15126" y="363711"/>
                    <a:pt x="15130" y="363711"/>
                    <a:pt x="15134" y="363711"/>
                  </a:cubicBezTo>
                  <a:cubicBezTo>
                    <a:pt x="16749" y="364052"/>
                    <a:pt x="42405" y="369375"/>
                    <a:pt x="68915" y="369375"/>
                  </a:cubicBezTo>
                  <a:cubicBezTo>
                    <a:pt x="82770" y="369367"/>
                    <a:pt x="96833" y="367924"/>
                    <a:pt x="107846" y="363554"/>
                  </a:cubicBezTo>
                  <a:close/>
                  <a:moveTo>
                    <a:pt x="225625" y="178339"/>
                  </a:moveTo>
                  <a:cubicBezTo>
                    <a:pt x="226935" y="178178"/>
                    <a:pt x="258728" y="174000"/>
                    <a:pt x="360603" y="138797"/>
                  </a:cubicBezTo>
                  <a:cubicBezTo>
                    <a:pt x="428262" y="115418"/>
                    <a:pt x="463227" y="91181"/>
                    <a:pt x="467491" y="64694"/>
                  </a:cubicBezTo>
                  <a:cubicBezTo>
                    <a:pt x="470466" y="46207"/>
                    <a:pt x="459049" y="27398"/>
                    <a:pt x="432609" y="7182"/>
                  </a:cubicBezTo>
                  <a:cubicBezTo>
                    <a:pt x="431272" y="6171"/>
                    <a:pt x="429368" y="6426"/>
                    <a:pt x="428345" y="7758"/>
                  </a:cubicBezTo>
                  <a:cubicBezTo>
                    <a:pt x="427322" y="9083"/>
                    <a:pt x="427565" y="10984"/>
                    <a:pt x="428889" y="12007"/>
                  </a:cubicBezTo>
                  <a:cubicBezTo>
                    <a:pt x="428897" y="12015"/>
                    <a:pt x="428901" y="12018"/>
                    <a:pt x="428909" y="12022"/>
                  </a:cubicBezTo>
                  <a:cubicBezTo>
                    <a:pt x="453091" y="30482"/>
                    <a:pt x="464054" y="47880"/>
                    <a:pt x="461506" y="63726"/>
                  </a:cubicBezTo>
                  <a:cubicBezTo>
                    <a:pt x="457634" y="87795"/>
                    <a:pt x="423982" y="110468"/>
                    <a:pt x="358640" y="133051"/>
                  </a:cubicBezTo>
                  <a:cubicBezTo>
                    <a:pt x="257643" y="167933"/>
                    <a:pt x="225214" y="172244"/>
                    <a:pt x="224896" y="172299"/>
                  </a:cubicBezTo>
                  <a:cubicBezTo>
                    <a:pt x="223235" y="172507"/>
                    <a:pt x="222055" y="174024"/>
                    <a:pt x="222263" y="175685"/>
                  </a:cubicBezTo>
                  <a:cubicBezTo>
                    <a:pt x="222263" y="175689"/>
                    <a:pt x="222263" y="175689"/>
                    <a:pt x="222263" y="175693"/>
                  </a:cubicBezTo>
                  <a:cubicBezTo>
                    <a:pt x="222447" y="177218"/>
                    <a:pt x="223740" y="178362"/>
                    <a:pt x="225277" y="178362"/>
                  </a:cubicBezTo>
                  <a:cubicBezTo>
                    <a:pt x="225390" y="178362"/>
                    <a:pt x="225524" y="178351"/>
                    <a:pt x="225637" y="17833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" name="Google Shape;326;p22"/>
            <p:cNvSpPr/>
            <p:nvPr/>
          </p:nvSpPr>
          <p:spPr>
            <a:xfrm>
              <a:off x="5058120" y="3802495"/>
              <a:ext cx="1494018" cy="1678092"/>
            </a:xfrm>
            <a:custGeom>
              <a:avLst/>
              <a:gdLst/>
              <a:ahLst/>
              <a:cxnLst/>
              <a:rect l="l" t="t" r="r" b="b"/>
              <a:pathLst>
                <a:path w="1494018" h="1678092" extrusionOk="0">
                  <a:moveTo>
                    <a:pt x="1502431" y="910160"/>
                  </a:moveTo>
                  <a:cubicBezTo>
                    <a:pt x="1502431" y="910160"/>
                    <a:pt x="1338724" y="474723"/>
                    <a:pt x="1296698" y="432833"/>
                  </a:cubicBezTo>
                  <a:cubicBezTo>
                    <a:pt x="1254671" y="390943"/>
                    <a:pt x="1044050" y="262601"/>
                    <a:pt x="1044050" y="262601"/>
                  </a:cubicBezTo>
                  <a:lnTo>
                    <a:pt x="1027119" y="233622"/>
                  </a:lnTo>
                  <a:lnTo>
                    <a:pt x="1016830" y="198371"/>
                  </a:lnTo>
                  <a:cubicBezTo>
                    <a:pt x="1016830" y="198371"/>
                    <a:pt x="1004289" y="145308"/>
                    <a:pt x="968156" y="119091"/>
                  </a:cubicBezTo>
                  <a:lnTo>
                    <a:pt x="965272" y="112942"/>
                  </a:lnTo>
                  <a:lnTo>
                    <a:pt x="716888" y="6564"/>
                  </a:lnTo>
                  <a:cubicBezTo>
                    <a:pt x="716888" y="6564"/>
                    <a:pt x="718644" y="39431"/>
                    <a:pt x="721278" y="79071"/>
                  </a:cubicBezTo>
                  <a:cubicBezTo>
                    <a:pt x="691922" y="89736"/>
                    <a:pt x="626822" y="118339"/>
                    <a:pt x="604482" y="169270"/>
                  </a:cubicBezTo>
                  <a:cubicBezTo>
                    <a:pt x="589930" y="202259"/>
                    <a:pt x="581652" y="257063"/>
                    <a:pt x="577513" y="308642"/>
                  </a:cubicBezTo>
                  <a:lnTo>
                    <a:pt x="567350" y="316167"/>
                  </a:lnTo>
                  <a:lnTo>
                    <a:pt x="571113" y="302367"/>
                  </a:lnTo>
                  <a:cubicBezTo>
                    <a:pt x="571113" y="302367"/>
                    <a:pt x="296133" y="456541"/>
                    <a:pt x="283717" y="481633"/>
                  </a:cubicBezTo>
                  <a:cubicBezTo>
                    <a:pt x="267648" y="502707"/>
                    <a:pt x="226134" y="637814"/>
                    <a:pt x="226134" y="637814"/>
                  </a:cubicBezTo>
                  <a:cubicBezTo>
                    <a:pt x="226134" y="637814"/>
                    <a:pt x="184738" y="767649"/>
                    <a:pt x="139200" y="911038"/>
                  </a:cubicBezTo>
                  <a:cubicBezTo>
                    <a:pt x="74970" y="1108238"/>
                    <a:pt x="12876" y="1305322"/>
                    <a:pt x="8878" y="1336802"/>
                  </a:cubicBezTo>
                  <a:lnTo>
                    <a:pt x="8878" y="1338311"/>
                  </a:lnTo>
                  <a:cubicBezTo>
                    <a:pt x="4735" y="1392378"/>
                    <a:pt x="211221" y="1591711"/>
                    <a:pt x="211221" y="1591711"/>
                  </a:cubicBezTo>
                  <a:lnTo>
                    <a:pt x="213984" y="1591711"/>
                  </a:lnTo>
                  <a:lnTo>
                    <a:pt x="239068" y="1616794"/>
                  </a:lnTo>
                  <a:lnTo>
                    <a:pt x="239068" y="1606381"/>
                  </a:lnTo>
                  <a:cubicBezTo>
                    <a:pt x="256505" y="1641882"/>
                    <a:pt x="284983" y="1694193"/>
                    <a:pt x="307562" y="1683156"/>
                  </a:cubicBezTo>
                  <a:cubicBezTo>
                    <a:pt x="326128" y="1673997"/>
                    <a:pt x="320104" y="1641756"/>
                    <a:pt x="305054" y="1599733"/>
                  </a:cubicBezTo>
                  <a:cubicBezTo>
                    <a:pt x="323745" y="1628207"/>
                    <a:pt x="345195" y="1648909"/>
                    <a:pt x="362256" y="1640628"/>
                  </a:cubicBezTo>
                  <a:cubicBezTo>
                    <a:pt x="391737" y="1626075"/>
                    <a:pt x="377059" y="1575771"/>
                    <a:pt x="347453" y="1503765"/>
                  </a:cubicBezTo>
                  <a:cubicBezTo>
                    <a:pt x="342330" y="1491329"/>
                    <a:pt x="338611" y="1479998"/>
                    <a:pt x="325771" y="1475981"/>
                  </a:cubicBezTo>
                  <a:cubicBezTo>
                    <a:pt x="335307" y="1474977"/>
                    <a:pt x="344043" y="1495558"/>
                    <a:pt x="353955" y="1494304"/>
                  </a:cubicBezTo>
                  <a:cubicBezTo>
                    <a:pt x="363863" y="1540344"/>
                    <a:pt x="380320" y="1560466"/>
                    <a:pt x="405298" y="1555198"/>
                  </a:cubicBezTo>
                  <a:cubicBezTo>
                    <a:pt x="430276" y="1549931"/>
                    <a:pt x="434023" y="1517573"/>
                    <a:pt x="429006" y="1462494"/>
                  </a:cubicBezTo>
                  <a:cubicBezTo>
                    <a:pt x="431515" y="1462494"/>
                    <a:pt x="434885" y="1455091"/>
                    <a:pt x="437413" y="1454715"/>
                  </a:cubicBezTo>
                  <a:cubicBezTo>
                    <a:pt x="448450" y="1493481"/>
                    <a:pt x="465385" y="1527978"/>
                    <a:pt x="486710" y="1523459"/>
                  </a:cubicBezTo>
                  <a:cubicBezTo>
                    <a:pt x="510171" y="1518443"/>
                    <a:pt x="516568" y="1495111"/>
                    <a:pt x="513809" y="1448208"/>
                  </a:cubicBezTo>
                  <a:cubicBezTo>
                    <a:pt x="513809" y="1430771"/>
                    <a:pt x="512554" y="1425128"/>
                    <a:pt x="511927" y="1414087"/>
                  </a:cubicBezTo>
                  <a:cubicBezTo>
                    <a:pt x="521083" y="1419731"/>
                    <a:pt x="566014" y="1446829"/>
                    <a:pt x="571137" y="1450717"/>
                  </a:cubicBezTo>
                  <a:cubicBezTo>
                    <a:pt x="587821" y="1463259"/>
                    <a:pt x="714776" y="1436164"/>
                    <a:pt x="714776" y="1436164"/>
                  </a:cubicBezTo>
                  <a:cubicBezTo>
                    <a:pt x="900187" y="1376199"/>
                    <a:pt x="1196618" y="1373455"/>
                    <a:pt x="1388049" y="1245235"/>
                  </a:cubicBezTo>
                  <a:cubicBezTo>
                    <a:pt x="1515858" y="1159045"/>
                    <a:pt x="1502431" y="910160"/>
                    <a:pt x="1502431" y="910160"/>
                  </a:cubicBezTo>
                  <a:close/>
                  <a:moveTo>
                    <a:pt x="333767" y="1266301"/>
                  </a:moveTo>
                  <a:lnTo>
                    <a:pt x="383957" y="936121"/>
                  </a:lnTo>
                  <a:lnTo>
                    <a:pt x="403903" y="1237196"/>
                  </a:lnTo>
                  <a:lnTo>
                    <a:pt x="398024" y="1311459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" name="Google Shape;327;p22"/>
            <p:cNvSpPr/>
            <p:nvPr/>
          </p:nvSpPr>
          <p:spPr>
            <a:xfrm>
              <a:off x="5283351" y="5136906"/>
              <a:ext cx="281068" cy="341580"/>
            </a:xfrm>
            <a:custGeom>
              <a:avLst/>
              <a:gdLst/>
              <a:ahLst/>
              <a:cxnLst/>
              <a:rect l="l" t="t" r="r" b="b"/>
              <a:pathLst>
                <a:path w="281068" h="341580" extrusionOk="0">
                  <a:moveTo>
                    <a:pt x="11788" y="263861"/>
                  </a:moveTo>
                  <a:cubicBezTo>
                    <a:pt x="5074" y="252495"/>
                    <a:pt x="10392" y="236680"/>
                    <a:pt x="21194" y="229096"/>
                  </a:cubicBezTo>
                  <a:cubicBezTo>
                    <a:pt x="31996" y="221512"/>
                    <a:pt x="46556" y="221058"/>
                    <a:pt x="59211" y="224754"/>
                  </a:cubicBezTo>
                  <a:cubicBezTo>
                    <a:pt x="51867" y="211499"/>
                    <a:pt x="44396" y="197871"/>
                    <a:pt x="42162" y="182884"/>
                  </a:cubicBezTo>
                  <a:cubicBezTo>
                    <a:pt x="39928" y="167896"/>
                    <a:pt x="44001" y="151004"/>
                    <a:pt x="56107" y="141888"/>
                  </a:cubicBezTo>
                  <a:cubicBezTo>
                    <a:pt x="63487" y="136330"/>
                    <a:pt x="73031" y="134237"/>
                    <a:pt x="82265" y="134441"/>
                  </a:cubicBezTo>
                  <a:cubicBezTo>
                    <a:pt x="99816" y="134833"/>
                    <a:pt x="117021" y="143353"/>
                    <a:pt x="127945" y="157090"/>
                  </a:cubicBezTo>
                  <a:cubicBezTo>
                    <a:pt x="121768" y="132924"/>
                    <a:pt x="118758" y="108060"/>
                    <a:pt x="118985" y="83121"/>
                  </a:cubicBezTo>
                  <a:cubicBezTo>
                    <a:pt x="119079" y="73056"/>
                    <a:pt x="119879" y="62443"/>
                    <a:pt x="125495" y="54091"/>
                  </a:cubicBezTo>
                  <a:cubicBezTo>
                    <a:pt x="132322" y="43936"/>
                    <a:pt x="145268" y="39166"/>
                    <a:pt x="157504" y="39507"/>
                  </a:cubicBezTo>
                  <a:cubicBezTo>
                    <a:pt x="171308" y="39965"/>
                    <a:pt x="184344" y="45970"/>
                    <a:pt x="193668" y="56156"/>
                  </a:cubicBezTo>
                  <a:cubicBezTo>
                    <a:pt x="202878" y="66441"/>
                    <a:pt x="207558" y="80005"/>
                    <a:pt x="206652" y="93782"/>
                  </a:cubicBezTo>
                  <a:cubicBezTo>
                    <a:pt x="202122" y="78598"/>
                    <a:pt x="199088" y="62035"/>
                    <a:pt x="200425" y="46240"/>
                  </a:cubicBezTo>
                  <a:cubicBezTo>
                    <a:pt x="201761" y="30445"/>
                    <a:pt x="210384" y="14239"/>
                    <a:pt x="225195" y="8615"/>
                  </a:cubicBezTo>
                  <a:cubicBezTo>
                    <a:pt x="241636" y="2344"/>
                    <a:pt x="260888" y="11182"/>
                    <a:pt x="271506" y="25213"/>
                  </a:cubicBezTo>
                  <a:cubicBezTo>
                    <a:pt x="282123" y="39244"/>
                    <a:pt x="285791" y="57258"/>
                    <a:pt x="287767" y="74742"/>
                  </a:cubicBezTo>
                  <a:cubicBezTo>
                    <a:pt x="290408" y="98379"/>
                    <a:pt x="290581" y="122232"/>
                    <a:pt x="288272" y="145905"/>
                  </a:cubicBezTo>
                  <a:cubicBezTo>
                    <a:pt x="287289" y="156115"/>
                    <a:pt x="285733" y="166642"/>
                    <a:pt x="280230" y="175300"/>
                  </a:cubicBezTo>
                  <a:cubicBezTo>
                    <a:pt x="274727" y="183958"/>
                    <a:pt x="264270" y="190240"/>
                    <a:pt x="254292" y="187877"/>
                  </a:cubicBezTo>
                  <a:cubicBezTo>
                    <a:pt x="244948" y="185666"/>
                    <a:pt x="238807" y="176989"/>
                    <a:pt x="233547" y="168958"/>
                  </a:cubicBezTo>
                  <a:lnTo>
                    <a:pt x="209467" y="132191"/>
                  </a:lnTo>
                  <a:cubicBezTo>
                    <a:pt x="209858" y="156099"/>
                    <a:pt x="210086" y="180994"/>
                    <a:pt x="199935" y="202657"/>
                  </a:cubicBezTo>
                  <a:cubicBezTo>
                    <a:pt x="196584" y="209809"/>
                    <a:pt x="191653" y="216864"/>
                    <a:pt x="184257" y="219600"/>
                  </a:cubicBezTo>
                  <a:cubicBezTo>
                    <a:pt x="176419" y="222492"/>
                    <a:pt x="167404" y="219807"/>
                    <a:pt x="160718" y="214802"/>
                  </a:cubicBezTo>
                  <a:cubicBezTo>
                    <a:pt x="154032" y="209798"/>
                    <a:pt x="149223" y="202747"/>
                    <a:pt x="144539" y="195833"/>
                  </a:cubicBezTo>
                  <a:lnTo>
                    <a:pt x="138864" y="205757"/>
                  </a:lnTo>
                  <a:cubicBezTo>
                    <a:pt x="144124" y="224397"/>
                    <a:pt x="149003" y="241481"/>
                    <a:pt x="151696" y="260663"/>
                  </a:cubicBezTo>
                  <a:cubicBezTo>
                    <a:pt x="152930" y="269477"/>
                    <a:pt x="153597" y="278617"/>
                    <a:pt x="151041" y="287145"/>
                  </a:cubicBezTo>
                  <a:cubicBezTo>
                    <a:pt x="148486" y="295674"/>
                    <a:pt x="142113" y="303532"/>
                    <a:pt x="133463" y="305625"/>
                  </a:cubicBezTo>
                  <a:cubicBezTo>
                    <a:pt x="125464" y="307557"/>
                    <a:pt x="116947" y="304281"/>
                    <a:pt x="110543" y="299111"/>
                  </a:cubicBezTo>
                  <a:cubicBezTo>
                    <a:pt x="104139" y="293942"/>
                    <a:pt x="99420" y="287036"/>
                    <a:pt x="94544" y="280404"/>
                  </a:cubicBezTo>
                  <a:cubicBezTo>
                    <a:pt x="89669" y="273773"/>
                    <a:pt x="84385" y="267169"/>
                    <a:pt x="77299" y="262975"/>
                  </a:cubicBezTo>
                  <a:cubicBezTo>
                    <a:pt x="84464" y="279805"/>
                    <a:pt x="88450" y="297857"/>
                    <a:pt x="90656" y="316015"/>
                  </a:cubicBezTo>
                  <a:cubicBezTo>
                    <a:pt x="91397" y="322149"/>
                    <a:pt x="91930" y="328467"/>
                    <a:pt x="90299" y="334436"/>
                  </a:cubicBezTo>
                  <a:cubicBezTo>
                    <a:pt x="88669" y="340405"/>
                    <a:pt x="84444" y="345998"/>
                    <a:pt x="78487" y="347640"/>
                  </a:cubicBezTo>
                  <a:cubicBezTo>
                    <a:pt x="74066" y="348859"/>
                    <a:pt x="69249" y="347754"/>
                    <a:pt x="65235" y="345535"/>
                  </a:cubicBezTo>
                  <a:cubicBezTo>
                    <a:pt x="61222" y="343317"/>
                    <a:pt x="57887" y="340048"/>
                    <a:pt x="54728" y="336733"/>
                  </a:cubicBezTo>
                  <a:cubicBezTo>
                    <a:pt x="35449" y="316388"/>
                    <a:pt x="26034" y="287984"/>
                    <a:pt x="11788" y="263861"/>
                  </a:cubicBezTo>
                  <a:close/>
                </a:path>
              </a:pathLst>
            </a:custGeom>
            <a:solidFill>
              <a:srgbClr val="C07560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" name="Google Shape;328;p22"/>
            <p:cNvSpPr/>
            <p:nvPr/>
          </p:nvSpPr>
          <p:spPr>
            <a:xfrm>
              <a:off x="5769073" y="3816499"/>
              <a:ext cx="209562" cy="393053"/>
            </a:xfrm>
            <a:custGeom>
              <a:avLst/>
              <a:gdLst/>
              <a:ahLst/>
              <a:cxnLst/>
              <a:rect l="l" t="t" r="r" b="b"/>
              <a:pathLst>
                <a:path w="209562" h="393053" extrusionOk="0">
                  <a:moveTo>
                    <a:pt x="8817" y="6564"/>
                  </a:moveTo>
                  <a:cubicBezTo>
                    <a:pt x="8817" y="6564"/>
                    <a:pt x="16518" y="200178"/>
                    <a:pt x="44874" y="298451"/>
                  </a:cubicBezTo>
                  <a:lnTo>
                    <a:pt x="56495" y="346538"/>
                  </a:lnTo>
                  <a:cubicBezTo>
                    <a:pt x="56495" y="346538"/>
                    <a:pt x="103186" y="397414"/>
                    <a:pt x="145005" y="399503"/>
                  </a:cubicBezTo>
                  <a:cubicBezTo>
                    <a:pt x="186824" y="401592"/>
                    <a:pt x="213068" y="374529"/>
                    <a:pt x="217485" y="347235"/>
                  </a:cubicBezTo>
                  <a:cubicBezTo>
                    <a:pt x="221902" y="319941"/>
                    <a:pt x="208506" y="172081"/>
                    <a:pt x="208506" y="172081"/>
                  </a:cubicBezTo>
                  <a:lnTo>
                    <a:pt x="215169" y="73706"/>
                  </a:lnTo>
                  <a:lnTo>
                    <a:pt x="73901" y="19262"/>
                  </a:lnTo>
                  <a:close/>
                </a:path>
              </a:pathLst>
            </a:custGeom>
            <a:solidFill>
              <a:srgbClr val="C07560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" name="Google Shape;329;p22"/>
            <p:cNvSpPr/>
            <p:nvPr/>
          </p:nvSpPr>
          <p:spPr>
            <a:xfrm>
              <a:off x="5773953" y="3829217"/>
              <a:ext cx="162844" cy="166716"/>
            </a:xfrm>
            <a:custGeom>
              <a:avLst/>
              <a:gdLst/>
              <a:ahLst/>
              <a:cxnLst/>
              <a:rect l="l" t="t" r="r" b="b"/>
              <a:pathLst>
                <a:path w="162844" h="166716" extrusionOk="0">
                  <a:moveTo>
                    <a:pt x="171661" y="74556"/>
                  </a:moveTo>
                  <a:lnTo>
                    <a:pt x="18615" y="173280"/>
                  </a:lnTo>
                  <a:lnTo>
                    <a:pt x="8817" y="6564"/>
                  </a:lnTo>
                  <a:cubicBezTo>
                    <a:pt x="8817" y="6564"/>
                    <a:pt x="111068" y="67027"/>
                    <a:pt x="171661" y="74556"/>
                  </a:cubicBezTo>
                  <a:close/>
                </a:path>
              </a:pathLst>
            </a:custGeom>
            <a:solidFill>
              <a:srgbClr val="A05B4D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" name="Google Shape;330;p22"/>
            <p:cNvSpPr/>
            <p:nvPr/>
          </p:nvSpPr>
          <p:spPr>
            <a:xfrm>
              <a:off x="4795441" y="3009576"/>
              <a:ext cx="1084529" cy="1840526"/>
            </a:xfrm>
            <a:custGeom>
              <a:avLst/>
              <a:gdLst/>
              <a:ahLst/>
              <a:cxnLst/>
              <a:rect l="l" t="t" r="r" b="b"/>
              <a:pathLst>
                <a:path w="1084529" h="1840526" extrusionOk="0">
                  <a:moveTo>
                    <a:pt x="547149" y="1267399"/>
                  </a:moveTo>
                  <a:lnTo>
                    <a:pt x="845837" y="1091774"/>
                  </a:lnTo>
                  <a:cubicBezTo>
                    <a:pt x="845837" y="1091774"/>
                    <a:pt x="864528" y="931705"/>
                    <a:pt x="902667" y="915404"/>
                  </a:cubicBezTo>
                  <a:cubicBezTo>
                    <a:pt x="902667" y="915404"/>
                    <a:pt x="955104" y="869615"/>
                    <a:pt x="1014693" y="878649"/>
                  </a:cubicBezTo>
                  <a:cubicBezTo>
                    <a:pt x="1048815" y="883666"/>
                    <a:pt x="1074028" y="841023"/>
                    <a:pt x="1093346" y="766748"/>
                  </a:cubicBezTo>
                  <a:cubicBezTo>
                    <a:pt x="1093346" y="619852"/>
                    <a:pt x="1091339" y="432309"/>
                    <a:pt x="1089819" y="315140"/>
                  </a:cubicBezTo>
                  <a:cubicBezTo>
                    <a:pt x="1077277" y="257311"/>
                    <a:pt x="1063728" y="210393"/>
                    <a:pt x="1059209" y="192074"/>
                  </a:cubicBezTo>
                  <a:lnTo>
                    <a:pt x="918458" y="132986"/>
                  </a:lnTo>
                  <a:cubicBezTo>
                    <a:pt x="918458" y="132986"/>
                    <a:pt x="888350" y="31374"/>
                    <a:pt x="733548" y="8669"/>
                  </a:cubicBezTo>
                  <a:cubicBezTo>
                    <a:pt x="578747" y="-14036"/>
                    <a:pt x="412795" y="151924"/>
                    <a:pt x="393841" y="264953"/>
                  </a:cubicBezTo>
                  <a:cubicBezTo>
                    <a:pt x="374887" y="377983"/>
                    <a:pt x="484412" y="498545"/>
                    <a:pt x="442887" y="562638"/>
                  </a:cubicBezTo>
                  <a:cubicBezTo>
                    <a:pt x="401362" y="626731"/>
                    <a:pt x="227748" y="720826"/>
                    <a:pt x="182460" y="830092"/>
                  </a:cubicBezTo>
                  <a:cubicBezTo>
                    <a:pt x="137172" y="939359"/>
                    <a:pt x="148491" y="1014751"/>
                    <a:pt x="148491" y="1014751"/>
                  </a:cubicBezTo>
                  <a:cubicBezTo>
                    <a:pt x="148491" y="1014751"/>
                    <a:pt x="273063" y="1191756"/>
                    <a:pt x="239067" y="1252094"/>
                  </a:cubicBezTo>
                  <a:cubicBezTo>
                    <a:pt x="205070" y="1312432"/>
                    <a:pt x="5107" y="1368890"/>
                    <a:pt x="8869" y="1546020"/>
                  </a:cubicBezTo>
                  <a:cubicBezTo>
                    <a:pt x="12396" y="1710102"/>
                    <a:pt x="174837" y="1825640"/>
                    <a:pt x="354851" y="184709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331;p22"/>
            <p:cNvSpPr/>
            <p:nvPr/>
          </p:nvSpPr>
          <p:spPr>
            <a:xfrm>
              <a:off x="4853017" y="3072658"/>
              <a:ext cx="810584" cy="1651011"/>
            </a:xfrm>
            <a:custGeom>
              <a:avLst/>
              <a:gdLst/>
              <a:ahLst/>
              <a:cxnLst/>
              <a:rect l="l" t="t" r="r" b="b"/>
              <a:pathLst>
                <a:path w="810584" h="1651011" extrusionOk="0">
                  <a:moveTo>
                    <a:pt x="191501" y="915937"/>
                  </a:moveTo>
                  <a:cubicBezTo>
                    <a:pt x="190278" y="915941"/>
                    <a:pt x="189172" y="915205"/>
                    <a:pt x="188706" y="914072"/>
                  </a:cubicBezTo>
                  <a:cubicBezTo>
                    <a:pt x="188008" y="912406"/>
                    <a:pt x="172425" y="871884"/>
                    <a:pt x="232183" y="749742"/>
                  </a:cubicBezTo>
                  <a:cubicBezTo>
                    <a:pt x="263067" y="686602"/>
                    <a:pt x="309021" y="651873"/>
                    <a:pt x="353443" y="618288"/>
                  </a:cubicBezTo>
                  <a:cubicBezTo>
                    <a:pt x="395423" y="586565"/>
                    <a:pt x="435067" y="556594"/>
                    <a:pt x="457940" y="505220"/>
                  </a:cubicBezTo>
                  <a:cubicBezTo>
                    <a:pt x="493606" y="425105"/>
                    <a:pt x="465414" y="371755"/>
                    <a:pt x="438155" y="320161"/>
                  </a:cubicBezTo>
                  <a:cubicBezTo>
                    <a:pt x="429752" y="304264"/>
                    <a:pt x="421067" y="287827"/>
                    <a:pt x="414487" y="270974"/>
                  </a:cubicBezTo>
                  <a:cubicBezTo>
                    <a:pt x="400596" y="235406"/>
                    <a:pt x="406342" y="184063"/>
                    <a:pt x="429470" y="136995"/>
                  </a:cubicBezTo>
                  <a:cubicBezTo>
                    <a:pt x="446633" y="102066"/>
                    <a:pt x="488299" y="39698"/>
                    <a:pt x="574516" y="14415"/>
                  </a:cubicBezTo>
                  <a:cubicBezTo>
                    <a:pt x="709200" y="-25025"/>
                    <a:pt x="817569" y="96897"/>
                    <a:pt x="818647" y="98131"/>
                  </a:cubicBezTo>
                  <a:cubicBezTo>
                    <a:pt x="819753" y="99388"/>
                    <a:pt x="819627" y="101303"/>
                    <a:pt x="818373" y="102407"/>
                  </a:cubicBezTo>
                  <a:cubicBezTo>
                    <a:pt x="818365" y="102412"/>
                    <a:pt x="818361" y="102418"/>
                    <a:pt x="818353" y="102423"/>
                  </a:cubicBezTo>
                  <a:cubicBezTo>
                    <a:pt x="817087" y="103522"/>
                    <a:pt x="815175" y="103394"/>
                    <a:pt x="814066" y="102137"/>
                  </a:cubicBezTo>
                  <a:cubicBezTo>
                    <a:pt x="813015" y="100922"/>
                    <a:pt x="707107" y="-18186"/>
                    <a:pt x="576233" y="20258"/>
                  </a:cubicBezTo>
                  <a:cubicBezTo>
                    <a:pt x="492242" y="44883"/>
                    <a:pt x="451657" y="105645"/>
                    <a:pt x="434934" y="139672"/>
                  </a:cubicBezTo>
                  <a:cubicBezTo>
                    <a:pt x="412527" y="185270"/>
                    <a:pt x="406867" y="234736"/>
                    <a:pt x="420138" y="268755"/>
                  </a:cubicBezTo>
                  <a:cubicBezTo>
                    <a:pt x="426593" y="285291"/>
                    <a:pt x="435208" y="301572"/>
                    <a:pt x="443525" y="317320"/>
                  </a:cubicBezTo>
                  <a:cubicBezTo>
                    <a:pt x="471470" y="370199"/>
                    <a:pt x="500355" y="424874"/>
                    <a:pt x="463494" y="507693"/>
                  </a:cubicBezTo>
                  <a:cubicBezTo>
                    <a:pt x="439978" y="560502"/>
                    <a:pt x="399730" y="590931"/>
                    <a:pt x="357108" y="623144"/>
                  </a:cubicBezTo>
                  <a:cubicBezTo>
                    <a:pt x="313239" y="656294"/>
                    <a:pt x="267888" y="690580"/>
                    <a:pt x="237639" y="752415"/>
                  </a:cubicBezTo>
                  <a:cubicBezTo>
                    <a:pt x="179488" y="871269"/>
                    <a:pt x="194162" y="911367"/>
                    <a:pt x="194322" y="911759"/>
                  </a:cubicBezTo>
                  <a:cubicBezTo>
                    <a:pt x="194938" y="913315"/>
                    <a:pt x="194189" y="915071"/>
                    <a:pt x="192645" y="915710"/>
                  </a:cubicBezTo>
                  <a:cubicBezTo>
                    <a:pt x="192280" y="915859"/>
                    <a:pt x="191892" y="915934"/>
                    <a:pt x="191501" y="915937"/>
                  </a:cubicBezTo>
                  <a:close/>
                  <a:moveTo>
                    <a:pt x="631837" y="1097010"/>
                  </a:moveTo>
                  <a:cubicBezTo>
                    <a:pt x="691167" y="1054764"/>
                    <a:pt x="657959" y="940151"/>
                    <a:pt x="616830" y="875996"/>
                  </a:cubicBezTo>
                  <a:cubicBezTo>
                    <a:pt x="573717" y="808732"/>
                    <a:pt x="578303" y="758780"/>
                    <a:pt x="636567" y="662185"/>
                  </a:cubicBezTo>
                  <a:lnTo>
                    <a:pt x="648219" y="642913"/>
                  </a:lnTo>
                  <a:cubicBezTo>
                    <a:pt x="698457" y="560043"/>
                    <a:pt x="719245" y="525726"/>
                    <a:pt x="712253" y="451215"/>
                  </a:cubicBezTo>
                  <a:cubicBezTo>
                    <a:pt x="708455" y="410701"/>
                    <a:pt x="691873" y="382000"/>
                    <a:pt x="677277" y="356670"/>
                  </a:cubicBezTo>
                  <a:cubicBezTo>
                    <a:pt x="663015" y="331954"/>
                    <a:pt x="649540" y="308607"/>
                    <a:pt x="649540" y="278005"/>
                  </a:cubicBezTo>
                  <a:cubicBezTo>
                    <a:pt x="649540" y="217969"/>
                    <a:pt x="744631" y="205889"/>
                    <a:pt x="745599" y="205756"/>
                  </a:cubicBezTo>
                  <a:cubicBezTo>
                    <a:pt x="747261" y="205554"/>
                    <a:pt x="748448" y="204043"/>
                    <a:pt x="748244" y="202379"/>
                  </a:cubicBezTo>
                  <a:cubicBezTo>
                    <a:pt x="748244" y="202377"/>
                    <a:pt x="748244" y="202376"/>
                    <a:pt x="748244" y="202374"/>
                  </a:cubicBezTo>
                  <a:cubicBezTo>
                    <a:pt x="748048" y="200710"/>
                    <a:pt x="746540" y="199520"/>
                    <a:pt x="744878" y="199716"/>
                  </a:cubicBezTo>
                  <a:cubicBezTo>
                    <a:pt x="744874" y="199716"/>
                    <a:pt x="744874" y="199716"/>
                    <a:pt x="744874" y="199716"/>
                  </a:cubicBezTo>
                  <a:cubicBezTo>
                    <a:pt x="740735" y="200210"/>
                    <a:pt x="643465" y="212580"/>
                    <a:pt x="643465" y="278005"/>
                  </a:cubicBezTo>
                  <a:cubicBezTo>
                    <a:pt x="643465" y="310233"/>
                    <a:pt x="657332" y="334271"/>
                    <a:pt x="672010" y="359715"/>
                  </a:cubicBezTo>
                  <a:cubicBezTo>
                    <a:pt x="687017" y="385712"/>
                    <a:pt x="702526" y="412590"/>
                    <a:pt x="706202" y="451780"/>
                  </a:cubicBezTo>
                  <a:cubicBezTo>
                    <a:pt x="712998" y="524287"/>
                    <a:pt x="693950" y="555744"/>
                    <a:pt x="643022" y="639766"/>
                  </a:cubicBezTo>
                  <a:lnTo>
                    <a:pt x="631347" y="659049"/>
                  </a:lnTo>
                  <a:cubicBezTo>
                    <a:pt x="572326" y="756911"/>
                    <a:pt x="567560" y="810429"/>
                    <a:pt x="611711" y="879280"/>
                  </a:cubicBezTo>
                  <a:cubicBezTo>
                    <a:pt x="653154" y="943949"/>
                    <a:pt x="681980" y="1053843"/>
                    <a:pt x="628309" y="1092056"/>
                  </a:cubicBezTo>
                  <a:cubicBezTo>
                    <a:pt x="626941" y="1093028"/>
                    <a:pt x="626620" y="1094925"/>
                    <a:pt x="627592" y="1096293"/>
                  </a:cubicBezTo>
                  <a:cubicBezTo>
                    <a:pt x="627596" y="1096293"/>
                    <a:pt x="627596" y="1096297"/>
                    <a:pt x="627600" y="1096301"/>
                  </a:cubicBezTo>
                  <a:cubicBezTo>
                    <a:pt x="628168" y="1097100"/>
                    <a:pt x="629089" y="1097579"/>
                    <a:pt x="630073" y="1097579"/>
                  </a:cubicBezTo>
                  <a:cubicBezTo>
                    <a:pt x="630704" y="1097582"/>
                    <a:pt x="631323" y="1097390"/>
                    <a:pt x="631837" y="1097026"/>
                  </a:cubicBezTo>
                  <a:close/>
                  <a:moveTo>
                    <a:pt x="354631" y="982895"/>
                  </a:moveTo>
                  <a:cubicBezTo>
                    <a:pt x="356296" y="982664"/>
                    <a:pt x="357460" y="981124"/>
                    <a:pt x="357229" y="979458"/>
                  </a:cubicBezTo>
                  <a:cubicBezTo>
                    <a:pt x="344001" y="884943"/>
                    <a:pt x="372573" y="789351"/>
                    <a:pt x="435498" y="717600"/>
                  </a:cubicBezTo>
                  <a:lnTo>
                    <a:pt x="452743" y="698611"/>
                  </a:lnTo>
                  <a:cubicBezTo>
                    <a:pt x="550577" y="590979"/>
                    <a:pt x="621274" y="513203"/>
                    <a:pt x="606118" y="407405"/>
                  </a:cubicBezTo>
                  <a:cubicBezTo>
                    <a:pt x="600411" y="367530"/>
                    <a:pt x="580760" y="327212"/>
                    <a:pt x="561759" y="288223"/>
                  </a:cubicBezTo>
                  <a:cubicBezTo>
                    <a:pt x="527924" y="218850"/>
                    <a:pt x="498717" y="158885"/>
                    <a:pt x="557287" y="122517"/>
                  </a:cubicBezTo>
                  <a:cubicBezTo>
                    <a:pt x="649415" y="65295"/>
                    <a:pt x="766348" y="125884"/>
                    <a:pt x="767524" y="126511"/>
                  </a:cubicBezTo>
                  <a:cubicBezTo>
                    <a:pt x="768997" y="127297"/>
                    <a:pt x="770828" y="126741"/>
                    <a:pt x="771611" y="125269"/>
                  </a:cubicBezTo>
                  <a:cubicBezTo>
                    <a:pt x="771619" y="125260"/>
                    <a:pt x="771623" y="125251"/>
                    <a:pt x="771627" y="125241"/>
                  </a:cubicBezTo>
                  <a:cubicBezTo>
                    <a:pt x="772415" y="123763"/>
                    <a:pt x="771858" y="121926"/>
                    <a:pt x="770377" y="121137"/>
                  </a:cubicBezTo>
                  <a:cubicBezTo>
                    <a:pt x="770373" y="121135"/>
                    <a:pt x="770369" y="121132"/>
                    <a:pt x="770365" y="121130"/>
                  </a:cubicBezTo>
                  <a:cubicBezTo>
                    <a:pt x="769189" y="120499"/>
                    <a:pt x="649231" y="58248"/>
                    <a:pt x="554077" y="117344"/>
                  </a:cubicBezTo>
                  <a:cubicBezTo>
                    <a:pt x="490843" y="156627"/>
                    <a:pt x="522632" y="221845"/>
                    <a:pt x="556284" y="290896"/>
                  </a:cubicBezTo>
                  <a:cubicBezTo>
                    <a:pt x="575097" y="329454"/>
                    <a:pt x="594517" y="369337"/>
                    <a:pt x="600094" y="408264"/>
                  </a:cubicBezTo>
                  <a:cubicBezTo>
                    <a:pt x="614831" y="511224"/>
                    <a:pt x="544953" y="588110"/>
                    <a:pt x="448244" y="694511"/>
                  </a:cubicBezTo>
                  <a:lnTo>
                    <a:pt x="430959" y="713551"/>
                  </a:lnTo>
                  <a:cubicBezTo>
                    <a:pt x="366847" y="786635"/>
                    <a:pt x="337734" y="884015"/>
                    <a:pt x="351209" y="980297"/>
                  </a:cubicBezTo>
                  <a:cubicBezTo>
                    <a:pt x="351421" y="981798"/>
                    <a:pt x="352706" y="982919"/>
                    <a:pt x="354223" y="982919"/>
                  </a:cubicBezTo>
                  <a:cubicBezTo>
                    <a:pt x="354360" y="982927"/>
                    <a:pt x="354493" y="982923"/>
                    <a:pt x="354631" y="982911"/>
                  </a:cubicBezTo>
                  <a:close/>
                  <a:moveTo>
                    <a:pt x="63774" y="1656454"/>
                  </a:moveTo>
                  <a:cubicBezTo>
                    <a:pt x="64836" y="1655153"/>
                    <a:pt x="64648" y="1653237"/>
                    <a:pt x="63346" y="1652175"/>
                  </a:cubicBezTo>
                  <a:cubicBezTo>
                    <a:pt x="62586" y="1651555"/>
                    <a:pt x="-12203" y="1588772"/>
                    <a:pt x="25552" y="1473955"/>
                  </a:cubicBezTo>
                  <a:cubicBezTo>
                    <a:pt x="48853" y="1403062"/>
                    <a:pt x="117935" y="1367706"/>
                    <a:pt x="184724" y="1333514"/>
                  </a:cubicBezTo>
                  <a:cubicBezTo>
                    <a:pt x="229157" y="1310782"/>
                    <a:pt x="271129" y="1289284"/>
                    <a:pt x="300850" y="1258083"/>
                  </a:cubicBezTo>
                  <a:cubicBezTo>
                    <a:pt x="376547" y="1178587"/>
                    <a:pt x="350108" y="1119197"/>
                    <a:pt x="348948" y="1116709"/>
                  </a:cubicBezTo>
                  <a:cubicBezTo>
                    <a:pt x="348238" y="1115192"/>
                    <a:pt x="346435" y="1114534"/>
                    <a:pt x="344915" y="1115239"/>
                  </a:cubicBezTo>
                  <a:cubicBezTo>
                    <a:pt x="343394" y="1115937"/>
                    <a:pt x="342728" y="1117736"/>
                    <a:pt x="343425" y="1119256"/>
                  </a:cubicBezTo>
                  <a:cubicBezTo>
                    <a:pt x="343425" y="1119264"/>
                    <a:pt x="343429" y="1119268"/>
                    <a:pt x="343433" y="1119276"/>
                  </a:cubicBezTo>
                  <a:cubicBezTo>
                    <a:pt x="343692" y="1119852"/>
                    <a:pt x="369073" y="1177607"/>
                    <a:pt x="296440" y="1253893"/>
                  </a:cubicBezTo>
                  <a:cubicBezTo>
                    <a:pt x="267437" y="1284342"/>
                    <a:pt x="225924" y="1305597"/>
                    <a:pt x="181957" y="1328101"/>
                  </a:cubicBezTo>
                  <a:cubicBezTo>
                    <a:pt x="114062" y="1362850"/>
                    <a:pt x="43856" y="1398786"/>
                    <a:pt x="19771" y="1472058"/>
                  </a:cubicBezTo>
                  <a:cubicBezTo>
                    <a:pt x="-19320" y="1590970"/>
                    <a:pt x="58714" y="1656266"/>
                    <a:pt x="59498" y="1656890"/>
                  </a:cubicBezTo>
                  <a:cubicBezTo>
                    <a:pt x="60042" y="1657332"/>
                    <a:pt x="60720" y="1657575"/>
                    <a:pt x="61422" y="1657575"/>
                  </a:cubicBezTo>
                  <a:cubicBezTo>
                    <a:pt x="62331" y="1657579"/>
                    <a:pt x="63197" y="1657176"/>
                    <a:pt x="63774" y="165647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2" name="Google Shape;332;p22"/>
            <p:cNvSpPr/>
            <p:nvPr/>
          </p:nvSpPr>
          <p:spPr>
            <a:xfrm>
              <a:off x="5624063" y="3873999"/>
              <a:ext cx="145010" cy="446842"/>
            </a:xfrm>
            <a:custGeom>
              <a:avLst/>
              <a:gdLst/>
              <a:ahLst/>
              <a:cxnLst/>
              <a:rect l="l" t="t" r="r" b="b"/>
              <a:pathLst>
                <a:path w="145010" h="446842" extrusionOk="0">
                  <a:moveTo>
                    <a:pt x="153827" y="6564"/>
                  </a:moveTo>
                  <a:cubicBezTo>
                    <a:pt x="153827" y="6564"/>
                    <a:pt x="68523" y="24502"/>
                    <a:pt x="39292" y="91115"/>
                  </a:cubicBezTo>
                  <a:cubicBezTo>
                    <a:pt x="10062" y="157728"/>
                    <a:pt x="6049" y="311526"/>
                    <a:pt x="10188" y="353048"/>
                  </a:cubicBezTo>
                  <a:cubicBezTo>
                    <a:pt x="12508" y="386460"/>
                    <a:pt x="12508" y="419994"/>
                    <a:pt x="10188" y="453406"/>
                  </a:cubicBezTo>
                  <a:lnTo>
                    <a:pt x="126854" y="41578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3" name="Google Shape;333;p22"/>
            <p:cNvSpPr/>
            <p:nvPr/>
          </p:nvSpPr>
          <p:spPr>
            <a:xfrm>
              <a:off x="5058858" y="4091636"/>
              <a:ext cx="562436" cy="1293231"/>
            </a:xfrm>
            <a:custGeom>
              <a:avLst/>
              <a:gdLst/>
              <a:ahLst/>
              <a:cxnLst/>
              <a:rect l="l" t="t" r="r" b="b"/>
              <a:pathLst>
                <a:path w="562436" h="1293231" extrusionOk="0">
                  <a:moveTo>
                    <a:pt x="571254" y="6564"/>
                  </a:moveTo>
                  <a:cubicBezTo>
                    <a:pt x="571254" y="6564"/>
                    <a:pt x="296274" y="160362"/>
                    <a:pt x="283732" y="185324"/>
                  </a:cubicBezTo>
                  <a:cubicBezTo>
                    <a:pt x="271190" y="210286"/>
                    <a:pt x="13016" y="988186"/>
                    <a:pt x="8877" y="1042002"/>
                  </a:cubicBezTo>
                  <a:cubicBezTo>
                    <a:pt x="4739" y="1095818"/>
                    <a:pt x="212976" y="1299795"/>
                    <a:pt x="212976" y="1299795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4" name="Google Shape;334;p22"/>
            <p:cNvSpPr/>
            <p:nvPr/>
          </p:nvSpPr>
          <p:spPr>
            <a:xfrm>
              <a:off x="5058603" y="3874011"/>
              <a:ext cx="1383382" cy="1532729"/>
            </a:xfrm>
            <a:custGeom>
              <a:avLst/>
              <a:gdLst/>
              <a:ahLst/>
              <a:cxnLst/>
              <a:rect l="l" t="t" r="r" b="b"/>
              <a:pathLst>
                <a:path w="1383382" h="1532729" extrusionOk="0">
                  <a:moveTo>
                    <a:pt x="735344" y="112178"/>
                  </a:moveTo>
                  <a:cubicBezTo>
                    <a:pt x="700200" y="113001"/>
                    <a:pt x="666392" y="125793"/>
                    <a:pt x="639501" y="148435"/>
                  </a:cubicBezTo>
                  <a:cubicBezTo>
                    <a:pt x="590200" y="187197"/>
                    <a:pt x="585058" y="257071"/>
                    <a:pt x="585058" y="257071"/>
                  </a:cubicBezTo>
                  <a:cubicBezTo>
                    <a:pt x="585058" y="257071"/>
                    <a:pt x="569502" y="174275"/>
                    <a:pt x="600606" y="101905"/>
                  </a:cubicBezTo>
                  <a:cubicBezTo>
                    <a:pt x="631710" y="29535"/>
                    <a:pt x="719279" y="6564"/>
                    <a:pt x="719279" y="6564"/>
                  </a:cubicBezTo>
                  <a:close/>
                  <a:moveTo>
                    <a:pt x="606877" y="592765"/>
                  </a:moveTo>
                  <a:lnTo>
                    <a:pt x="580409" y="649470"/>
                  </a:lnTo>
                  <a:lnTo>
                    <a:pt x="754529" y="819447"/>
                  </a:lnTo>
                  <a:close/>
                  <a:moveTo>
                    <a:pt x="404032" y="718089"/>
                  </a:moveTo>
                  <a:cubicBezTo>
                    <a:pt x="404032" y="718089"/>
                    <a:pt x="462238" y="583610"/>
                    <a:pt x="480553" y="614227"/>
                  </a:cubicBezTo>
                  <a:cubicBezTo>
                    <a:pt x="498868" y="644845"/>
                    <a:pt x="382570" y="776178"/>
                    <a:pt x="428493" y="794493"/>
                  </a:cubicBezTo>
                  <a:cubicBezTo>
                    <a:pt x="474415" y="812808"/>
                    <a:pt x="541397" y="745568"/>
                    <a:pt x="520318" y="800513"/>
                  </a:cubicBezTo>
                  <a:cubicBezTo>
                    <a:pt x="499240" y="855458"/>
                    <a:pt x="462254" y="919680"/>
                    <a:pt x="462254" y="947280"/>
                  </a:cubicBezTo>
                  <a:cubicBezTo>
                    <a:pt x="462254" y="974880"/>
                    <a:pt x="474795" y="1246716"/>
                    <a:pt x="474795" y="1246716"/>
                  </a:cubicBezTo>
                  <a:lnTo>
                    <a:pt x="477931" y="1265031"/>
                  </a:lnTo>
                  <a:lnTo>
                    <a:pt x="451750" y="1269472"/>
                  </a:lnTo>
                  <a:lnTo>
                    <a:pt x="434818" y="1279623"/>
                  </a:lnTo>
                  <a:cubicBezTo>
                    <a:pt x="434818" y="1279623"/>
                    <a:pt x="401394" y="1250357"/>
                    <a:pt x="401394" y="1216741"/>
                  </a:cubicBezTo>
                  <a:cubicBezTo>
                    <a:pt x="401394" y="1183125"/>
                    <a:pt x="395249" y="1048641"/>
                    <a:pt x="395249" y="1018157"/>
                  </a:cubicBezTo>
                  <a:cubicBezTo>
                    <a:pt x="395249" y="987672"/>
                    <a:pt x="380947" y="880165"/>
                    <a:pt x="380947" y="880165"/>
                  </a:cubicBezTo>
                  <a:close/>
                  <a:moveTo>
                    <a:pt x="527346" y="267857"/>
                  </a:moveTo>
                  <a:lnTo>
                    <a:pt x="527346" y="502068"/>
                  </a:lnTo>
                  <a:lnTo>
                    <a:pt x="674995" y="464309"/>
                  </a:lnTo>
                  <a:lnTo>
                    <a:pt x="724178" y="407612"/>
                  </a:lnTo>
                  <a:lnTo>
                    <a:pt x="572779" y="437838"/>
                  </a:lnTo>
                  <a:lnTo>
                    <a:pt x="582691" y="226712"/>
                  </a:lnTo>
                  <a:close/>
                  <a:moveTo>
                    <a:pt x="376558" y="351405"/>
                  </a:moveTo>
                  <a:cubicBezTo>
                    <a:pt x="376558" y="351405"/>
                    <a:pt x="309192" y="424795"/>
                    <a:pt x="312202" y="443118"/>
                  </a:cubicBezTo>
                  <a:cubicBezTo>
                    <a:pt x="315212" y="461440"/>
                    <a:pt x="394873" y="495053"/>
                    <a:pt x="376558" y="516378"/>
                  </a:cubicBezTo>
                  <a:cubicBezTo>
                    <a:pt x="358243" y="537703"/>
                    <a:pt x="312202" y="485893"/>
                    <a:pt x="303047" y="495053"/>
                  </a:cubicBezTo>
                  <a:cubicBezTo>
                    <a:pt x="293891" y="504212"/>
                    <a:pt x="125537" y="1078640"/>
                    <a:pt x="140842" y="1087537"/>
                  </a:cubicBezTo>
                  <a:cubicBezTo>
                    <a:pt x="156147" y="1096434"/>
                    <a:pt x="192902" y="1063076"/>
                    <a:pt x="202061" y="1084527"/>
                  </a:cubicBezTo>
                  <a:cubicBezTo>
                    <a:pt x="211221" y="1105977"/>
                    <a:pt x="49016" y="1166946"/>
                    <a:pt x="82636" y="1184885"/>
                  </a:cubicBezTo>
                  <a:cubicBezTo>
                    <a:pt x="116256" y="1202824"/>
                    <a:pt x="198926" y="1163434"/>
                    <a:pt x="182994" y="1169580"/>
                  </a:cubicBezTo>
                  <a:cubicBezTo>
                    <a:pt x="167062" y="1175725"/>
                    <a:pt x="121774" y="1233684"/>
                    <a:pt x="134069" y="1258157"/>
                  </a:cubicBezTo>
                  <a:cubicBezTo>
                    <a:pt x="146364" y="1282629"/>
                    <a:pt x="277454" y="1406562"/>
                    <a:pt x="277454" y="1406562"/>
                  </a:cubicBezTo>
                  <a:cubicBezTo>
                    <a:pt x="261408" y="1413174"/>
                    <a:pt x="261039" y="1431430"/>
                    <a:pt x="267075" y="1447715"/>
                  </a:cubicBezTo>
                  <a:cubicBezTo>
                    <a:pt x="270567" y="1463482"/>
                    <a:pt x="271876" y="1477423"/>
                    <a:pt x="284606" y="1487359"/>
                  </a:cubicBezTo>
                  <a:cubicBezTo>
                    <a:pt x="284606" y="1487359"/>
                    <a:pt x="241102" y="1472304"/>
                    <a:pt x="235717" y="1503667"/>
                  </a:cubicBezTo>
                  <a:cubicBezTo>
                    <a:pt x="232648" y="1520022"/>
                    <a:pt x="239213" y="1522664"/>
                    <a:pt x="238691" y="1539294"/>
                  </a:cubicBezTo>
                  <a:lnTo>
                    <a:pt x="152760" y="1454244"/>
                  </a:lnTo>
                  <a:cubicBezTo>
                    <a:pt x="82761" y="1382991"/>
                    <a:pt x="25809" y="1316253"/>
                    <a:pt x="8999" y="1258925"/>
                  </a:cubicBezTo>
                  <a:cubicBezTo>
                    <a:pt x="8999" y="1258925"/>
                    <a:pt x="5985" y="1267332"/>
                    <a:pt x="24430" y="1200092"/>
                  </a:cubicBezTo>
                  <a:cubicBezTo>
                    <a:pt x="42874" y="1132852"/>
                    <a:pt x="226396" y="558428"/>
                    <a:pt x="226396" y="558428"/>
                  </a:cubicBezTo>
                  <a:cubicBezTo>
                    <a:pt x="226396" y="558428"/>
                    <a:pt x="267941" y="423211"/>
                    <a:pt x="283854" y="402247"/>
                  </a:cubicBezTo>
                  <a:cubicBezTo>
                    <a:pt x="299766" y="381282"/>
                    <a:pt x="376565" y="351405"/>
                    <a:pt x="376565" y="351405"/>
                  </a:cubicBezTo>
                  <a:close/>
                  <a:moveTo>
                    <a:pt x="1291826" y="764271"/>
                  </a:moveTo>
                  <a:lnTo>
                    <a:pt x="1262470" y="511247"/>
                  </a:lnTo>
                  <a:lnTo>
                    <a:pt x="1392200" y="797013"/>
                  </a:lnTo>
                  <a:lnTo>
                    <a:pt x="1297744" y="80127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5" name="Google Shape;335;p22"/>
            <p:cNvSpPr/>
            <p:nvPr/>
          </p:nvSpPr>
          <p:spPr>
            <a:xfrm>
              <a:off x="5383051" y="5207228"/>
              <a:ext cx="383701" cy="195284"/>
            </a:xfrm>
            <a:custGeom>
              <a:avLst/>
              <a:gdLst/>
              <a:ahLst/>
              <a:cxnLst/>
              <a:rect l="l" t="t" r="r" b="b"/>
              <a:pathLst>
                <a:path w="383701" h="195284" extrusionOk="0">
                  <a:moveTo>
                    <a:pt x="190199" y="9292"/>
                  </a:moveTo>
                  <a:lnTo>
                    <a:pt x="227856" y="40011"/>
                  </a:lnTo>
                  <a:cubicBezTo>
                    <a:pt x="227856" y="40011"/>
                    <a:pt x="239935" y="49304"/>
                    <a:pt x="253410" y="49770"/>
                  </a:cubicBezTo>
                  <a:cubicBezTo>
                    <a:pt x="266885" y="50237"/>
                    <a:pt x="392518" y="30566"/>
                    <a:pt x="392518" y="30566"/>
                  </a:cubicBezTo>
                  <a:lnTo>
                    <a:pt x="392518" y="107020"/>
                  </a:lnTo>
                  <a:lnTo>
                    <a:pt x="201836" y="145645"/>
                  </a:lnTo>
                  <a:lnTo>
                    <a:pt x="128191" y="150740"/>
                  </a:lnTo>
                  <a:lnTo>
                    <a:pt x="110308" y="172124"/>
                  </a:lnTo>
                  <a:lnTo>
                    <a:pt x="86145" y="190309"/>
                  </a:lnTo>
                  <a:lnTo>
                    <a:pt x="46168" y="201848"/>
                  </a:lnTo>
                  <a:lnTo>
                    <a:pt x="8817" y="135262"/>
                  </a:lnTo>
                  <a:lnTo>
                    <a:pt x="71259" y="36299"/>
                  </a:lnTo>
                  <a:lnTo>
                    <a:pt x="133968" y="6564"/>
                  </a:lnTo>
                  <a:close/>
                </a:path>
              </a:pathLst>
            </a:custGeom>
            <a:solidFill>
              <a:srgbClr val="C07560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6" name="Google Shape;336;p22"/>
            <p:cNvSpPr/>
            <p:nvPr/>
          </p:nvSpPr>
          <p:spPr>
            <a:xfrm>
              <a:off x="5052813" y="3789739"/>
              <a:ext cx="1489696" cy="1697951"/>
            </a:xfrm>
            <a:custGeom>
              <a:avLst/>
              <a:gdLst/>
              <a:ahLst/>
              <a:cxnLst/>
              <a:rect l="l" t="t" r="r" b="b"/>
              <a:pathLst>
                <a:path w="1489696" h="1697951" extrusionOk="0">
                  <a:moveTo>
                    <a:pt x="928831" y="184758"/>
                  </a:moveTo>
                  <a:cubicBezTo>
                    <a:pt x="929042" y="186494"/>
                    <a:pt x="947644" y="460467"/>
                    <a:pt x="945555" y="633332"/>
                  </a:cubicBezTo>
                  <a:cubicBezTo>
                    <a:pt x="942846" y="855648"/>
                    <a:pt x="921408" y="886701"/>
                    <a:pt x="903046" y="888912"/>
                  </a:cubicBezTo>
                  <a:cubicBezTo>
                    <a:pt x="902489" y="888978"/>
                    <a:pt x="901929" y="889014"/>
                    <a:pt x="901368" y="889014"/>
                  </a:cubicBezTo>
                  <a:cubicBezTo>
                    <a:pt x="868144" y="889014"/>
                    <a:pt x="835422" y="772100"/>
                    <a:pt x="826062" y="735768"/>
                  </a:cubicBezTo>
                  <a:cubicBezTo>
                    <a:pt x="807085" y="669888"/>
                    <a:pt x="794425" y="602350"/>
                    <a:pt x="788253" y="534068"/>
                  </a:cubicBezTo>
                  <a:cubicBezTo>
                    <a:pt x="777278" y="420713"/>
                    <a:pt x="750960" y="295734"/>
                    <a:pt x="738316" y="235666"/>
                  </a:cubicBezTo>
                  <a:cubicBezTo>
                    <a:pt x="736443" y="226769"/>
                    <a:pt x="734899" y="219440"/>
                    <a:pt x="733786" y="213965"/>
                  </a:cubicBezTo>
                  <a:cubicBezTo>
                    <a:pt x="729510" y="192801"/>
                    <a:pt x="725320" y="142727"/>
                    <a:pt x="722192" y="97812"/>
                  </a:cubicBezTo>
                  <a:cubicBezTo>
                    <a:pt x="705198" y="102366"/>
                    <a:pt x="640137" y="123064"/>
                    <a:pt x="616116" y="177821"/>
                  </a:cubicBezTo>
                  <a:cubicBezTo>
                    <a:pt x="587505" y="243062"/>
                    <a:pt x="583585" y="397425"/>
                    <a:pt x="587505" y="436700"/>
                  </a:cubicBezTo>
                  <a:cubicBezTo>
                    <a:pt x="589637" y="467467"/>
                    <a:pt x="589829" y="498339"/>
                    <a:pt x="588081" y="529133"/>
                  </a:cubicBezTo>
                  <a:lnTo>
                    <a:pt x="696254" y="494251"/>
                  </a:lnTo>
                  <a:cubicBezTo>
                    <a:pt x="699448" y="493225"/>
                    <a:pt x="702874" y="494976"/>
                    <a:pt x="703909" y="498171"/>
                  </a:cubicBezTo>
                  <a:cubicBezTo>
                    <a:pt x="704935" y="501369"/>
                    <a:pt x="703184" y="504794"/>
                    <a:pt x="699989" y="505829"/>
                  </a:cubicBezTo>
                  <a:lnTo>
                    <a:pt x="583327" y="543455"/>
                  </a:lnTo>
                  <a:cubicBezTo>
                    <a:pt x="582727" y="543651"/>
                    <a:pt x="582096" y="543749"/>
                    <a:pt x="581465" y="543749"/>
                  </a:cubicBezTo>
                  <a:cubicBezTo>
                    <a:pt x="580105" y="543749"/>
                    <a:pt x="578784" y="543294"/>
                    <a:pt x="577714" y="542455"/>
                  </a:cubicBezTo>
                  <a:cubicBezTo>
                    <a:pt x="576123" y="541213"/>
                    <a:pt x="575253" y="539257"/>
                    <a:pt x="575398" y="537242"/>
                  </a:cubicBezTo>
                  <a:cubicBezTo>
                    <a:pt x="577679" y="504112"/>
                    <a:pt x="577679" y="470861"/>
                    <a:pt x="575398" y="437731"/>
                  </a:cubicBezTo>
                  <a:cubicBezTo>
                    <a:pt x="573340" y="417123"/>
                    <a:pt x="573258" y="367939"/>
                    <a:pt x="577436" y="315381"/>
                  </a:cubicBezTo>
                  <a:cubicBezTo>
                    <a:pt x="471571" y="374677"/>
                    <a:pt x="303691" y="473150"/>
                    <a:pt x="295245" y="489968"/>
                  </a:cubicBezTo>
                  <a:cubicBezTo>
                    <a:pt x="278878" y="522521"/>
                    <a:pt x="24764" y="1295616"/>
                    <a:pt x="21013" y="1344380"/>
                  </a:cubicBezTo>
                  <a:cubicBezTo>
                    <a:pt x="17792" y="1386203"/>
                    <a:pt x="165954" y="1541181"/>
                    <a:pt x="223309" y="1597369"/>
                  </a:cubicBezTo>
                  <a:cubicBezTo>
                    <a:pt x="225712" y="1599712"/>
                    <a:pt x="225759" y="1603557"/>
                    <a:pt x="223415" y="1605960"/>
                  </a:cubicBezTo>
                  <a:cubicBezTo>
                    <a:pt x="223411" y="1605964"/>
                    <a:pt x="223411" y="1605964"/>
                    <a:pt x="223407" y="1605968"/>
                  </a:cubicBezTo>
                  <a:cubicBezTo>
                    <a:pt x="222263" y="1607135"/>
                    <a:pt x="220695" y="1607798"/>
                    <a:pt x="219061" y="1607794"/>
                  </a:cubicBezTo>
                  <a:cubicBezTo>
                    <a:pt x="217469" y="1607798"/>
                    <a:pt x="215941" y="1607171"/>
                    <a:pt x="214808" y="1606054"/>
                  </a:cubicBezTo>
                  <a:cubicBezTo>
                    <a:pt x="193283" y="1584976"/>
                    <a:pt x="4646" y="1398502"/>
                    <a:pt x="8887" y="1343459"/>
                  </a:cubicBezTo>
                  <a:cubicBezTo>
                    <a:pt x="12661" y="1294369"/>
                    <a:pt x="267954" y="517211"/>
                    <a:pt x="284369" y="484516"/>
                  </a:cubicBezTo>
                  <a:cubicBezTo>
                    <a:pt x="297110" y="459170"/>
                    <a:pt x="528150" y="329013"/>
                    <a:pt x="574367" y="303173"/>
                  </a:cubicBezTo>
                  <a:cubicBezTo>
                    <a:pt x="575645" y="302463"/>
                    <a:pt x="577142" y="302252"/>
                    <a:pt x="578569" y="302581"/>
                  </a:cubicBezTo>
                  <a:cubicBezTo>
                    <a:pt x="583052" y="253981"/>
                    <a:pt x="591236" y="204280"/>
                    <a:pt x="604989" y="172933"/>
                  </a:cubicBezTo>
                  <a:cubicBezTo>
                    <a:pt x="632753" y="109676"/>
                    <a:pt x="706958" y="88935"/>
                    <a:pt x="721369" y="85446"/>
                  </a:cubicBezTo>
                  <a:cubicBezTo>
                    <a:pt x="718830" y="47499"/>
                    <a:pt x="717160" y="15863"/>
                    <a:pt x="717011" y="12986"/>
                  </a:cubicBezTo>
                  <a:cubicBezTo>
                    <a:pt x="716835" y="9631"/>
                    <a:pt x="719414" y="6770"/>
                    <a:pt x="722768" y="6594"/>
                  </a:cubicBezTo>
                  <a:cubicBezTo>
                    <a:pt x="722768" y="6594"/>
                    <a:pt x="722768" y="6594"/>
                    <a:pt x="722768" y="6594"/>
                  </a:cubicBezTo>
                  <a:cubicBezTo>
                    <a:pt x="726578" y="6245"/>
                    <a:pt x="728988" y="9004"/>
                    <a:pt x="729161" y="12351"/>
                  </a:cubicBezTo>
                  <a:cubicBezTo>
                    <a:pt x="729247" y="13919"/>
                    <a:pt x="737517" y="170942"/>
                    <a:pt x="745736" y="211551"/>
                  </a:cubicBezTo>
                  <a:cubicBezTo>
                    <a:pt x="746841" y="217002"/>
                    <a:pt x="748369" y="224300"/>
                    <a:pt x="750247" y="233158"/>
                  </a:cubicBezTo>
                  <a:cubicBezTo>
                    <a:pt x="762938" y="293437"/>
                    <a:pt x="789362" y="418871"/>
                    <a:pt x="800387" y="532935"/>
                  </a:cubicBezTo>
                  <a:cubicBezTo>
                    <a:pt x="806497" y="600512"/>
                    <a:pt x="819027" y="667352"/>
                    <a:pt x="837812" y="732554"/>
                  </a:cubicBezTo>
                  <a:cubicBezTo>
                    <a:pt x="856092" y="803494"/>
                    <a:pt x="885311" y="878827"/>
                    <a:pt x="901603" y="876832"/>
                  </a:cubicBezTo>
                  <a:cubicBezTo>
                    <a:pt x="908376" y="876017"/>
                    <a:pt x="930685" y="856029"/>
                    <a:pt x="933393" y="633184"/>
                  </a:cubicBezTo>
                  <a:cubicBezTo>
                    <a:pt x="934247" y="563279"/>
                    <a:pt x="931700" y="476752"/>
                    <a:pt x="928357" y="398396"/>
                  </a:cubicBezTo>
                  <a:cubicBezTo>
                    <a:pt x="925319" y="407803"/>
                    <a:pt x="914894" y="424217"/>
                    <a:pt x="878863" y="430876"/>
                  </a:cubicBezTo>
                  <a:cubicBezTo>
                    <a:pt x="874928" y="431601"/>
                    <a:pt x="870935" y="431962"/>
                    <a:pt x="866933" y="431962"/>
                  </a:cubicBezTo>
                  <a:cubicBezTo>
                    <a:pt x="823037" y="431962"/>
                    <a:pt x="786912" y="389108"/>
                    <a:pt x="785270" y="387125"/>
                  </a:cubicBezTo>
                  <a:cubicBezTo>
                    <a:pt x="783122" y="384546"/>
                    <a:pt x="783475" y="380713"/>
                    <a:pt x="786054" y="378565"/>
                  </a:cubicBezTo>
                  <a:cubicBezTo>
                    <a:pt x="788637" y="376417"/>
                    <a:pt x="792470" y="376770"/>
                    <a:pt x="794617" y="379349"/>
                  </a:cubicBezTo>
                  <a:cubicBezTo>
                    <a:pt x="795009" y="379827"/>
                    <a:pt x="834532" y="426674"/>
                    <a:pt x="876649" y="418906"/>
                  </a:cubicBezTo>
                  <a:cubicBezTo>
                    <a:pt x="916477" y="411550"/>
                    <a:pt x="917410" y="392435"/>
                    <a:pt x="917441" y="391624"/>
                  </a:cubicBezTo>
                  <a:cubicBezTo>
                    <a:pt x="917539" y="388312"/>
                    <a:pt x="920408" y="385529"/>
                    <a:pt x="923567" y="385635"/>
                  </a:cubicBezTo>
                  <a:cubicBezTo>
                    <a:pt x="925186" y="385635"/>
                    <a:pt x="926738" y="386282"/>
                    <a:pt x="927878" y="387434"/>
                  </a:cubicBezTo>
                  <a:cubicBezTo>
                    <a:pt x="923038" y="277415"/>
                    <a:pt x="916842" y="186153"/>
                    <a:pt x="916736" y="184578"/>
                  </a:cubicBezTo>
                  <a:lnTo>
                    <a:pt x="925029" y="100383"/>
                  </a:lnTo>
                  <a:cubicBezTo>
                    <a:pt x="925347" y="97028"/>
                    <a:pt x="928372" y="94504"/>
                    <a:pt x="931692" y="94931"/>
                  </a:cubicBezTo>
                  <a:cubicBezTo>
                    <a:pt x="935035" y="95264"/>
                    <a:pt x="937477" y="98243"/>
                    <a:pt x="937144" y="101586"/>
                  </a:cubicBezTo>
                  <a:cubicBezTo>
                    <a:pt x="937144" y="101586"/>
                    <a:pt x="937144" y="101590"/>
                    <a:pt x="937144" y="101594"/>
                  </a:cubicBezTo>
                  <a:close/>
                  <a:moveTo>
                    <a:pt x="605734" y="654168"/>
                  </a:moveTo>
                  <a:lnTo>
                    <a:pt x="731755" y="512096"/>
                  </a:lnTo>
                  <a:cubicBezTo>
                    <a:pt x="733989" y="509588"/>
                    <a:pt x="733762" y="505743"/>
                    <a:pt x="731254" y="503509"/>
                  </a:cubicBezTo>
                  <a:cubicBezTo>
                    <a:pt x="728738" y="501287"/>
                    <a:pt x="724897" y="501518"/>
                    <a:pt x="722666" y="504026"/>
                  </a:cubicBezTo>
                  <a:lnTo>
                    <a:pt x="593580" y="649543"/>
                  </a:lnTo>
                  <a:cubicBezTo>
                    <a:pt x="591769" y="651577"/>
                    <a:pt x="591534" y="654571"/>
                    <a:pt x="593004" y="656864"/>
                  </a:cubicBezTo>
                  <a:cubicBezTo>
                    <a:pt x="596923" y="662990"/>
                    <a:pt x="689650" y="807531"/>
                    <a:pt x="735275" y="857275"/>
                  </a:cubicBezTo>
                  <a:cubicBezTo>
                    <a:pt x="736427" y="858529"/>
                    <a:pt x="738054" y="859238"/>
                    <a:pt x="739759" y="859234"/>
                  </a:cubicBezTo>
                  <a:cubicBezTo>
                    <a:pt x="741283" y="859234"/>
                    <a:pt x="742749" y="858666"/>
                    <a:pt x="743874" y="857635"/>
                  </a:cubicBezTo>
                  <a:cubicBezTo>
                    <a:pt x="746347" y="855362"/>
                    <a:pt x="746512" y="851517"/>
                    <a:pt x="744242" y="849040"/>
                  </a:cubicBezTo>
                  <a:cubicBezTo>
                    <a:pt x="703407" y="804532"/>
                    <a:pt x="621093" y="677942"/>
                    <a:pt x="605734" y="654168"/>
                  </a:cubicBezTo>
                  <a:close/>
                  <a:moveTo>
                    <a:pt x="445237" y="601845"/>
                  </a:moveTo>
                  <a:cubicBezTo>
                    <a:pt x="441980" y="601120"/>
                    <a:pt x="438751" y="603177"/>
                    <a:pt x="438026" y="606434"/>
                  </a:cubicBezTo>
                  <a:cubicBezTo>
                    <a:pt x="438022" y="606462"/>
                    <a:pt x="438014" y="606485"/>
                    <a:pt x="438010" y="606513"/>
                  </a:cubicBezTo>
                  <a:lnTo>
                    <a:pt x="425468" y="664718"/>
                  </a:lnTo>
                  <a:cubicBezTo>
                    <a:pt x="424759" y="667999"/>
                    <a:pt x="426844" y="671236"/>
                    <a:pt x="430124" y="671946"/>
                  </a:cubicBezTo>
                  <a:cubicBezTo>
                    <a:pt x="430124" y="671946"/>
                    <a:pt x="430124" y="671946"/>
                    <a:pt x="430124" y="671946"/>
                  </a:cubicBezTo>
                  <a:cubicBezTo>
                    <a:pt x="430548" y="672032"/>
                    <a:pt x="430979" y="672079"/>
                    <a:pt x="431410" y="672079"/>
                  </a:cubicBezTo>
                  <a:cubicBezTo>
                    <a:pt x="434275" y="672079"/>
                    <a:pt x="436748" y="670080"/>
                    <a:pt x="437351" y="667278"/>
                  </a:cubicBezTo>
                  <a:lnTo>
                    <a:pt x="449893" y="609076"/>
                  </a:lnTo>
                  <a:cubicBezTo>
                    <a:pt x="450603" y="605795"/>
                    <a:pt x="448518" y="602558"/>
                    <a:pt x="445237" y="601845"/>
                  </a:cubicBezTo>
                  <a:close/>
                  <a:moveTo>
                    <a:pt x="236055" y="1229720"/>
                  </a:moveTo>
                  <a:cubicBezTo>
                    <a:pt x="266575" y="1231464"/>
                    <a:pt x="301931" y="1248219"/>
                    <a:pt x="334355" y="1268584"/>
                  </a:cubicBezTo>
                  <a:lnTo>
                    <a:pt x="417092" y="698491"/>
                  </a:lnTo>
                  <a:cubicBezTo>
                    <a:pt x="417606" y="695187"/>
                    <a:pt x="420667" y="692902"/>
                    <a:pt x="423979" y="693345"/>
                  </a:cubicBezTo>
                  <a:cubicBezTo>
                    <a:pt x="427302" y="693823"/>
                    <a:pt x="429607" y="696908"/>
                    <a:pt x="429125" y="700231"/>
                  </a:cubicBezTo>
                  <a:cubicBezTo>
                    <a:pt x="429125" y="700235"/>
                    <a:pt x="429125" y="700239"/>
                    <a:pt x="429125" y="700243"/>
                  </a:cubicBezTo>
                  <a:lnTo>
                    <a:pt x="391550" y="959099"/>
                  </a:lnTo>
                  <a:cubicBezTo>
                    <a:pt x="394580" y="959287"/>
                    <a:pt x="397104" y="961545"/>
                    <a:pt x="397308" y="964649"/>
                  </a:cubicBezTo>
                  <a:cubicBezTo>
                    <a:pt x="398005" y="974811"/>
                    <a:pt x="414274" y="1213878"/>
                    <a:pt x="414274" y="1247569"/>
                  </a:cubicBezTo>
                  <a:cubicBezTo>
                    <a:pt x="414274" y="1277179"/>
                    <a:pt x="410622" y="1315318"/>
                    <a:pt x="409681" y="1324631"/>
                  </a:cubicBezTo>
                  <a:cubicBezTo>
                    <a:pt x="424523" y="1337290"/>
                    <a:pt x="434279" y="1346536"/>
                    <a:pt x="435603" y="1347809"/>
                  </a:cubicBezTo>
                  <a:cubicBezTo>
                    <a:pt x="438026" y="1350130"/>
                    <a:pt x="438108" y="1353979"/>
                    <a:pt x="435784" y="1356401"/>
                  </a:cubicBezTo>
                  <a:cubicBezTo>
                    <a:pt x="435784" y="1356401"/>
                    <a:pt x="435780" y="1356405"/>
                    <a:pt x="435776" y="1356408"/>
                  </a:cubicBezTo>
                  <a:cubicBezTo>
                    <a:pt x="434631" y="1357604"/>
                    <a:pt x="433044" y="1358278"/>
                    <a:pt x="431390" y="1358278"/>
                  </a:cubicBezTo>
                  <a:cubicBezTo>
                    <a:pt x="429818" y="1358282"/>
                    <a:pt x="428310" y="1357671"/>
                    <a:pt x="427177" y="1356581"/>
                  </a:cubicBezTo>
                  <a:cubicBezTo>
                    <a:pt x="426025" y="1355476"/>
                    <a:pt x="311345" y="1246189"/>
                    <a:pt x="235353" y="1241851"/>
                  </a:cubicBezTo>
                  <a:cubicBezTo>
                    <a:pt x="160149" y="1237461"/>
                    <a:pt x="107787" y="1309365"/>
                    <a:pt x="107274" y="1310090"/>
                  </a:cubicBezTo>
                  <a:cubicBezTo>
                    <a:pt x="105306" y="1312810"/>
                    <a:pt x="101508" y="1313425"/>
                    <a:pt x="98785" y="1311462"/>
                  </a:cubicBezTo>
                  <a:cubicBezTo>
                    <a:pt x="96061" y="1309502"/>
                    <a:pt x="95437" y="1305708"/>
                    <a:pt x="97397" y="1302984"/>
                  </a:cubicBezTo>
                  <a:cubicBezTo>
                    <a:pt x="97397" y="1302980"/>
                    <a:pt x="97401" y="1302980"/>
                    <a:pt x="97401" y="1302976"/>
                  </a:cubicBezTo>
                  <a:cubicBezTo>
                    <a:pt x="99717" y="1299794"/>
                    <a:pt x="154576" y="1225393"/>
                    <a:pt x="236055" y="1229701"/>
                  </a:cubicBezTo>
                  <a:close/>
                  <a:moveTo>
                    <a:pt x="345294" y="1275702"/>
                  </a:moveTo>
                  <a:cubicBezTo>
                    <a:pt x="365193" y="1288934"/>
                    <a:pt x="383453" y="1302949"/>
                    <a:pt x="398374" y="1315193"/>
                  </a:cubicBezTo>
                  <a:cubicBezTo>
                    <a:pt x="399765" y="1300076"/>
                    <a:pt x="402113" y="1271073"/>
                    <a:pt x="402113" y="1247588"/>
                  </a:cubicBezTo>
                  <a:cubicBezTo>
                    <a:pt x="402113" y="1220757"/>
                    <a:pt x="391221" y="1055455"/>
                    <a:pt x="386918" y="991124"/>
                  </a:cubicBezTo>
                  <a:lnTo>
                    <a:pt x="345847" y="1274056"/>
                  </a:lnTo>
                  <a:cubicBezTo>
                    <a:pt x="345741" y="1274620"/>
                    <a:pt x="345557" y="1275169"/>
                    <a:pt x="345294" y="1275682"/>
                  </a:cubicBezTo>
                  <a:close/>
                  <a:moveTo>
                    <a:pt x="131374" y="1223622"/>
                  </a:moveTo>
                  <a:cubicBezTo>
                    <a:pt x="165194" y="1193055"/>
                    <a:pt x="215616" y="1189822"/>
                    <a:pt x="253061" y="1215818"/>
                  </a:cubicBezTo>
                  <a:cubicBezTo>
                    <a:pt x="255828" y="1217715"/>
                    <a:pt x="259610" y="1217022"/>
                    <a:pt x="261527" y="1214270"/>
                  </a:cubicBezTo>
                  <a:cubicBezTo>
                    <a:pt x="263427" y="1211499"/>
                    <a:pt x="262726" y="1207717"/>
                    <a:pt x="259959" y="1205812"/>
                  </a:cubicBezTo>
                  <a:cubicBezTo>
                    <a:pt x="217885" y="1176598"/>
                    <a:pt x="161231" y="1180227"/>
                    <a:pt x="123229" y="1214572"/>
                  </a:cubicBezTo>
                  <a:cubicBezTo>
                    <a:pt x="120733" y="1216814"/>
                    <a:pt x="120525" y="1220655"/>
                    <a:pt x="122763" y="1223151"/>
                  </a:cubicBezTo>
                  <a:cubicBezTo>
                    <a:pt x="122767" y="1223155"/>
                    <a:pt x="122771" y="1223159"/>
                    <a:pt x="122775" y="1223163"/>
                  </a:cubicBezTo>
                  <a:cubicBezTo>
                    <a:pt x="123927" y="1224449"/>
                    <a:pt x="125573" y="1225182"/>
                    <a:pt x="127298" y="1225178"/>
                  </a:cubicBezTo>
                  <a:cubicBezTo>
                    <a:pt x="128803" y="1225182"/>
                    <a:pt x="130253" y="1224625"/>
                    <a:pt x="131374" y="1223622"/>
                  </a:cubicBezTo>
                  <a:close/>
                  <a:moveTo>
                    <a:pt x="706836" y="1451848"/>
                  </a:moveTo>
                  <a:cubicBezTo>
                    <a:pt x="707424" y="1455152"/>
                    <a:pt x="705225" y="1458307"/>
                    <a:pt x="701925" y="1458903"/>
                  </a:cubicBezTo>
                  <a:cubicBezTo>
                    <a:pt x="692860" y="1460537"/>
                    <a:pt x="624111" y="1472722"/>
                    <a:pt x="590185" y="1472722"/>
                  </a:cubicBezTo>
                  <a:cubicBezTo>
                    <a:pt x="583805" y="1472722"/>
                    <a:pt x="578659" y="1472291"/>
                    <a:pt x="575374" y="1471276"/>
                  </a:cubicBezTo>
                  <a:cubicBezTo>
                    <a:pt x="557769" y="1465789"/>
                    <a:pt x="536753" y="1447388"/>
                    <a:pt x="524988" y="1436038"/>
                  </a:cubicBezTo>
                  <a:cubicBezTo>
                    <a:pt x="529554" y="1490332"/>
                    <a:pt x="525681" y="1534726"/>
                    <a:pt x="495451" y="1541526"/>
                  </a:cubicBezTo>
                  <a:cubicBezTo>
                    <a:pt x="493817" y="1541863"/>
                    <a:pt x="492148" y="1542035"/>
                    <a:pt x="490478" y="1542035"/>
                  </a:cubicBezTo>
                  <a:cubicBezTo>
                    <a:pt x="484916" y="1542035"/>
                    <a:pt x="477897" y="1540131"/>
                    <a:pt x="470423" y="1533382"/>
                  </a:cubicBezTo>
                  <a:cubicBezTo>
                    <a:pt x="459343" y="1523383"/>
                    <a:pt x="449842" y="1505006"/>
                    <a:pt x="442529" y="1483959"/>
                  </a:cubicBezTo>
                  <a:cubicBezTo>
                    <a:pt x="445327" y="1531383"/>
                    <a:pt x="439629" y="1568573"/>
                    <a:pt x="411633" y="1574774"/>
                  </a:cubicBezTo>
                  <a:cubicBezTo>
                    <a:pt x="410002" y="1575111"/>
                    <a:pt x="408345" y="1575279"/>
                    <a:pt x="406683" y="1575283"/>
                  </a:cubicBezTo>
                  <a:cubicBezTo>
                    <a:pt x="401121" y="1575283"/>
                    <a:pt x="394102" y="1573378"/>
                    <a:pt x="386631" y="1566629"/>
                  </a:cubicBezTo>
                  <a:cubicBezTo>
                    <a:pt x="383653" y="1563941"/>
                    <a:pt x="380819" y="1560523"/>
                    <a:pt x="378079" y="1556737"/>
                  </a:cubicBezTo>
                  <a:cubicBezTo>
                    <a:pt x="396892" y="1614057"/>
                    <a:pt x="394788" y="1646881"/>
                    <a:pt x="371942" y="1658553"/>
                  </a:cubicBezTo>
                  <a:cubicBezTo>
                    <a:pt x="368528" y="1660278"/>
                    <a:pt x="364754" y="1661171"/>
                    <a:pt x="360929" y="1661167"/>
                  </a:cubicBezTo>
                  <a:cubicBezTo>
                    <a:pt x="356676" y="1661167"/>
                    <a:pt x="351702" y="1660113"/>
                    <a:pt x="346035" y="1657197"/>
                  </a:cubicBezTo>
                  <a:cubicBezTo>
                    <a:pt x="338588" y="1653352"/>
                    <a:pt x="330946" y="1646666"/>
                    <a:pt x="323495" y="1638329"/>
                  </a:cubicBezTo>
                  <a:cubicBezTo>
                    <a:pt x="331965" y="1668759"/>
                    <a:pt x="332466" y="1693380"/>
                    <a:pt x="314026" y="1702489"/>
                  </a:cubicBezTo>
                  <a:cubicBezTo>
                    <a:pt x="311302" y="1703833"/>
                    <a:pt x="308304" y="1704527"/>
                    <a:pt x="305266" y="1704515"/>
                  </a:cubicBezTo>
                  <a:cubicBezTo>
                    <a:pt x="301809" y="1704515"/>
                    <a:pt x="297757" y="1703653"/>
                    <a:pt x="293163" y="1701250"/>
                  </a:cubicBezTo>
                  <a:cubicBezTo>
                    <a:pt x="266904" y="1687533"/>
                    <a:pt x="237717" y="1629527"/>
                    <a:pt x="233315" y="1600347"/>
                  </a:cubicBezTo>
                  <a:cubicBezTo>
                    <a:pt x="231591" y="1589687"/>
                    <a:pt x="235483" y="1578889"/>
                    <a:pt x="243608" y="1571775"/>
                  </a:cubicBezTo>
                  <a:cubicBezTo>
                    <a:pt x="246864" y="1569040"/>
                    <a:pt x="250541" y="1566849"/>
                    <a:pt x="254499" y="1565289"/>
                  </a:cubicBezTo>
                  <a:cubicBezTo>
                    <a:pt x="262420" y="1562208"/>
                    <a:pt x="271129" y="1561812"/>
                    <a:pt x="279297" y="1564160"/>
                  </a:cubicBezTo>
                  <a:cubicBezTo>
                    <a:pt x="273061" y="1548937"/>
                    <a:pt x="268605" y="1534530"/>
                    <a:pt x="266931" y="1523317"/>
                  </a:cubicBezTo>
                  <a:cubicBezTo>
                    <a:pt x="264494" y="1509744"/>
                    <a:pt x="269432" y="1495897"/>
                    <a:pt x="279908" y="1486930"/>
                  </a:cubicBezTo>
                  <a:cubicBezTo>
                    <a:pt x="283984" y="1483544"/>
                    <a:pt x="288570" y="1480820"/>
                    <a:pt x="293493" y="1478860"/>
                  </a:cubicBezTo>
                  <a:cubicBezTo>
                    <a:pt x="314908" y="1470335"/>
                    <a:pt x="338565" y="1477657"/>
                    <a:pt x="352047" y="1494984"/>
                  </a:cubicBezTo>
                  <a:cubicBezTo>
                    <a:pt x="344667" y="1466440"/>
                    <a:pt x="341246" y="1436664"/>
                    <a:pt x="343170" y="1417683"/>
                  </a:cubicBezTo>
                  <a:cubicBezTo>
                    <a:pt x="344197" y="1403969"/>
                    <a:pt x="352392" y="1391824"/>
                    <a:pt x="364726" y="1385741"/>
                  </a:cubicBezTo>
                  <a:cubicBezTo>
                    <a:pt x="369371" y="1383565"/>
                    <a:pt x="374321" y="1382111"/>
                    <a:pt x="379404" y="1381430"/>
                  </a:cubicBezTo>
                  <a:cubicBezTo>
                    <a:pt x="398217" y="1378898"/>
                    <a:pt x="415932" y="1387336"/>
                    <a:pt x="426546" y="1401653"/>
                  </a:cubicBezTo>
                  <a:cubicBezTo>
                    <a:pt x="426303" y="1395911"/>
                    <a:pt x="426440" y="1390162"/>
                    <a:pt x="426957" y="1384439"/>
                  </a:cubicBezTo>
                  <a:cubicBezTo>
                    <a:pt x="428035" y="1370730"/>
                    <a:pt x="436191" y="1358576"/>
                    <a:pt x="448471" y="1352383"/>
                  </a:cubicBezTo>
                  <a:cubicBezTo>
                    <a:pt x="453178" y="1350192"/>
                    <a:pt x="458191" y="1348735"/>
                    <a:pt x="463340" y="1348060"/>
                  </a:cubicBezTo>
                  <a:cubicBezTo>
                    <a:pt x="476615" y="1346281"/>
                    <a:pt x="490055" y="1349887"/>
                    <a:pt x="500656" y="1358070"/>
                  </a:cubicBezTo>
                  <a:cubicBezTo>
                    <a:pt x="511293" y="1366199"/>
                    <a:pt x="518246" y="1378239"/>
                    <a:pt x="519963" y="1391518"/>
                  </a:cubicBezTo>
                  <a:cubicBezTo>
                    <a:pt x="521139" y="1400242"/>
                    <a:pt x="522228" y="1408896"/>
                    <a:pt x="523173" y="1417385"/>
                  </a:cubicBezTo>
                  <a:cubicBezTo>
                    <a:pt x="523773" y="1417683"/>
                    <a:pt x="524317" y="1418083"/>
                    <a:pt x="524788" y="1418561"/>
                  </a:cubicBezTo>
                  <a:cubicBezTo>
                    <a:pt x="525109" y="1418906"/>
                    <a:pt x="556605" y="1452706"/>
                    <a:pt x="578961" y="1459663"/>
                  </a:cubicBezTo>
                  <a:cubicBezTo>
                    <a:pt x="592486" y="1463818"/>
                    <a:pt x="660220" y="1454059"/>
                    <a:pt x="699766" y="1446941"/>
                  </a:cubicBezTo>
                  <a:cubicBezTo>
                    <a:pt x="703070" y="1446365"/>
                    <a:pt x="706229" y="1448552"/>
                    <a:pt x="706848" y="1451848"/>
                  </a:cubicBezTo>
                  <a:close/>
                  <a:moveTo>
                    <a:pt x="298443" y="1602926"/>
                  </a:moveTo>
                  <a:cubicBezTo>
                    <a:pt x="294610" y="1596334"/>
                    <a:pt x="290996" y="1589561"/>
                    <a:pt x="287665" y="1582738"/>
                  </a:cubicBezTo>
                  <a:cubicBezTo>
                    <a:pt x="282616" y="1577776"/>
                    <a:pt x="275934" y="1574738"/>
                    <a:pt x="268832" y="1574738"/>
                  </a:cubicBezTo>
                  <a:cubicBezTo>
                    <a:pt x="265462" y="1574742"/>
                    <a:pt x="262118" y="1575377"/>
                    <a:pt x="258983" y="1576616"/>
                  </a:cubicBezTo>
                  <a:cubicBezTo>
                    <a:pt x="256279" y="1577678"/>
                    <a:pt x="253762" y="1579171"/>
                    <a:pt x="251536" y="1581037"/>
                  </a:cubicBezTo>
                  <a:cubicBezTo>
                    <a:pt x="246618" y="1585391"/>
                    <a:pt x="244286" y="1591968"/>
                    <a:pt x="245363" y="1598446"/>
                  </a:cubicBezTo>
                  <a:cubicBezTo>
                    <a:pt x="249318" y="1624678"/>
                    <a:pt x="276675" y="1678906"/>
                    <a:pt x="298823" y="1690480"/>
                  </a:cubicBezTo>
                  <a:cubicBezTo>
                    <a:pt x="304702" y="1693549"/>
                    <a:pt x="307681" y="1692071"/>
                    <a:pt x="308660" y="1691585"/>
                  </a:cubicBezTo>
                  <a:cubicBezTo>
                    <a:pt x="326356" y="1682845"/>
                    <a:pt x="312776" y="1639407"/>
                    <a:pt x="298439" y="1602926"/>
                  </a:cubicBezTo>
                  <a:close/>
                  <a:moveTo>
                    <a:pt x="348030" y="1511747"/>
                  </a:moveTo>
                  <a:cubicBezTo>
                    <a:pt x="348010" y="1511708"/>
                    <a:pt x="347995" y="1511669"/>
                    <a:pt x="347983" y="1511629"/>
                  </a:cubicBezTo>
                  <a:cubicBezTo>
                    <a:pt x="342128" y="1497014"/>
                    <a:pt x="327967" y="1487432"/>
                    <a:pt x="312223" y="1487432"/>
                  </a:cubicBezTo>
                  <a:cubicBezTo>
                    <a:pt x="307359" y="1487435"/>
                    <a:pt x="302538" y="1488364"/>
                    <a:pt x="298023" y="1490175"/>
                  </a:cubicBezTo>
                  <a:cubicBezTo>
                    <a:pt x="294304" y="1491653"/>
                    <a:pt x="290839" y="1493702"/>
                    <a:pt x="287755" y="1496250"/>
                  </a:cubicBezTo>
                  <a:cubicBezTo>
                    <a:pt x="280571" y="1502446"/>
                    <a:pt x="277216" y="1511986"/>
                    <a:pt x="278932" y="1521314"/>
                  </a:cubicBezTo>
                  <a:cubicBezTo>
                    <a:pt x="281045" y="1535447"/>
                    <a:pt x="288143" y="1555463"/>
                    <a:pt x="297769" y="1575483"/>
                  </a:cubicBezTo>
                  <a:cubicBezTo>
                    <a:pt x="300994" y="1578959"/>
                    <a:pt x="303554" y="1582996"/>
                    <a:pt x="305321" y="1587394"/>
                  </a:cubicBezTo>
                  <a:cubicBezTo>
                    <a:pt x="306662" y="1590663"/>
                    <a:pt x="307967" y="1593919"/>
                    <a:pt x="309241" y="1597169"/>
                  </a:cubicBezTo>
                  <a:cubicBezTo>
                    <a:pt x="322323" y="1619654"/>
                    <a:pt x="337687" y="1639219"/>
                    <a:pt x="351601" y="1646387"/>
                  </a:cubicBezTo>
                  <a:cubicBezTo>
                    <a:pt x="357409" y="1649390"/>
                    <a:pt x="362261" y="1649813"/>
                    <a:pt x="366400" y="1647716"/>
                  </a:cubicBezTo>
                  <a:cubicBezTo>
                    <a:pt x="387733" y="1636840"/>
                    <a:pt x="381544" y="1591090"/>
                    <a:pt x="348026" y="1511747"/>
                  </a:cubicBezTo>
                  <a:close/>
                  <a:moveTo>
                    <a:pt x="424147" y="1426435"/>
                  </a:moveTo>
                  <a:lnTo>
                    <a:pt x="424147" y="1426392"/>
                  </a:lnTo>
                  <a:cubicBezTo>
                    <a:pt x="421564" y="1407391"/>
                    <a:pt x="405362" y="1393203"/>
                    <a:pt x="386185" y="1393156"/>
                  </a:cubicBezTo>
                  <a:cubicBezTo>
                    <a:pt x="384472" y="1393156"/>
                    <a:pt x="382759" y="1393270"/>
                    <a:pt x="381062" y="1393497"/>
                  </a:cubicBezTo>
                  <a:cubicBezTo>
                    <a:pt x="377237" y="1394011"/>
                    <a:pt x="373514" y="1395100"/>
                    <a:pt x="370013" y="1396727"/>
                  </a:cubicBezTo>
                  <a:cubicBezTo>
                    <a:pt x="361571" y="1400948"/>
                    <a:pt x="355986" y="1409315"/>
                    <a:pt x="355324" y="1418730"/>
                  </a:cubicBezTo>
                  <a:cubicBezTo>
                    <a:pt x="351710" y="1454431"/>
                    <a:pt x="369512" y="1534773"/>
                    <a:pt x="394807" y="1557603"/>
                  </a:cubicBezTo>
                  <a:cubicBezTo>
                    <a:pt x="399820" y="1562122"/>
                    <a:pt x="404523" y="1563823"/>
                    <a:pt x="409117" y="1562882"/>
                  </a:cubicBezTo>
                  <a:cubicBezTo>
                    <a:pt x="438915" y="1556286"/>
                    <a:pt x="431986" y="1481850"/>
                    <a:pt x="424147" y="1426435"/>
                  </a:cubicBezTo>
                  <a:close/>
                  <a:moveTo>
                    <a:pt x="507942" y="1393148"/>
                  </a:moveTo>
                  <a:lnTo>
                    <a:pt x="507942" y="1393125"/>
                  </a:lnTo>
                  <a:cubicBezTo>
                    <a:pt x="506645" y="1383040"/>
                    <a:pt x="501366" y="1373893"/>
                    <a:pt x="493280" y="1367724"/>
                  </a:cubicBezTo>
                  <a:cubicBezTo>
                    <a:pt x="486621" y="1362578"/>
                    <a:pt x="478442" y="1359787"/>
                    <a:pt x="470027" y="1359791"/>
                  </a:cubicBezTo>
                  <a:cubicBezTo>
                    <a:pt x="468330" y="1359791"/>
                    <a:pt x="466637" y="1359905"/>
                    <a:pt x="464955" y="1360128"/>
                  </a:cubicBezTo>
                  <a:cubicBezTo>
                    <a:pt x="461095" y="1360630"/>
                    <a:pt x="457332" y="1361715"/>
                    <a:pt x="453797" y="1363354"/>
                  </a:cubicBezTo>
                  <a:cubicBezTo>
                    <a:pt x="445378" y="1367673"/>
                    <a:pt x="439817" y="1376068"/>
                    <a:pt x="439119" y="1385506"/>
                  </a:cubicBezTo>
                  <a:cubicBezTo>
                    <a:pt x="435505" y="1421191"/>
                    <a:pt x="453303" y="1501518"/>
                    <a:pt x="478602" y="1524359"/>
                  </a:cubicBezTo>
                  <a:cubicBezTo>
                    <a:pt x="483599" y="1528867"/>
                    <a:pt x="488197" y="1530603"/>
                    <a:pt x="492924" y="1529639"/>
                  </a:cubicBezTo>
                  <a:cubicBezTo>
                    <a:pt x="521680" y="1523164"/>
                    <a:pt x="516059" y="1453294"/>
                    <a:pt x="507923" y="1393148"/>
                  </a:cubicBezTo>
                  <a:close/>
                  <a:moveTo>
                    <a:pt x="667424" y="1525175"/>
                  </a:moveTo>
                  <a:cubicBezTo>
                    <a:pt x="666761" y="1525339"/>
                    <a:pt x="600462" y="1541792"/>
                    <a:pt x="554888" y="1550184"/>
                  </a:cubicBezTo>
                  <a:cubicBezTo>
                    <a:pt x="509463" y="1558563"/>
                    <a:pt x="460154" y="1562612"/>
                    <a:pt x="459649" y="1562647"/>
                  </a:cubicBezTo>
                  <a:cubicBezTo>
                    <a:pt x="457979" y="1562784"/>
                    <a:pt x="456442" y="1563604"/>
                    <a:pt x="455396" y="1564909"/>
                  </a:cubicBezTo>
                  <a:cubicBezTo>
                    <a:pt x="446601" y="1575859"/>
                    <a:pt x="419844" y="1604282"/>
                    <a:pt x="401799" y="1604282"/>
                  </a:cubicBezTo>
                  <a:cubicBezTo>
                    <a:pt x="398440" y="1604286"/>
                    <a:pt x="395716" y="1607006"/>
                    <a:pt x="395713" y="1610365"/>
                  </a:cubicBezTo>
                  <a:cubicBezTo>
                    <a:pt x="395716" y="1613724"/>
                    <a:pt x="398440" y="1616444"/>
                    <a:pt x="401799" y="1616448"/>
                  </a:cubicBezTo>
                  <a:cubicBezTo>
                    <a:pt x="426436" y="1616448"/>
                    <a:pt x="455431" y="1583863"/>
                    <a:pt x="463211" y="1574558"/>
                  </a:cubicBezTo>
                  <a:cubicBezTo>
                    <a:pt x="474040" y="1573594"/>
                    <a:pt x="517016" y="1569534"/>
                    <a:pt x="557079" y="1562153"/>
                  </a:cubicBezTo>
                  <a:cubicBezTo>
                    <a:pt x="603029" y="1553688"/>
                    <a:pt x="669673" y="1537148"/>
                    <a:pt x="670347" y="1536983"/>
                  </a:cubicBezTo>
                  <a:cubicBezTo>
                    <a:pt x="673608" y="1536168"/>
                    <a:pt x="675592" y="1532868"/>
                    <a:pt x="674780" y="1529607"/>
                  </a:cubicBezTo>
                  <a:cubicBezTo>
                    <a:pt x="673985" y="1526358"/>
                    <a:pt x="670704" y="1524367"/>
                    <a:pt x="667455" y="1525163"/>
                  </a:cubicBezTo>
                  <a:cubicBezTo>
                    <a:pt x="667439" y="1525167"/>
                    <a:pt x="667420" y="1525171"/>
                    <a:pt x="667404" y="1525175"/>
                  </a:cubicBezTo>
                  <a:close/>
                  <a:moveTo>
                    <a:pt x="1498132" y="871600"/>
                  </a:moveTo>
                  <a:cubicBezTo>
                    <a:pt x="1492093" y="855507"/>
                    <a:pt x="1349657" y="476991"/>
                    <a:pt x="1307171" y="434631"/>
                  </a:cubicBezTo>
                  <a:cubicBezTo>
                    <a:pt x="1265113" y="392694"/>
                    <a:pt x="1062021" y="268651"/>
                    <a:pt x="1053399" y="263392"/>
                  </a:cubicBezTo>
                  <a:cubicBezTo>
                    <a:pt x="1051251" y="262082"/>
                    <a:pt x="1048519" y="262239"/>
                    <a:pt x="1046536" y="263783"/>
                  </a:cubicBezTo>
                  <a:lnTo>
                    <a:pt x="1028687" y="202677"/>
                  </a:lnTo>
                  <a:cubicBezTo>
                    <a:pt x="1028099" y="199906"/>
                    <a:pt x="1013524" y="134618"/>
                    <a:pt x="962412" y="112811"/>
                  </a:cubicBezTo>
                  <a:cubicBezTo>
                    <a:pt x="959323" y="111494"/>
                    <a:pt x="955749" y="112933"/>
                    <a:pt x="954432" y="116021"/>
                  </a:cubicBezTo>
                  <a:cubicBezTo>
                    <a:pt x="953119" y="119113"/>
                    <a:pt x="954553" y="122684"/>
                    <a:pt x="957642" y="124005"/>
                  </a:cubicBezTo>
                  <a:cubicBezTo>
                    <a:pt x="1002910" y="143323"/>
                    <a:pt x="1016679" y="204629"/>
                    <a:pt x="1016910" y="205668"/>
                  </a:cubicBezTo>
                  <a:lnTo>
                    <a:pt x="1090515" y="457762"/>
                  </a:lnTo>
                  <a:lnTo>
                    <a:pt x="1004489" y="485061"/>
                  </a:lnTo>
                  <a:cubicBezTo>
                    <a:pt x="1002322" y="485754"/>
                    <a:pt x="1000719" y="487596"/>
                    <a:pt x="1000335" y="489838"/>
                  </a:cubicBezTo>
                  <a:cubicBezTo>
                    <a:pt x="999947" y="492080"/>
                    <a:pt x="1000848" y="494349"/>
                    <a:pt x="1002663" y="495717"/>
                  </a:cubicBezTo>
                  <a:lnTo>
                    <a:pt x="1116069" y="581080"/>
                  </a:lnTo>
                  <a:lnTo>
                    <a:pt x="1050502" y="830784"/>
                  </a:lnTo>
                  <a:cubicBezTo>
                    <a:pt x="1049640" y="834033"/>
                    <a:pt x="1051576" y="837365"/>
                    <a:pt x="1054825" y="838227"/>
                  </a:cubicBezTo>
                  <a:cubicBezTo>
                    <a:pt x="1054829" y="838227"/>
                    <a:pt x="1054833" y="838231"/>
                    <a:pt x="1054837" y="838231"/>
                  </a:cubicBezTo>
                  <a:cubicBezTo>
                    <a:pt x="1055343" y="838360"/>
                    <a:pt x="1055860" y="838427"/>
                    <a:pt x="1056381" y="838427"/>
                  </a:cubicBezTo>
                  <a:cubicBezTo>
                    <a:pt x="1059144" y="838427"/>
                    <a:pt x="1061563" y="836561"/>
                    <a:pt x="1062260" y="833888"/>
                  </a:cubicBezTo>
                  <a:lnTo>
                    <a:pt x="1128865" y="580230"/>
                  </a:lnTo>
                  <a:cubicBezTo>
                    <a:pt x="1129496" y="577843"/>
                    <a:pt x="1128618" y="575315"/>
                    <a:pt x="1126647" y="573829"/>
                  </a:cubicBezTo>
                  <a:lnTo>
                    <a:pt x="1019406" y="493091"/>
                  </a:lnTo>
                  <a:lnTo>
                    <a:pt x="1099855" y="467561"/>
                  </a:lnTo>
                  <a:cubicBezTo>
                    <a:pt x="1103002" y="466561"/>
                    <a:pt x="1104781" y="463234"/>
                    <a:pt x="1103864" y="460059"/>
                  </a:cubicBezTo>
                  <a:lnTo>
                    <a:pt x="1049977" y="275553"/>
                  </a:lnTo>
                  <a:cubicBezTo>
                    <a:pt x="1075406" y="291140"/>
                    <a:pt x="1260194" y="404961"/>
                    <a:pt x="1298576" y="443230"/>
                  </a:cubicBezTo>
                  <a:cubicBezTo>
                    <a:pt x="1339212" y="483732"/>
                    <a:pt x="1485261" y="871949"/>
                    <a:pt x="1486731" y="875864"/>
                  </a:cubicBezTo>
                  <a:cubicBezTo>
                    <a:pt x="1487623" y="878239"/>
                    <a:pt x="1489894" y="879807"/>
                    <a:pt x="1492430" y="879807"/>
                  </a:cubicBezTo>
                  <a:cubicBezTo>
                    <a:pt x="1493162" y="879803"/>
                    <a:pt x="1493888" y="879674"/>
                    <a:pt x="1494574" y="879415"/>
                  </a:cubicBezTo>
                  <a:cubicBezTo>
                    <a:pt x="1497705" y="878231"/>
                    <a:pt x="1499294" y="874739"/>
                    <a:pt x="1498132" y="871600"/>
                  </a:cubicBezTo>
                  <a:close/>
                  <a:moveTo>
                    <a:pt x="1249616" y="542925"/>
                  </a:moveTo>
                  <a:cubicBezTo>
                    <a:pt x="1246288" y="543388"/>
                    <a:pt x="1243964" y="546461"/>
                    <a:pt x="1244423" y="549788"/>
                  </a:cubicBezTo>
                  <a:lnTo>
                    <a:pt x="1291588" y="890377"/>
                  </a:lnTo>
                  <a:cubicBezTo>
                    <a:pt x="1292003" y="893384"/>
                    <a:pt x="1294570" y="895622"/>
                    <a:pt x="1297604" y="895625"/>
                  </a:cubicBezTo>
                  <a:cubicBezTo>
                    <a:pt x="1297886" y="895625"/>
                    <a:pt x="1298168" y="895606"/>
                    <a:pt x="1298447" y="895571"/>
                  </a:cubicBezTo>
                  <a:cubicBezTo>
                    <a:pt x="1301774" y="895108"/>
                    <a:pt x="1304098" y="892039"/>
                    <a:pt x="1303644" y="888712"/>
                  </a:cubicBezTo>
                  <a:lnTo>
                    <a:pt x="1256479" y="548123"/>
                  </a:lnTo>
                  <a:cubicBezTo>
                    <a:pt x="1255977" y="544819"/>
                    <a:pt x="1252935" y="542510"/>
                    <a:pt x="1249616" y="542925"/>
                  </a:cubicBezTo>
                  <a:close/>
                  <a:moveTo>
                    <a:pt x="498673" y="718637"/>
                  </a:moveTo>
                  <a:cubicBezTo>
                    <a:pt x="495804" y="716900"/>
                    <a:pt x="492073" y="717810"/>
                    <a:pt x="490321" y="720667"/>
                  </a:cubicBezTo>
                  <a:lnTo>
                    <a:pt x="408780" y="854516"/>
                  </a:lnTo>
                  <a:cubicBezTo>
                    <a:pt x="407251" y="857036"/>
                    <a:pt x="407745" y="860289"/>
                    <a:pt x="409955" y="862241"/>
                  </a:cubicBezTo>
                  <a:cubicBezTo>
                    <a:pt x="411068" y="863224"/>
                    <a:pt x="412499" y="863765"/>
                    <a:pt x="413984" y="863765"/>
                  </a:cubicBezTo>
                  <a:cubicBezTo>
                    <a:pt x="415356" y="863769"/>
                    <a:pt x="416685" y="863307"/>
                    <a:pt x="417759" y="862456"/>
                  </a:cubicBezTo>
                  <a:lnTo>
                    <a:pt x="486856" y="807754"/>
                  </a:lnTo>
                  <a:cubicBezTo>
                    <a:pt x="489490" y="805677"/>
                    <a:pt x="489937" y="801859"/>
                    <a:pt x="487864" y="799226"/>
                  </a:cubicBezTo>
                  <a:cubicBezTo>
                    <a:pt x="487856" y="799222"/>
                    <a:pt x="487852" y="799214"/>
                    <a:pt x="487848" y="799210"/>
                  </a:cubicBezTo>
                  <a:cubicBezTo>
                    <a:pt x="485771" y="796580"/>
                    <a:pt x="481953" y="796129"/>
                    <a:pt x="479320" y="798207"/>
                  </a:cubicBezTo>
                  <a:cubicBezTo>
                    <a:pt x="479320" y="798211"/>
                    <a:pt x="479316" y="798211"/>
                    <a:pt x="479312" y="798215"/>
                  </a:cubicBezTo>
                  <a:lnTo>
                    <a:pt x="436850" y="831823"/>
                  </a:lnTo>
                  <a:lnTo>
                    <a:pt x="500700" y="727000"/>
                  </a:lnTo>
                  <a:cubicBezTo>
                    <a:pt x="502451" y="724139"/>
                    <a:pt x="501554" y="720400"/>
                    <a:pt x="498689" y="718648"/>
                  </a:cubicBezTo>
                  <a:cubicBezTo>
                    <a:pt x="498685" y="718644"/>
                    <a:pt x="498681" y="718641"/>
                    <a:pt x="498673" y="71863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7" name="Google Shape;337;p22"/>
            <p:cNvSpPr/>
            <p:nvPr/>
          </p:nvSpPr>
          <p:spPr>
            <a:xfrm>
              <a:off x="5566916" y="3087136"/>
              <a:ext cx="553746" cy="805644"/>
            </a:xfrm>
            <a:custGeom>
              <a:avLst/>
              <a:gdLst/>
              <a:ahLst/>
              <a:cxnLst/>
              <a:rect l="l" t="t" r="r" b="b"/>
              <a:pathLst>
                <a:path w="553746" h="805644" extrusionOk="0">
                  <a:moveTo>
                    <a:pt x="158921" y="42129"/>
                  </a:moveTo>
                  <a:cubicBezTo>
                    <a:pt x="158921" y="42129"/>
                    <a:pt x="38108" y="112755"/>
                    <a:pt x="29826" y="216750"/>
                  </a:cubicBezTo>
                  <a:cubicBezTo>
                    <a:pt x="25836" y="285336"/>
                    <a:pt x="32867" y="354117"/>
                    <a:pt x="50653" y="420477"/>
                  </a:cubicBezTo>
                  <a:cubicBezTo>
                    <a:pt x="50653" y="420477"/>
                    <a:pt x="13028" y="387233"/>
                    <a:pt x="9003" y="462123"/>
                  </a:cubicBezTo>
                  <a:cubicBezTo>
                    <a:pt x="4977" y="537014"/>
                    <a:pt x="67334" y="595098"/>
                    <a:pt x="92292" y="595098"/>
                  </a:cubicBezTo>
                  <a:lnTo>
                    <a:pt x="117376" y="595098"/>
                  </a:lnTo>
                  <a:cubicBezTo>
                    <a:pt x="117376" y="595098"/>
                    <a:pt x="172952" y="709252"/>
                    <a:pt x="239690" y="763323"/>
                  </a:cubicBezTo>
                  <a:cubicBezTo>
                    <a:pt x="306428" y="817394"/>
                    <a:pt x="371532" y="819762"/>
                    <a:pt x="417322" y="803089"/>
                  </a:cubicBezTo>
                  <a:cubicBezTo>
                    <a:pt x="463111" y="786416"/>
                    <a:pt x="550685" y="711627"/>
                    <a:pt x="559084" y="611783"/>
                  </a:cubicBezTo>
                  <a:cubicBezTo>
                    <a:pt x="567483" y="511938"/>
                    <a:pt x="559084" y="345582"/>
                    <a:pt x="550681" y="241712"/>
                  </a:cubicBezTo>
                  <a:cubicBezTo>
                    <a:pt x="542278" y="137842"/>
                    <a:pt x="521576" y="62826"/>
                    <a:pt x="409048" y="25444"/>
                  </a:cubicBezTo>
                  <a:cubicBezTo>
                    <a:pt x="296520" y="-11939"/>
                    <a:pt x="217244" y="12898"/>
                    <a:pt x="158921" y="42129"/>
                  </a:cubicBezTo>
                  <a:close/>
                </a:path>
              </a:pathLst>
            </a:custGeom>
            <a:solidFill>
              <a:srgbClr val="C07560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8" name="Google Shape;338;p22"/>
            <p:cNvSpPr/>
            <p:nvPr/>
          </p:nvSpPr>
          <p:spPr>
            <a:xfrm>
              <a:off x="5566916" y="3087136"/>
              <a:ext cx="553746" cy="805644"/>
            </a:xfrm>
            <a:custGeom>
              <a:avLst/>
              <a:gdLst/>
              <a:ahLst/>
              <a:cxnLst/>
              <a:rect l="l" t="t" r="r" b="b"/>
              <a:pathLst>
                <a:path w="553746" h="805644" extrusionOk="0">
                  <a:moveTo>
                    <a:pt x="158921" y="42129"/>
                  </a:moveTo>
                  <a:cubicBezTo>
                    <a:pt x="158921" y="42129"/>
                    <a:pt x="38108" y="112755"/>
                    <a:pt x="29826" y="216750"/>
                  </a:cubicBezTo>
                  <a:cubicBezTo>
                    <a:pt x="25836" y="285336"/>
                    <a:pt x="32867" y="354117"/>
                    <a:pt x="50653" y="420477"/>
                  </a:cubicBezTo>
                  <a:cubicBezTo>
                    <a:pt x="50653" y="420477"/>
                    <a:pt x="13028" y="387233"/>
                    <a:pt x="9003" y="462123"/>
                  </a:cubicBezTo>
                  <a:cubicBezTo>
                    <a:pt x="4977" y="537014"/>
                    <a:pt x="67334" y="595098"/>
                    <a:pt x="92292" y="595098"/>
                  </a:cubicBezTo>
                  <a:lnTo>
                    <a:pt x="117376" y="595098"/>
                  </a:lnTo>
                  <a:cubicBezTo>
                    <a:pt x="117376" y="595098"/>
                    <a:pt x="172952" y="709252"/>
                    <a:pt x="239690" y="763323"/>
                  </a:cubicBezTo>
                  <a:cubicBezTo>
                    <a:pt x="306428" y="817394"/>
                    <a:pt x="371532" y="819762"/>
                    <a:pt x="417322" y="803089"/>
                  </a:cubicBezTo>
                  <a:cubicBezTo>
                    <a:pt x="463111" y="786416"/>
                    <a:pt x="550685" y="711627"/>
                    <a:pt x="559084" y="611783"/>
                  </a:cubicBezTo>
                  <a:cubicBezTo>
                    <a:pt x="567483" y="511938"/>
                    <a:pt x="559084" y="345582"/>
                    <a:pt x="550681" y="241712"/>
                  </a:cubicBezTo>
                  <a:cubicBezTo>
                    <a:pt x="542278" y="137842"/>
                    <a:pt x="521576" y="62826"/>
                    <a:pt x="409048" y="25444"/>
                  </a:cubicBezTo>
                  <a:cubicBezTo>
                    <a:pt x="296520" y="-11939"/>
                    <a:pt x="217244" y="12898"/>
                    <a:pt x="158921" y="42129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9" name="Google Shape;339;p22"/>
            <p:cNvSpPr/>
            <p:nvPr/>
          </p:nvSpPr>
          <p:spPr>
            <a:xfrm>
              <a:off x="5566916" y="3246872"/>
              <a:ext cx="289969" cy="632002"/>
            </a:xfrm>
            <a:custGeom>
              <a:avLst/>
              <a:gdLst/>
              <a:ahLst/>
              <a:cxnLst/>
              <a:rect l="l" t="t" r="r" b="b"/>
              <a:pathLst>
                <a:path w="289969" h="632002" extrusionOk="0">
                  <a:moveTo>
                    <a:pt x="50653" y="260740"/>
                  </a:moveTo>
                  <a:cubicBezTo>
                    <a:pt x="50653" y="260740"/>
                    <a:pt x="13028" y="227496"/>
                    <a:pt x="9003" y="302386"/>
                  </a:cubicBezTo>
                  <a:cubicBezTo>
                    <a:pt x="4977" y="377277"/>
                    <a:pt x="67334" y="435361"/>
                    <a:pt x="92292" y="435361"/>
                  </a:cubicBezTo>
                  <a:lnTo>
                    <a:pt x="117376" y="435361"/>
                  </a:lnTo>
                  <a:cubicBezTo>
                    <a:pt x="117376" y="435361"/>
                    <a:pt x="172952" y="549390"/>
                    <a:pt x="239690" y="603586"/>
                  </a:cubicBezTo>
                  <a:lnTo>
                    <a:pt x="268301" y="623281"/>
                  </a:lnTo>
                  <a:cubicBezTo>
                    <a:pt x="278045" y="629168"/>
                    <a:pt x="288239" y="634279"/>
                    <a:pt x="298786" y="638566"/>
                  </a:cubicBezTo>
                  <a:cubicBezTo>
                    <a:pt x="276332" y="610966"/>
                    <a:pt x="227532" y="547364"/>
                    <a:pt x="204573" y="490161"/>
                  </a:cubicBezTo>
                  <a:cubicBezTo>
                    <a:pt x="174218" y="414910"/>
                    <a:pt x="166947" y="255950"/>
                    <a:pt x="174218" y="153962"/>
                  </a:cubicBezTo>
                  <a:cubicBezTo>
                    <a:pt x="181488" y="51973"/>
                    <a:pt x="234807" y="10326"/>
                    <a:pt x="234807" y="10326"/>
                  </a:cubicBezTo>
                  <a:lnTo>
                    <a:pt x="159556" y="6564"/>
                  </a:lnTo>
                  <a:cubicBezTo>
                    <a:pt x="148389" y="6564"/>
                    <a:pt x="90058" y="93373"/>
                    <a:pt x="30845" y="143176"/>
                  </a:cubicBezTo>
                  <a:close/>
                </a:path>
              </a:pathLst>
            </a:custGeom>
            <a:solidFill>
              <a:srgbClr val="A05B4D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0" name="Google Shape;340;p22"/>
            <p:cNvSpPr/>
            <p:nvPr/>
          </p:nvSpPr>
          <p:spPr>
            <a:xfrm>
              <a:off x="5560812" y="3081224"/>
              <a:ext cx="565886" cy="817463"/>
            </a:xfrm>
            <a:custGeom>
              <a:avLst/>
              <a:gdLst/>
              <a:ahLst/>
              <a:cxnLst/>
              <a:rect l="l" t="t" r="r" b="b"/>
              <a:pathLst>
                <a:path w="565886" h="817463" extrusionOk="0">
                  <a:moveTo>
                    <a:pt x="370825" y="824027"/>
                  </a:moveTo>
                  <a:cubicBezTo>
                    <a:pt x="336084" y="824027"/>
                    <a:pt x="290683" y="813422"/>
                    <a:pt x="241973" y="773962"/>
                  </a:cubicBezTo>
                  <a:cubicBezTo>
                    <a:pt x="180659" y="724288"/>
                    <a:pt x="129720" y="626921"/>
                    <a:pt x="119722" y="607093"/>
                  </a:cubicBezTo>
                  <a:lnTo>
                    <a:pt x="98397" y="607093"/>
                  </a:lnTo>
                  <a:cubicBezTo>
                    <a:pt x="86082" y="607093"/>
                    <a:pt x="68343" y="596440"/>
                    <a:pt x="52090" y="579289"/>
                  </a:cubicBezTo>
                  <a:cubicBezTo>
                    <a:pt x="38121" y="564572"/>
                    <a:pt x="5991" y="524223"/>
                    <a:pt x="9016" y="467710"/>
                  </a:cubicBezTo>
                  <a:cubicBezTo>
                    <a:pt x="10643" y="437433"/>
                    <a:pt x="17749" y="420063"/>
                    <a:pt x="30761" y="414619"/>
                  </a:cubicBezTo>
                  <a:cubicBezTo>
                    <a:pt x="36554" y="412185"/>
                    <a:pt x="42386" y="412714"/>
                    <a:pt x="47371" y="414313"/>
                  </a:cubicBezTo>
                  <a:cubicBezTo>
                    <a:pt x="31988" y="351543"/>
                    <a:pt x="26077" y="286824"/>
                    <a:pt x="29840" y="222305"/>
                  </a:cubicBezTo>
                  <a:cubicBezTo>
                    <a:pt x="38294" y="116233"/>
                    <a:pt x="156892" y="45736"/>
                    <a:pt x="161921" y="42800"/>
                  </a:cubicBezTo>
                  <a:cubicBezTo>
                    <a:pt x="162042" y="42730"/>
                    <a:pt x="162152" y="42671"/>
                    <a:pt x="162274" y="42608"/>
                  </a:cubicBezTo>
                  <a:cubicBezTo>
                    <a:pt x="214636" y="16372"/>
                    <a:pt x="298012" y="-13979"/>
                    <a:pt x="417065" y="25595"/>
                  </a:cubicBezTo>
                  <a:cubicBezTo>
                    <a:pt x="538564" y="65964"/>
                    <a:pt x="554959" y="149810"/>
                    <a:pt x="562837" y="247138"/>
                  </a:cubicBezTo>
                  <a:cubicBezTo>
                    <a:pt x="571792" y="357898"/>
                    <a:pt x="579372" y="521538"/>
                    <a:pt x="571240" y="618208"/>
                  </a:cubicBezTo>
                  <a:cubicBezTo>
                    <a:pt x="562445" y="722768"/>
                    <a:pt x="471983" y="797791"/>
                    <a:pt x="425507" y="814719"/>
                  </a:cubicBezTo>
                  <a:cubicBezTo>
                    <a:pt x="414169" y="818854"/>
                    <a:pt x="395089" y="824027"/>
                    <a:pt x="370825" y="824027"/>
                  </a:cubicBezTo>
                  <a:close/>
                  <a:moveTo>
                    <a:pt x="39215" y="425122"/>
                  </a:moveTo>
                  <a:cubicBezTo>
                    <a:pt x="37925" y="425110"/>
                    <a:pt x="36648" y="425358"/>
                    <a:pt x="35456" y="425851"/>
                  </a:cubicBezTo>
                  <a:cubicBezTo>
                    <a:pt x="30874" y="427788"/>
                    <a:pt x="22934" y="435889"/>
                    <a:pt x="21194" y="468360"/>
                  </a:cubicBezTo>
                  <a:cubicBezTo>
                    <a:pt x="19273" y="504297"/>
                    <a:pt x="34127" y="542636"/>
                    <a:pt x="60936" y="570925"/>
                  </a:cubicBezTo>
                  <a:cubicBezTo>
                    <a:pt x="76582" y="587414"/>
                    <a:pt x="91330" y="594927"/>
                    <a:pt x="98424" y="594927"/>
                  </a:cubicBezTo>
                  <a:lnTo>
                    <a:pt x="123508" y="594927"/>
                  </a:lnTo>
                  <a:cubicBezTo>
                    <a:pt x="125832" y="594929"/>
                    <a:pt x="127956" y="596257"/>
                    <a:pt x="128971" y="598349"/>
                  </a:cubicBezTo>
                  <a:cubicBezTo>
                    <a:pt x="129524" y="599481"/>
                    <a:pt x="184751" y="711923"/>
                    <a:pt x="249655" y="764505"/>
                  </a:cubicBezTo>
                  <a:cubicBezTo>
                    <a:pt x="327493" y="827606"/>
                    <a:pt x="395658" y="812653"/>
                    <a:pt x="421372" y="803282"/>
                  </a:cubicBezTo>
                  <a:cubicBezTo>
                    <a:pt x="463928" y="787777"/>
                    <a:pt x="550910" y="715047"/>
                    <a:pt x="559144" y="617181"/>
                  </a:cubicBezTo>
                  <a:cubicBezTo>
                    <a:pt x="567214" y="521248"/>
                    <a:pt x="559658" y="358412"/>
                    <a:pt x="550738" y="248114"/>
                  </a:cubicBezTo>
                  <a:cubicBezTo>
                    <a:pt x="541821" y="137942"/>
                    <a:pt x="517270" y="71686"/>
                    <a:pt x="413248" y="37125"/>
                  </a:cubicBezTo>
                  <a:cubicBezTo>
                    <a:pt x="299956" y="-500"/>
                    <a:pt x="222639" y="26002"/>
                    <a:pt x="167941" y="53382"/>
                  </a:cubicBezTo>
                  <a:cubicBezTo>
                    <a:pt x="163054" y="56310"/>
                    <a:pt x="49797" y="125239"/>
                    <a:pt x="42005" y="223144"/>
                  </a:cubicBezTo>
                  <a:cubicBezTo>
                    <a:pt x="38051" y="291037"/>
                    <a:pt x="45019" y="359125"/>
                    <a:pt x="62648" y="424809"/>
                  </a:cubicBezTo>
                  <a:cubicBezTo>
                    <a:pt x="63338" y="427395"/>
                    <a:pt x="62253" y="430127"/>
                    <a:pt x="59975" y="431535"/>
                  </a:cubicBezTo>
                  <a:cubicBezTo>
                    <a:pt x="57702" y="432938"/>
                    <a:pt x="54782" y="432705"/>
                    <a:pt x="52760" y="430958"/>
                  </a:cubicBezTo>
                  <a:cubicBezTo>
                    <a:pt x="52662" y="430888"/>
                    <a:pt x="45815" y="425122"/>
                    <a:pt x="39215" y="42512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2"/>
            <p:cNvSpPr/>
            <p:nvPr/>
          </p:nvSpPr>
          <p:spPr>
            <a:xfrm>
              <a:off x="5760917" y="3414753"/>
              <a:ext cx="387758" cy="164082"/>
            </a:xfrm>
            <a:custGeom>
              <a:avLst/>
              <a:gdLst/>
              <a:ahLst/>
              <a:cxnLst/>
              <a:rect l="l" t="t" r="r" b="b"/>
              <a:pathLst>
                <a:path w="387758" h="164082" extrusionOk="0">
                  <a:moveTo>
                    <a:pt x="83335" y="21865"/>
                  </a:moveTo>
                  <a:cubicBezTo>
                    <a:pt x="124488" y="21865"/>
                    <a:pt x="157849" y="55179"/>
                    <a:pt x="157849" y="96258"/>
                  </a:cubicBezTo>
                  <a:cubicBezTo>
                    <a:pt x="157849" y="137336"/>
                    <a:pt x="124488" y="170646"/>
                    <a:pt x="83335" y="170646"/>
                  </a:cubicBezTo>
                  <a:cubicBezTo>
                    <a:pt x="42182" y="170646"/>
                    <a:pt x="8817" y="137328"/>
                    <a:pt x="8817" y="96246"/>
                  </a:cubicBezTo>
                  <a:cubicBezTo>
                    <a:pt x="8817" y="55163"/>
                    <a:pt x="42178" y="21865"/>
                    <a:pt x="83335" y="21865"/>
                  </a:cubicBezTo>
                  <a:close/>
                  <a:moveTo>
                    <a:pt x="396575" y="81329"/>
                  </a:moveTo>
                  <a:cubicBezTo>
                    <a:pt x="396642" y="40105"/>
                    <a:pt x="363280" y="6634"/>
                    <a:pt x="322057" y="6564"/>
                  </a:cubicBezTo>
                  <a:cubicBezTo>
                    <a:pt x="280833" y="6493"/>
                    <a:pt x="247362" y="39858"/>
                    <a:pt x="247292" y="81082"/>
                  </a:cubicBezTo>
                  <a:cubicBezTo>
                    <a:pt x="247225" y="122109"/>
                    <a:pt x="280281" y="155498"/>
                    <a:pt x="321308" y="155843"/>
                  </a:cubicBezTo>
                  <a:cubicBezTo>
                    <a:pt x="362461" y="156258"/>
                    <a:pt x="396167" y="123238"/>
                    <a:pt x="396559" y="82085"/>
                  </a:cubicBezTo>
                  <a:cubicBezTo>
                    <a:pt x="396575" y="81830"/>
                    <a:pt x="396575" y="81568"/>
                    <a:pt x="396575" y="8131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2"/>
            <p:cNvSpPr/>
            <p:nvPr/>
          </p:nvSpPr>
          <p:spPr>
            <a:xfrm>
              <a:off x="5605699" y="3359583"/>
              <a:ext cx="549059" cy="328327"/>
            </a:xfrm>
            <a:custGeom>
              <a:avLst/>
              <a:gdLst/>
              <a:ahLst/>
              <a:cxnLst/>
              <a:rect l="l" t="t" r="r" b="b"/>
              <a:pathLst>
                <a:path w="549059" h="328327" extrusionOk="0">
                  <a:moveTo>
                    <a:pt x="388651" y="125062"/>
                  </a:moveTo>
                  <a:cubicBezTo>
                    <a:pt x="388400" y="123904"/>
                    <a:pt x="387824" y="122842"/>
                    <a:pt x="386985" y="122005"/>
                  </a:cubicBezTo>
                  <a:cubicBezTo>
                    <a:pt x="377316" y="112406"/>
                    <a:pt x="366605" y="108287"/>
                    <a:pt x="355239" y="109784"/>
                  </a:cubicBezTo>
                  <a:cubicBezTo>
                    <a:pt x="339401" y="111850"/>
                    <a:pt x="325950" y="124607"/>
                    <a:pt x="317449" y="134903"/>
                  </a:cubicBezTo>
                  <a:cubicBezTo>
                    <a:pt x="309798" y="98426"/>
                    <a:pt x="277342" y="70944"/>
                    <a:pt x="238576" y="70944"/>
                  </a:cubicBezTo>
                  <a:cubicBezTo>
                    <a:pt x="196059" y="70944"/>
                    <a:pt x="161213" y="103996"/>
                    <a:pt x="158254" y="145701"/>
                  </a:cubicBezTo>
                  <a:lnTo>
                    <a:pt x="14497" y="155252"/>
                  </a:lnTo>
                  <a:cubicBezTo>
                    <a:pt x="11150" y="155468"/>
                    <a:pt x="8614" y="158354"/>
                    <a:pt x="8829" y="161701"/>
                  </a:cubicBezTo>
                  <a:cubicBezTo>
                    <a:pt x="8829" y="161709"/>
                    <a:pt x="8829" y="161718"/>
                    <a:pt x="8829" y="161727"/>
                  </a:cubicBezTo>
                  <a:cubicBezTo>
                    <a:pt x="9037" y="164922"/>
                    <a:pt x="11690" y="167407"/>
                    <a:pt x="14893" y="167406"/>
                  </a:cubicBezTo>
                  <a:cubicBezTo>
                    <a:pt x="15030" y="167406"/>
                    <a:pt x="15163" y="167406"/>
                    <a:pt x="15284" y="167406"/>
                  </a:cubicBezTo>
                  <a:lnTo>
                    <a:pt x="158273" y="157902"/>
                  </a:lnTo>
                  <a:cubicBezTo>
                    <a:pt x="161601" y="199251"/>
                    <a:pt x="196291" y="231899"/>
                    <a:pt x="238557" y="231899"/>
                  </a:cubicBezTo>
                  <a:cubicBezTo>
                    <a:pt x="282339" y="231899"/>
                    <a:pt x="318021" y="196821"/>
                    <a:pt x="319056" y="153336"/>
                  </a:cubicBezTo>
                  <a:cubicBezTo>
                    <a:pt x="324582" y="144357"/>
                    <a:pt x="340263" y="124015"/>
                    <a:pt x="356787" y="121864"/>
                  </a:cubicBezTo>
                  <a:cubicBezTo>
                    <a:pt x="363991" y="120900"/>
                    <a:pt x="370579" y="123408"/>
                    <a:pt x="377136" y="129432"/>
                  </a:cubicBezTo>
                  <a:lnTo>
                    <a:pt x="400570" y="239906"/>
                  </a:lnTo>
                  <a:lnTo>
                    <a:pt x="356383" y="248960"/>
                  </a:lnTo>
                  <a:cubicBezTo>
                    <a:pt x="353412" y="249573"/>
                    <a:pt x="351343" y="252280"/>
                    <a:pt x="351531" y="255309"/>
                  </a:cubicBezTo>
                  <a:lnTo>
                    <a:pt x="356297" y="329200"/>
                  </a:lnTo>
                  <a:cubicBezTo>
                    <a:pt x="356505" y="332402"/>
                    <a:pt x="359162" y="334892"/>
                    <a:pt x="362372" y="334891"/>
                  </a:cubicBezTo>
                  <a:lnTo>
                    <a:pt x="362764" y="334891"/>
                  </a:lnTo>
                  <a:cubicBezTo>
                    <a:pt x="366119" y="334675"/>
                    <a:pt x="368663" y="331782"/>
                    <a:pt x="368447" y="328428"/>
                  </a:cubicBezTo>
                  <a:lnTo>
                    <a:pt x="364014" y="259840"/>
                  </a:lnTo>
                  <a:lnTo>
                    <a:pt x="409012" y="250621"/>
                  </a:lnTo>
                  <a:cubicBezTo>
                    <a:pt x="410595" y="250294"/>
                    <a:pt x="411987" y="249347"/>
                    <a:pt x="412869" y="247992"/>
                  </a:cubicBezTo>
                  <a:cubicBezTo>
                    <a:pt x="413762" y="246638"/>
                    <a:pt x="414076" y="244984"/>
                    <a:pt x="413739" y="243398"/>
                  </a:cubicBezTo>
                  <a:close/>
                  <a:moveTo>
                    <a:pt x="238541" y="219721"/>
                  </a:moveTo>
                  <a:cubicBezTo>
                    <a:pt x="200806" y="219721"/>
                    <a:pt x="170106" y="189076"/>
                    <a:pt x="170106" y="151412"/>
                  </a:cubicBezTo>
                  <a:cubicBezTo>
                    <a:pt x="170106" y="113747"/>
                    <a:pt x="200806" y="83109"/>
                    <a:pt x="238541" y="83109"/>
                  </a:cubicBezTo>
                  <a:cubicBezTo>
                    <a:pt x="276276" y="83109"/>
                    <a:pt x="306961" y="113747"/>
                    <a:pt x="306961" y="151412"/>
                  </a:cubicBezTo>
                  <a:cubicBezTo>
                    <a:pt x="306961" y="189076"/>
                    <a:pt x="276288" y="219721"/>
                    <a:pt x="238557" y="219721"/>
                  </a:cubicBezTo>
                  <a:close/>
                  <a:moveTo>
                    <a:pt x="534325" y="79386"/>
                  </a:moveTo>
                  <a:cubicBezTo>
                    <a:pt x="519243" y="64174"/>
                    <a:pt x="498702" y="55626"/>
                    <a:pt x="477283" y="55651"/>
                  </a:cubicBezTo>
                  <a:lnTo>
                    <a:pt x="477149" y="55651"/>
                  </a:lnTo>
                  <a:cubicBezTo>
                    <a:pt x="432704" y="55651"/>
                    <a:pt x="396501" y="91771"/>
                    <a:pt x="396411" y="136240"/>
                  </a:cubicBezTo>
                  <a:cubicBezTo>
                    <a:pt x="396353" y="180450"/>
                    <a:pt x="432257" y="216723"/>
                    <a:pt x="476460" y="217092"/>
                  </a:cubicBezTo>
                  <a:lnTo>
                    <a:pt x="477291" y="217092"/>
                  </a:lnTo>
                  <a:cubicBezTo>
                    <a:pt x="498388" y="217146"/>
                    <a:pt x="518655" y="208870"/>
                    <a:pt x="533682" y="194062"/>
                  </a:cubicBezTo>
                  <a:cubicBezTo>
                    <a:pt x="549022" y="179115"/>
                    <a:pt x="557735" y="158648"/>
                    <a:pt x="557876" y="137231"/>
                  </a:cubicBezTo>
                  <a:lnTo>
                    <a:pt x="557876" y="136487"/>
                  </a:lnTo>
                  <a:cubicBezTo>
                    <a:pt x="557966" y="115072"/>
                    <a:pt x="549488" y="94510"/>
                    <a:pt x="534325" y="79386"/>
                  </a:cubicBezTo>
                  <a:close/>
                  <a:moveTo>
                    <a:pt x="545691" y="137192"/>
                  </a:moveTo>
                  <a:cubicBezTo>
                    <a:pt x="545557" y="155350"/>
                    <a:pt x="538165" y="172700"/>
                    <a:pt x="525161" y="185372"/>
                  </a:cubicBezTo>
                  <a:cubicBezTo>
                    <a:pt x="512102" y="198161"/>
                    <a:pt x="495257" y="205047"/>
                    <a:pt x="476562" y="204926"/>
                  </a:cubicBezTo>
                  <a:cubicBezTo>
                    <a:pt x="439026" y="204612"/>
                    <a:pt x="408522" y="173807"/>
                    <a:pt x="408581" y="136259"/>
                  </a:cubicBezTo>
                  <a:cubicBezTo>
                    <a:pt x="408644" y="98497"/>
                    <a:pt x="439395" y="67816"/>
                    <a:pt x="477138" y="67816"/>
                  </a:cubicBezTo>
                  <a:lnTo>
                    <a:pt x="477247" y="67816"/>
                  </a:lnTo>
                  <a:cubicBezTo>
                    <a:pt x="495441" y="67797"/>
                    <a:pt x="512886" y="75055"/>
                    <a:pt x="525698" y="87973"/>
                  </a:cubicBezTo>
                  <a:cubicBezTo>
                    <a:pt x="538573" y="100822"/>
                    <a:pt x="545773" y="118289"/>
                    <a:pt x="545687" y="136479"/>
                  </a:cubicBezTo>
                  <a:lnTo>
                    <a:pt x="551777" y="136479"/>
                  </a:lnTo>
                  <a:close/>
                  <a:moveTo>
                    <a:pt x="174005" y="56654"/>
                  </a:moveTo>
                  <a:cubicBezTo>
                    <a:pt x="171399" y="54533"/>
                    <a:pt x="171003" y="50700"/>
                    <a:pt x="173123" y="48092"/>
                  </a:cubicBezTo>
                  <a:cubicBezTo>
                    <a:pt x="173123" y="48091"/>
                    <a:pt x="173123" y="48091"/>
                    <a:pt x="173123" y="48090"/>
                  </a:cubicBezTo>
                  <a:cubicBezTo>
                    <a:pt x="192254" y="24501"/>
                    <a:pt x="222950" y="13565"/>
                    <a:pt x="252686" y="19750"/>
                  </a:cubicBezTo>
                  <a:cubicBezTo>
                    <a:pt x="255974" y="20429"/>
                    <a:pt x="258094" y="23646"/>
                    <a:pt x="257412" y="26937"/>
                  </a:cubicBezTo>
                  <a:cubicBezTo>
                    <a:pt x="257412" y="26938"/>
                    <a:pt x="257412" y="26940"/>
                    <a:pt x="257412" y="26942"/>
                  </a:cubicBezTo>
                  <a:cubicBezTo>
                    <a:pt x="256691" y="30188"/>
                    <a:pt x="253528" y="32279"/>
                    <a:pt x="250260" y="31672"/>
                  </a:cubicBezTo>
                  <a:cubicBezTo>
                    <a:pt x="224964" y="26370"/>
                    <a:pt x="198826" y="35678"/>
                    <a:pt x="182577" y="55776"/>
                  </a:cubicBezTo>
                  <a:cubicBezTo>
                    <a:pt x="181429" y="57194"/>
                    <a:pt x="179700" y="58017"/>
                    <a:pt x="177874" y="58018"/>
                  </a:cubicBezTo>
                  <a:cubicBezTo>
                    <a:pt x="176467" y="58025"/>
                    <a:pt x="175099" y="57543"/>
                    <a:pt x="174005" y="56654"/>
                  </a:cubicBezTo>
                  <a:close/>
                  <a:moveTo>
                    <a:pt x="404207" y="23371"/>
                  </a:moveTo>
                  <a:cubicBezTo>
                    <a:pt x="402592" y="20427"/>
                    <a:pt x="403670" y="16732"/>
                    <a:pt x="406609" y="15113"/>
                  </a:cubicBezTo>
                  <a:cubicBezTo>
                    <a:pt x="434370" y="-210"/>
                    <a:pt x="469013" y="5476"/>
                    <a:pt x="490416" y="28870"/>
                  </a:cubicBezTo>
                  <a:cubicBezTo>
                    <a:pt x="492686" y="31346"/>
                    <a:pt x="492521" y="35193"/>
                    <a:pt x="490048" y="37465"/>
                  </a:cubicBezTo>
                  <a:cubicBezTo>
                    <a:pt x="488927" y="38500"/>
                    <a:pt x="487457" y="39073"/>
                    <a:pt x="485933" y="39068"/>
                  </a:cubicBezTo>
                  <a:cubicBezTo>
                    <a:pt x="484228" y="39073"/>
                    <a:pt x="482601" y="38362"/>
                    <a:pt x="481449" y="37108"/>
                  </a:cubicBezTo>
                  <a:cubicBezTo>
                    <a:pt x="463828" y="17862"/>
                    <a:pt x="435322" y="13178"/>
                    <a:pt x="412469" y="25774"/>
                  </a:cubicBezTo>
                  <a:cubicBezTo>
                    <a:pt x="409537" y="27396"/>
                    <a:pt x="405845" y="26335"/>
                    <a:pt x="404223" y="23403"/>
                  </a:cubicBezTo>
                  <a:cubicBezTo>
                    <a:pt x="404219" y="23394"/>
                    <a:pt x="404211" y="23384"/>
                    <a:pt x="404207" y="2337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2"/>
            <p:cNvSpPr/>
            <p:nvPr/>
          </p:nvSpPr>
          <p:spPr>
            <a:xfrm>
              <a:off x="5586841" y="3087125"/>
              <a:ext cx="522956" cy="425568"/>
            </a:xfrm>
            <a:custGeom>
              <a:avLst/>
              <a:gdLst/>
              <a:ahLst/>
              <a:cxnLst/>
              <a:rect l="l" t="t" r="r" b="b"/>
              <a:pathLst>
                <a:path w="522956" h="425568" extrusionOk="0">
                  <a:moveTo>
                    <a:pt x="530635" y="241711"/>
                  </a:moveTo>
                  <a:cubicBezTo>
                    <a:pt x="522353" y="137716"/>
                    <a:pt x="501530" y="62825"/>
                    <a:pt x="389002" y="25443"/>
                  </a:cubicBezTo>
                  <a:cubicBezTo>
                    <a:pt x="276474" y="-11940"/>
                    <a:pt x="197320" y="12901"/>
                    <a:pt x="138988" y="42128"/>
                  </a:cubicBezTo>
                  <a:cubicBezTo>
                    <a:pt x="138988" y="42128"/>
                    <a:pt x="18183" y="112754"/>
                    <a:pt x="9901" y="216749"/>
                  </a:cubicBezTo>
                  <a:cubicBezTo>
                    <a:pt x="5912" y="285335"/>
                    <a:pt x="12943" y="354116"/>
                    <a:pt x="30729" y="420476"/>
                  </a:cubicBezTo>
                  <a:cubicBezTo>
                    <a:pt x="30729" y="420476"/>
                    <a:pt x="64098" y="453715"/>
                    <a:pt x="72375" y="407934"/>
                  </a:cubicBezTo>
                  <a:cubicBezTo>
                    <a:pt x="80653" y="362152"/>
                    <a:pt x="55691" y="287254"/>
                    <a:pt x="172734" y="199943"/>
                  </a:cubicBezTo>
                  <a:cubicBezTo>
                    <a:pt x="289776" y="112632"/>
                    <a:pt x="455991" y="154279"/>
                    <a:pt x="514326" y="237569"/>
                  </a:cubicBezTo>
                  <a:cubicBezTo>
                    <a:pt x="521142" y="243027"/>
                    <a:pt x="527029" y="249550"/>
                    <a:pt x="531763" y="256887"/>
                  </a:cubicBezTo>
                  <a:cubicBezTo>
                    <a:pt x="531889" y="255398"/>
                    <a:pt x="530760" y="243604"/>
                    <a:pt x="530635" y="24171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2"/>
            <p:cNvSpPr/>
            <p:nvPr/>
          </p:nvSpPr>
          <p:spPr>
            <a:xfrm>
              <a:off x="5076473" y="4107967"/>
              <a:ext cx="169235" cy="150304"/>
            </a:xfrm>
            <a:custGeom>
              <a:avLst/>
              <a:gdLst/>
              <a:ahLst/>
              <a:cxnLst/>
              <a:rect l="l" t="t" r="r" b="b"/>
              <a:pathLst>
                <a:path w="169235" h="150304" extrusionOk="0">
                  <a:moveTo>
                    <a:pt x="68912" y="16966"/>
                  </a:moveTo>
                  <a:lnTo>
                    <a:pt x="123355" y="84707"/>
                  </a:lnTo>
                  <a:cubicBezTo>
                    <a:pt x="134360" y="94807"/>
                    <a:pt x="146099" y="104073"/>
                    <a:pt x="158480" y="112433"/>
                  </a:cubicBezTo>
                  <a:cubicBezTo>
                    <a:pt x="174788" y="121212"/>
                    <a:pt x="188839" y="147808"/>
                    <a:pt x="166385" y="154205"/>
                  </a:cubicBezTo>
                  <a:cubicBezTo>
                    <a:pt x="145628" y="160150"/>
                    <a:pt x="123284" y="156019"/>
                    <a:pt x="106028" y="143042"/>
                  </a:cubicBezTo>
                  <a:lnTo>
                    <a:pt x="53105" y="104284"/>
                  </a:lnTo>
                  <a:lnTo>
                    <a:pt x="8817" y="64268"/>
                  </a:lnTo>
                  <a:lnTo>
                    <a:pt x="40928" y="6564"/>
                  </a:lnTo>
                  <a:close/>
                </a:path>
              </a:pathLst>
            </a:custGeom>
            <a:solidFill>
              <a:srgbClr val="FFBF9C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2"/>
            <p:cNvSpPr/>
            <p:nvPr/>
          </p:nvSpPr>
          <p:spPr>
            <a:xfrm>
              <a:off x="5070403" y="4101877"/>
              <a:ext cx="181397" cy="162444"/>
            </a:xfrm>
            <a:custGeom>
              <a:avLst/>
              <a:gdLst/>
              <a:ahLst/>
              <a:cxnLst/>
              <a:rect l="l" t="t" r="r" b="b"/>
              <a:pathLst>
                <a:path w="181397" h="162444" extrusionOk="0">
                  <a:moveTo>
                    <a:pt x="153647" y="169008"/>
                  </a:moveTo>
                  <a:cubicBezTo>
                    <a:pt x="137362" y="169019"/>
                    <a:pt x="121508" y="163752"/>
                    <a:pt x="108469" y="153997"/>
                  </a:cubicBezTo>
                  <a:lnTo>
                    <a:pt x="55582" y="115270"/>
                  </a:lnTo>
                  <a:lnTo>
                    <a:pt x="10819" y="74862"/>
                  </a:lnTo>
                  <a:cubicBezTo>
                    <a:pt x="8722" y="72961"/>
                    <a:pt x="8209" y="69868"/>
                    <a:pt x="9580" y="67391"/>
                  </a:cubicBezTo>
                  <a:lnTo>
                    <a:pt x="41687" y="9687"/>
                  </a:lnTo>
                  <a:cubicBezTo>
                    <a:pt x="43157" y="7065"/>
                    <a:pt x="46316" y="5901"/>
                    <a:pt x="49134" y="6944"/>
                  </a:cubicBezTo>
                  <a:lnTo>
                    <a:pt x="77114" y="17353"/>
                  </a:lnTo>
                  <a:cubicBezTo>
                    <a:pt x="78141" y="17737"/>
                    <a:pt x="79050" y="18392"/>
                    <a:pt x="79736" y="19246"/>
                  </a:cubicBezTo>
                  <a:lnTo>
                    <a:pt x="134176" y="86992"/>
                  </a:lnTo>
                  <a:cubicBezTo>
                    <a:pt x="144801" y="96606"/>
                    <a:pt x="156093" y="105460"/>
                    <a:pt x="167964" y="113483"/>
                  </a:cubicBezTo>
                  <a:cubicBezTo>
                    <a:pt x="179503" y="119656"/>
                    <a:pt x="191582" y="135215"/>
                    <a:pt x="190089" y="149023"/>
                  </a:cubicBezTo>
                  <a:cubicBezTo>
                    <a:pt x="189564" y="153875"/>
                    <a:pt x="186793" y="162541"/>
                    <a:pt x="174125" y="166151"/>
                  </a:cubicBezTo>
                  <a:cubicBezTo>
                    <a:pt x="167466" y="168051"/>
                    <a:pt x="160572" y="169012"/>
                    <a:pt x="153647" y="169008"/>
                  </a:cubicBezTo>
                  <a:close/>
                  <a:moveTo>
                    <a:pt x="22565" y="69065"/>
                  </a:moveTo>
                  <a:lnTo>
                    <a:pt x="63252" y="105836"/>
                  </a:lnTo>
                  <a:lnTo>
                    <a:pt x="115708" y="144210"/>
                  </a:lnTo>
                  <a:cubicBezTo>
                    <a:pt x="131468" y="156011"/>
                    <a:pt x="151828" y="159789"/>
                    <a:pt x="170774" y="154432"/>
                  </a:cubicBezTo>
                  <a:cubicBezTo>
                    <a:pt x="176763" y="152731"/>
                    <a:pt x="177759" y="149772"/>
                    <a:pt x="177978" y="147694"/>
                  </a:cubicBezTo>
                  <a:cubicBezTo>
                    <a:pt x="178762" y="140389"/>
                    <a:pt x="170849" y="128803"/>
                    <a:pt x="161674" y="123861"/>
                  </a:cubicBezTo>
                  <a:cubicBezTo>
                    <a:pt x="148850" y="115258"/>
                    <a:pt x="136696" y="105699"/>
                    <a:pt x="125310" y="95270"/>
                  </a:cubicBezTo>
                  <a:lnTo>
                    <a:pt x="71298" y="28159"/>
                  </a:lnTo>
                  <a:lnTo>
                    <a:pt x="49785" y="2015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6" name="Google Shape;346;p22"/>
            <p:cNvSpPr/>
            <p:nvPr/>
          </p:nvSpPr>
          <p:spPr>
            <a:xfrm>
              <a:off x="4657847" y="3966833"/>
              <a:ext cx="651096" cy="299820"/>
            </a:xfrm>
            <a:custGeom>
              <a:avLst/>
              <a:gdLst/>
              <a:ahLst/>
              <a:cxnLst/>
              <a:rect l="l" t="t" r="r" b="b"/>
              <a:pathLst>
                <a:path w="651096" h="299820" extrusionOk="0">
                  <a:moveTo>
                    <a:pt x="88994" y="6564"/>
                  </a:moveTo>
                  <a:cubicBezTo>
                    <a:pt x="88994" y="6564"/>
                    <a:pt x="218202" y="35665"/>
                    <a:pt x="259853" y="44189"/>
                  </a:cubicBezTo>
                  <a:cubicBezTo>
                    <a:pt x="301504" y="52714"/>
                    <a:pt x="514010" y="89975"/>
                    <a:pt x="543111" y="102395"/>
                  </a:cubicBezTo>
                  <a:cubicBezTo>
                    <a:pt x="572212" y="114815"/>
                    <a:pt x="663916" y="119080"/>
                    <a:pt x="659777" y="156482"/>
                  </a:cubicBezTo>
                  <a:cubicBezTo>
                    <a:pt x="655638" y="193884"/>
                    <a:pt x="618130" y="185587"/>
                    <a:pt x="589025" y="181565"/>
                  </a:cubicBezTo>
                  <a:cubicBezTo>
                    <a:pt x="559921" y="177544"/>
                    <a:pt x="468095" y="160867"/>
                    <a:pt x="468095" y="160867"/>
                  </a:cubicBezTo>
                  <a:cubicBezTo>
                    <a:pt x="468095" y="160867"/>
                    <a:pt x="497325" y="214935"/>
                    <a:pt x="489043" y="227355"/>
                  </a:cubicBezTo>
                  <a:cubicBezTo>
                    <a:pt x="480762" y="239775"/>
                    <a:pt x="293222" y="306384"/>
                    <a:pt x="255714" y="306384"/>
                  </a:cubicBezTo>
                  <a:cubicBezTo>
                    <a:pt x="218206" y="306384"/>
                    <a:pt x="193005" y="239756"/>
                    <a:pt x="176544" y="218572"/>
                  </a:cubicBezTo>
                  <a:lnTo>
                    <a:pt x="126377" y="155863"/>
                  </a:lnTo>
                  <a:lnTo>
                    <a:pt x="8817" y="104594"/>
                  </a:lnTo>
                  <a:lnTo>
                    <a:pt x="39505" y="53368"/>
                  </a:lnTo>
                  <a:close/>
                </a:path>
              </a:pathLst>
            </a:custGeom>
            <a:solidFill>
              <a:srgbClr val="FFBF9C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7" name="Google Shape;347;p22"/>
            <p:cNvSpPr/>
            <p:nvPr/>
          </p:nvSpPr>
          <p:spPr>
            <a:xfrm>
              <a:off x="5762928" y="4640478"/>
              <a:ext cx="1358085" cy="1081247"/>
            </a:xfrm>
            <a:custGeom>
              <a:avLst/>
              <a:gdLst/>
              <a:ahLst/>
              <a:cxnLst/>
              <a:rect l="l" t="t" r="r" b="b"/>
              <a:pathLst>
                <a:path w="1358085" h="1081247" extrusionOk="0">
                  <a:moveTo>
                    <a:pt x="1358085" y="37531"/>
                  </a:moveTo>
                  <a:lnTo>
                    <a:pt x="1291351" y="0"/>
                  </a:lnTo>
                  <a:lnTo>
                    <a:pt x="0" y="62458"/>
                  </a:lnTo>
                  <a:lnTo>
                    <a:pt x="0" y="1014736"/>
                  </a:lnTo>
                  <a:lnTo>
                    <a:pt x="54193" y="1081247"/>
                  </a:lnTo>
                  <a:lnTo>
                    <a:pt x="54193" y="104003"/>
                  </a:lnTo>
                  <a:lnTo>
                    <a:pt x="1358085" y="3753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8" name="Google Shape;348;p22"/>
            <p:cNvSpPr/>
            <p:nvPr/>
          </p:nvSpPr>
          <p:spPr>
            <a:xfrm>
              <a:off x="5750372" y="4634384"/>
              <a:ext cx="1370274" cy="1093406"/>
            </a:xfrm>
            <a:custGeom>
              <a:avLst/>
              <a:gdLst/>
              <a:ahLst/>
              <a:cxnLst/>
              <a:rect l="l" t="t" r="r" b="b"/>
              <a:pathLst>
                <a:path w="1370274" h="1093406" extrusionOk="0">
                  <a:moveTo>
                    <a:pt x="1378573" y="47735"/>
                  </a:moveTo>
                  <a:cubicBezTo>
                    <a:pt x="1378573" y="47735"/>
                    <a:pt x="1378542" y="47700"/>
                    <a:pt x="1378530" y="47676"/>
                  </a:cubicBezTo>
                  <a:cubicBezTo>
                    <a:pt x="1378212" y="46959"/>
                    <a:pt x="1377759" y="46309"/>
                    <a:pt x="1377194" y="45760"/>
                  </a:cubicBezTo>
                  <a:cubicBezTo>
                    <a:pt x="1376897" y="45533"/>
                    <a:pt x="1376581" y="45333"/>
                    <a:pt x="1376249" y="45164"/>
                  </a:cubicBezTo>
                  <a:cubicBezTo>
                    <a:pt x="1376132" y="45090"/>
                    <a:pt x="1376104" y="44937"/>
                    <a:pt x="1375979" y="44866"/>
                  </a:cubicBezTo>
                  <a:lnTo>
                    <a:pt x="1309248" y="7355"/>
                  </a:lnTo>
                  <a:cubicBezTo>
                    <a:pt x="1308256" y="6786"/>
                    <a:pt x="1307122" y="6516"/>
                    <a:pt x="1305980" y="6571"/>
                  </a:cubicBezTo>
                  <a:lnTo>
                    <a:pt x="14621" y="69045"/>
                  </a:lnTo>
                  <a:cubicBezTo>
                    <a:pt x="14535" y="69045"/>
                    <a:pt x="14464" y="69096"/>
                    <a:pt x="14378" y="69103"/>
                  </a:cubicBezTo>
                  <a:cubicBezTo>
                    <a:pt x="13978" y="69158"/>
                    <a:pt x="13582" y="69256"/>
                    <a:pt x="13202" y="69390"/>
                  </a:cubicBezTo>
                  <a:cubicBezTo>
                    <a:pt x="12838" y="69476"/>
                    <a:pt x="12485" y="69593"/>
                    <a:pt x="12140" y="69742"/>
                  </a:cubicBezTo>
                  <a:cubicBezTo>
                    <a:pt x="11842" y="69919"/>
                    <a:pt x="11564" y="70122"/>
                    <a:pt x="11301" y="70346"/>
                  </a:cubicBezTo>
                  <a:cubicBezTo>
                    <a:pt x="10941" y="70597"/>
                    <a:pt x="10608" y="70887"/>
                    <a:pt x="10310" y="71212"/>
                  </a:cubicBezTo>
                  <a:cubicBezTo>
                    <a:pt x="10239" y="71290"/>
                    <a:pt x="10141" y="71330"/>
                    <a:pt x="10079" y="71412"/>
                  </a:cubicBezTo>
                  <a:cubicBezTo>
                    <a:pt x="9961" y="71616"/>
                    <a:pt x="9859" y="71827"/>
                    <a:pt x="9769" y="72047"/>
                  </a:cubicBezTo>
                  <a:cubicBezTo>
                    <a:pt x="9530" y="72423"/>
                    <a:pt x="9334" y="72823"/>
                    <a:pt x="9185" y="73242"/>
                  </a:cubicBezTo>
                  <a:cubicBezTo>
                    <a:pt x="9075" y="73599"/>
                    <a:pt x="9005" y="73963"/>
                    <a:pt x="8969" y="74336"/>
                  </a:cubicBezTo>
                  <a:cubicBezTo>
                    <a:pt x="8899" y="74594"/>
                    <a:pt x="8848" y="74857"/>
                    <a:pt x="8817" y="75120"/>
                  </a:cubicBezTo>
                  <a:lnTo>
                    <a:pt x="8817" y="1027402"/>
                  </a:lnTo>
                  <a:cubicBezTo>
                    <a:pt x="8820" y="1028801"/>
                    <a:pt x="9303" y="1030161"/>
                    <a:pt x="10188" y="1031246"/>
                  </a:cubicBezTo>
                  <a:lnTo>
                    <a:pt x="64385" y="1097734"/>
                  </a:lnTo>
                  <a:cubicBezTo>
                    <a:pt x="64467" y="1097832"/>
                    <a:pt x="64596" y="1097871"/>
                    <a:pt x="64687" y="1097965"/>
                  </a:cubicBezTo>
                  <a:cubicBezTo>
                    <a:pt x="64777" y="1098059"/>
                    <a:pt x="64820" y="1098208"/>
                    <a:pt x="64926" y="1098306"/>
                  </a:cubicBezTo>
                  <a:cubicBezTo>
                    <a:pt x="65263" y="1098584"/>
                    <a:pt x="65635" y="1098819"/>
                    <a:pt x="66027" y="1099012"/>
                  </a:cubicBezTo>
                  <a:cubicBezTo>
                    <a:pt x="66235" y="1099160"/>
                    <a:pt x="66454" y="1099302"/>
                    <a:pt x="66677" y="1099427"/>
                  </a:cubicBezTo>
                  <a:cubicBezTo>
                    <a:pt x="67442" y="1099772"/>
                    <a:pt x="68265" y="1099956"/>
                    <a:pt x="69104" y="1099968"/>
                  </a:cubicBezTo>
                  <a:cubicBezTo>
                    <a:pt x="69217" y="1099972"/>
                    <a:pt x="69331" y="1099972"/>
                    <a:pt x="69445" y="1099968"/>
                  </a:cubicBezTo>
                  <a:lnTo>
                    <a:pt x="1373345" y="1025191"/>
                  </a:lnTo>
                  <a:cubicBezTo>
                    <a:pt x="1376566" y="1025007"/>
                    <a:pt x="1379086" y="1022346"/>
                    <a:pt x="1379091" y="1019120"/>
                  </a:cubicBezTo>
                  <a:lnTo>
                    <a:pt x="1379091" y="50169"/>
                  </a:lnTo>
                  <a:cubicBezTo>
                    <a:pt x="1379088" y="49330"/>
                    <a:pt x="1378912" y="48503"/>
                    <a:pt x="1378573" y="47735"/>
                  </a:cubicBezTo>
                  <a:close/>
                  <a:moveTo>
                    <a:pt x="1304816" y="18822"/>
                  </a:moveTo>
                  <a:lnTo>
                    <a:pt x="1351687" y="45164"/>
                  </a:lnTo>
                  <a:lnTo>
                    <a:pt x="70914" y="110472"/>
                  </a:lnTo>
                  <a:lnTo>
                    <a:pt x="31772" y="80407"/>
                  </a:lnTo>
                  <a:close/>
                  <a:moveTo>
                    <a:pt x="21006" y="87477"/>
                  </a:moveTo>
                  <a:lnTo>
                    <a:pt x="63025" y="119749"/>
                  </a:lnTo>
                  <a:lnTo>
                    <a:pt x="63025" y="1076797"/>
                  </a:lnTo>
                  <a:lnTo>
                    <a:pt x="21006" y="1025234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9" name="Google Shape;349;p22"/>
            <p:cNvSpPr/>
            <p:nvPr/>
          </p:nvSpPr>
          <p:spPr>
            <a:xfrm>
              <a:off x="6144218" y="5279072"/>
              <a:ext cx="557959" cy="702473"/>
            </a:xfrm>
            <a:custGeom>
              <a:avLst/>
              <a:gdLst/>
              <a:ahLst/>
              <a:cxnLst/>
              <a:rect l="l" t="t" r="r" b="b"/>
              <a:pathLst>
                <a:path w="557959" h="702473" extrusionOk="0">
                  <a:moveTo>
                    <a:pt x="564848" y="8172"/>
                  </a:moveTo>
                  <a:cubicBezTo>
                    <a:pt x="563592" y="7031"/>
                    <a:pt x="561923" y="6455"/>
                    <a:pt x="560231" y="6581"/>
                  </a:cubicBezTo>
                  <a:lnTo>
                    <a:pt x="201958" y="35685"/>
                  </a:lnTo>
                  <a:cubicBezTo>
                    <a:pt x="198799" y="35944"/>
                    <a:pt x="196365" y="38578"/>
                    <a:pt x="196361" y="41749"/>
                  </a:cubicBezTo>
                  <a:lnTo>
                    <a:pt x="196361" y="522418"/>
                  </a:lnTo>
                  <a:lnTo>
                    <a:pt x="14634" y="530559"/>
                  </a:lnTo>
                  <a:cubicBezTo>
                    <a:pt x="12157" y="530665"/>
                    <a:pt x="9997" y="532268"/>
                    <a:pt x="9170" y="534604"/>
                  </a:cubicBezTo>
                  <a:cubicBezTo>
                    <a:pt x="8335" y="536940"/>
                    <a:pt x="9009" y="539550"/>
                    <a:pt x="10871" y="541188"/>
                  </a:cubicBezTo>
                  <a:lnTo>
                    <a:pt x="198285" y="707410"/>
                  </a:lnTo>
                  <a:cubicBezTo>
                    <a:pt x="198285" y="707410"/>
                    <a:pt x="198285" y="707410"/>
                    <a:pt x="198285" y="707410"/>
                  </a:cubicBezTo>
                  <a:lnTo>
                    <a:pt x="198285" y="707410"/>
                  </a:lnTo>
                  <a:lnTo>
                    <a:pt x="198391" y="707505"/>
                  </a:lnTo>
                  <a:cubicBezTo>
                    <a:pt x="198720" y="707755"/>
                    <a:pt x="199077" y="707971"/>
                    <a:pt x="199453" y="708143"/>
                  </a:cubicBezTo>
                  <a:cubicBezTo>
                    <a:pt x="199700" y="708324"/>
                    <a:pt x="199963" y="708484"/>
                    <a:pt x="200237" y="708622"/>
                  </a:cubicBezTo>
                  <a:cubicBezTo>
                    <a:pt x="200931" y="708892"/>
                    <a:pt x="201672" y="709033"/>
                    <a:pt x="202416" y="709037"/>
                  </a:cubicBezTo>
                  <a:lnTo>
                    <a:pt x="202844" y="709037"/>
                  </a:lnTo>
                  <a:lnTo>
                    <a:pt x="561117" y="684075"/>
                  </a:lnTo>
                  <a:cubicBezTo>
                    <a:pt x="564304" y="683851"/>
                    <a:pt x="566776" y="681198"/>
                    <a:pt x="566776" y="678004"/>
                  </a:cubicBezTo>
                  <a:lnTo>
                    <a:pt x="566776" y="12644"/>
                  </a:lnTo>
                  <a:cubicBezTo>
                    <a:pt x="566784" y="10951"/>
                    <a:pt x="566085" y="9328"/>
                    <a:pt x="564848" y="8172"/>
                  </a:cubicBezTo>
                  <a:close/>
                  <a:moveTo>
                    <a:pt x="196361" y="534615"/>
                  </a:moveTo>
                  <a:lnTo>
                    <a:pt x="196361" y="689472"/>
                  </a:lnTo>
                  <a:lnTo>
                    <a:pt x="30182" y="54205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0" name="Google Shape;350;p22"/>
            <p:cNvSpPr/>
            <p:nvPr/>
          </p:nvSpPr>
          <p:spPr>
            <a:xfrm>
              <a:off x="6320600" y="5279073"/>
              <a:ext cx="382612" cy="415601"/>
            </a:xfrm>
            <a:custGeom>
              <a:avLst/>
              <a:gdLst/>
              <a:ahLst/>
              <a:cxnLst/>
              <a:rect l="l" t="t" r="r" b="b"/>
              <a:pathLst>
                <a:path w="382612" h="415601" extrusionOk="0">
                  <a:moveTo>
                    <a:pt x="14907" y="422165"/>
                  </a:moveTo>
                  <a:cubicBezTo>
                    <a:pt x="11548" y="422165"/>
                    <a:pt x="8820" y="419441"/>
                    <a:pt x="8817" y="416082"/>
                  </a:cubicBezTo>
                  <a:lnTo>
                    <a:pt x="8817" y="41744"/>
                  </a:lnTo>
                  <a:cubicBezTo>
                    <a:pt x="8824" y="38569"/>
                    <a:pt x="11266" y="35931"/>
                    <a:pt x="14429" y="35681"/>
                  </a:cubicBezTo>
                  <a:lnTo>
                    <a:pt x="383861" y="6580"/>
                  </a:lnTo>
                  <a:cubicBezTo>
                    <a:pt x="385549" y="6458"/>
                    <a:pt x="387213" y="7034"/>
                    <a:pt x="388466" y="8171"/>
                  </a:cubicBezTo>
                  <a:cubicBezTo>
                    <a:pt x="389706" y="9323"/>
                    <a:pt x="390415" y="10934"/>
                    <a:pt x="390426" y="12627"/>
                  </a:cubicBezTo>
                  <a:lnTo>
                    <a:pt x="391429" y="392856"/>
                  </a:lnTo>
                  <a:cubicBezTo>
                    <a:pt x="391437" y="396215"/>
                    <a:pt x="388721" y="398947"/>
                    <a:pt x="385362" y="398955"/>
                  </a:cubicBezTo>
                  <a:cubicBezTo>
                    <a:pt x="385359" y="398955"/>
                    <a:pt x="385357" y="398955"/>
                    <a:pt x="385354" y="398955"/>
                  </a:cubicBezTo>
                  <a:lnTo>
                    <a:pt x="385354" y="398955"/>
                  </a:lnTo>
                  <a:cubicBezTo>
                    <a:pt x="382000" y="398959"/>
                    <a:pt x="379276" y="396247"/>
                    <a:pt x="379263" y="392892"/>
                  </a:cubicBezTo>
                  <a:lnTo>
                    <a:pt x="378283" y="19223"/>
                  </a:lnTo>
                  <a:lnTo>
                    <a:pt x="21006" y="47368"/>
                  </a:lnTo>
                  <a:lnTo>
                    <a:pt x="21006" y="416082"/>
                  </a:lnTo>
                  <a:cubicBezTo>
                    <a:pt x="21002" y="419445"/>
                    <a:pt x="18270" y="422169"/>
                    <a:pt x="14907" y="42216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22"/>
            <p:cNvSpPr/>
            <p:nvPr/>
          </p:nvSpPr>
          <p:spPr>
            <a:xfrm>
              <a:off x="3347514" y="5316334"/>
              <a:ext cx="1861244" cy="78021"/>
            </a:xfrm>
            <a:custGeom>
              <a:avLst/>
              <a:gdLst/>
              <a:ahLst/>
              <a:cxnLst/>
              <a:rect l="l" t="t" r="r" b="b"/>
              <a:pathLst>
                <a:path w="1861244" h="78021" extrusionOk="0">
                  <a:moveTo>
                    <a:pt x="14900" y="84586"/>
                  </a:moveTo>
                  <a:cubicBezTo>
                    <a:pt x="11619" y="84582"/>
                    <a:pt x="8934" y="81983"/>
                    <a:pt x="8821" y="78707"/>
                  </a:cubicBezTo>
                  <a:cubicBezTo>
                    <a:pt x="8699" y="75352"/>
                    <a:pt x="11317" y="72530"/>
                    <a:pt x="14672" y="72408"/>
                  </a:cubicBezTo>
                  <a:cubicBezTo>
                    <a:pt x="14672" y="72408"/>
                    <a:pt x="14676" y="72408"/>
                    <a:pt x="14676" y="72408"/>
                  </a:cubicBezTo>
                  <a:lnTo>
                    <a:pt x="1863759" y="6564"/>
                  </a:lnTo>
                  <a:cubicBezTo>
                    <a:pt x="1867004" y="6626"/>
                    <a:pt x="1869947" y="9076"/>
                    <a:pt x="1870057" y="12443"/>
                  </a:cubicBezTo>
                  <a:cubicBezTo>
                    <a:pt x="1870179" y="15798"/>
                    <a:pt x="1867560" y="18616"/>
                    <a:pt x="1864206" y="18741"/>
                  </a:cubicBezTo>
                  <a:cubicBezTo>
                    <a:pt x="1864206" y="18741"/>
                    <a:pt x="1864202" y="18741"/>
                    <a:pt x="1864202" y="18741"/>
                  </a:cubicBezTo>
                  <a:lnTo>
                    <a:pt x="15119" y="8458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2" name="Google Shape;352;p22"/>
            <p:cNvSpPr/>
            <p:nvPr/>
          </p:nvSpPr>
          <p:spPr>
            <a:xfrm>
              <a:off x="7106019" y="5276552"/>
              <a:ext cx="1258624" cy="781415"/>
            </a:xfrm>
            <a:custGeom>
              <a:avLst/>
              <a:gdLst/>
              <a:ahLst/>
              <a:cxnLst/>
              <a:rect l="l" t="t" r="r" b="b"/>
              <a:pathLst>
                <a:path w="1258624" h="781415" extrusionOk="0">
                  <a:moveTo>
                    <a:pt x="1261348" y="787972"/>
                  </a:moveTo>
                  <a:cubicBezTo>
                    <a:pt x="1260220" y="787972"/>
                    <a:pt x="1259110" y="787658"/>
                    <a:pt x="1258150" y="787066"/>
                  </a:cubicBezTo>
                  <a:lnTo>
                    <a:pt x="11703" y="17825"/>
                  </a:lnTo>
                  <a:cubicBezTo>
                    <a:pt x="8845" y="16057"/>
                    <a:pt x="7959" y="12310"/>
                    <a:pt x="9726" y="9449"/>
                  </a:cubicBezTo>
                  <a:cubicBezTo>
                    <a:pt x="11492" y="6592"/>
                    <a:pt x="15241" y="5706"/>
                    <a:pt x="18100" y="7474"/>
                  </a:cubicBezTo>
                  <a:lnTo>
                    <a:pt x="1264547" y="776723"/>
                  </a:lnTo>
                  <a:cubicBezTo>
                    <a:pt x="1267408" y="778483"/>
                    <a:pt x="1268298" y="782226"/>
                    <a:pt x="1266538" y="785087"/>
                  </a:cubicBezTo>
                  <a:cubicBezTo>
                    <a:pt x="1265428" y="786886"/>
                    <a:pt x="1263465" y="787984"/>
                    <a:pt x="1261348" y="78798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3" name="Google Shape;353;p22"/>
            <p:cNvSpPr/>
            <p:nvPr/>
          </p:nvSpPr>
          <p:spPr>
            <a:xfrm>
              <a:off x="4193959" y="5476337"/>
              <a:ext cx="1123631" cy="521113"/>
            </a:xfrm>
            <a:custGeom>
              <a:avLst/>
              <a:gdLst/>
              <a:ahLst/>
              <a:cxnLst/>
              <a:rect l="l" t="t" r="r" b="b"/>
              <a:pathLst>
                <a:path w="1123631" h="521113" extrusionOk="0">
                  <a:moveTo>
                    <a:pt x="652450" y="0"/>
                  </a:moveTo>
                  <a:lnTo>
                    <a:pt x="0" y="79641"/>
                  </a:lnTo>
                  <a:lnTo>
                    <a:pt x="420375" y="521113"/>
                  </a:lnTo>
                  <a:lnTo>
                    <a:pt x="1123631" y="434183"/>
                  </a:lnTo>
                  <a:lnTo>
                    <a:pt x="65245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22"/>
            <p:cNvSpPr/>
            <p:nvPr/>
          </p:nvSpPr>
          <p:spPr>
            <a:xfrm>
              <a:off x="4166398" y="5607242"/>
              <a:ext cx="1000438" cy="520956"/>
            </a:xfrm>
            <a:custGeom>
              <a:avLst/>
              <a:gdLst/>
              <a:ahLst/>
              <a:cxnLst/>
              <a:rect l="l" t="t" r="r" b="b"/>
              <a:pathLst>
                <a:path w="1000438" h="520956" extrusionOk="0">
                  <a:moveTo>
                    <a:pt x="0" y="72390"/>
                  </a:moveTo>
                  <a:lnTo>
                    <a:pt x="579942" y="0"/>
                  </a:lnTo>
                  <a:lnTo>
                    <a:pt x="1000439" y="426893"/>
                  </a:lnTo>
                  <a:lnTo>
                    <a:pt x="333440" y="520957"/>
                  </a:lnTo>
                  <a:lnTo>
                    <a:pt x="0" y="7239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5" name="Google Shape;355;p22"/>
            <p:cNvSpPr/>
            <p:nvPr/>
          </p:nvSpPr>
          <p:spPr>
            <a:xfrm>
              <a:off x="4179407" y="5577690"/>
              <a:ext cx="1000442" cy="520995"/>
            </a:xfrm>
            <a:custGeom>
              <a:avLst/>
              <a:gdLst/>
              <a:ahLst/>
              <a:cxnLst/>
              <a:rect l="l" t="t" r="r" b="b"/>
              <a:pathLst>
                <a:path w="1000442" h="520995" extrusionOk="0">
                  <a:moveTo>
                    <a:pt x="0" y="72390"/>
                  </a:moveTo>
                  <a:lnTo>
                    <a:pt x="579943" y="0"/>
                  </a:lnTo>
                  <a:lnTo>
                    <a:pt x="1000443" y="426893"/>
                  </a:lnTo>
                  <a:lnTo>
                    <a:pt x="333440" y="520996"/>
                  </a:lnTo>
                  <a:lnTo>
                    <a:pt x="0" y="7239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6" name="Google Shape;356;p22"/>
            <p:cNvSpPr/>
            <p:nvPr/>
          </p:nvSpPr>
          <p:spPr>
            <a:xfrm>
              <a:off x="4529030" y="5960419"/>
              <a:ext cx="541463" cy="76161"/>
            </a:xfrm>
            <a:custGeom>
              <a:avLst/>
              <a:gdLst/>
              <a:ahLst/>
              <a:cxnLst/>
              <a:rect l="l" t="t" r="r" b="b"/>
              <a:pathLst>
                <a:path w="541463" h="76161" extrusionOk="0">
                  <a:moveTo>
                    <a:pt x="12579" y="82725"/>
                  </a:moveTo>
                  <a:cubicBezTo>
                    <a:pt x="10502" y="82725"/>
                    <a:pt x="8817" y="81039"/>
                    <a:pt x="8817" y="78962"/>
                  </a:cubicBezTo>
                  <a:cubicBezTo>
                    <a:pt x="8813" y="76885"/>
                    <a:pt x="10498" y="75200"/>
                    <a:pt x="12575" y="75196"/>
                  </a:cubicBezTo>
                  <a:cubicBezTo>
                    <a:pt x="12575" y="75196"/>
                    <a:pt x="12579" y="75196"/>
                    <a:pt x="12579" y="75196"/>
                  </a:cubicBezTo>
                  <a:lnTo>
                    <a:pt x="12579" y="75196"/>
                  </a:lnTo>
                  <a:lnTo>
                    <a:pt x="545980" y="6576"/>
                  </a:lnTo>
                  <a:cubicBezTo>
                    <a:pt x="548025" y="6415"/>
                    <a:pt x="549864" y="7822"/>
                    <a:pt x="550244" y="9841"/>
                  </a:cubicBezTo>
                  <a:cubicBezTo>
                    <a:pt x="550530" y="11899"/>
                    <a:pt x="549091" y="13799"/>
                    <a:pt x="547034" y="14085"/>
                  </a:cubicBezTo>
                  <a:cubicBezTo>
                    <a:pt x="547034" y="14085"/>
                    <a:pt x="547034" y="14085"/>
                    <a:pt x="547034" y="14085"/>
                  </a:cubicBezTo>
                  <a:lnTo>
                    <a:pt x="546858" y="14105"/>
                  </a:lnTo>
                  <a:lnTo>
                    <a:pt x="13582" y="82725"/>
                  </a:lnTo>
                  <a:close/>
                </a:path>
              </a:pathLst>
            </a:custGeom>
            <a:solidFill>
              <a:srgbClr val="92E3A9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22"/>
            <p:cNvSpPr/>
            <p:nvPr/>
          </p:nvSpPr>
          <p:spPr>
            <a:xfrm>
              <a:off x="4499298" y="5924772"/>
              <a:ext cx="541464" cy="76181"/>
            </a:xfrm>
            <a:custGeom>
              <a:avLst/>
              <a:gdLst/>
              <a:ahLst/>
              <a:cxnLst/>
              <a:rect l="l" t="t" r="r" b="b"/>
              <a:pathLst>
                <a:path w="541464" h="76181" extrusionOk="0">
                  <a:moveTo>
                    <a:pt x="12579" y="82745"/>
                  </a:moveTo>
                  <a:cubicBezTo>
                    <a:pt x="10502" y="82745"/>
                    <a:pt x="8817" y="81060"/>
                    <a:pt x="8817" y="78983"/>
                  </a:cubicBezTo>
                  <a:cubicBezTo>
                    <a:pt x="8813" y="76906"/>
                    <a:pt x="10498" y="75220"/>
                    <a:pt x="12575" y="75216"/>
                  </a:cubicBezTo>
                  <a:cubicBezTo>
                    <a:pt x="12575" y="75216"/>
                    <a:pt x="12579" y="75216"/>
                    <a:pt x="12579" y="75216"/>
                  </a:cubicBezTo>
                  <a:lnTo>
                    <a:pt x="12579" y="75216"/>
                  </a:lnTo>
                  <a:lnTo>
                    <a:pt x="545980" y="6597"/>
                  </a:lnTo>
                  <a:cubicBezTo>
                    <a:pt x="548061" y="6323"/>
                    <a:pt x="549969" y="7780"/>
                    <a:pt x="550248" y="9862"/>
                  </a:cubicBezTo>
                  <a:cubicBezTo>
                    <a:pt x="550522" y="11939"/>
                    <a:pt x="549060" y="13852"/>
                    <a:pt x="546983" y="14126"/>
                  </a:cubicBezTo>
                  <a:lnTo>
                    <a:pt x="13708" y="82745"/>
                  </a:lnTo>
                  <a:close/>
                </a:path>
              </a:pathLst>
            </a:custGeom>
            <a:solidFill>
              <a:srgbClr val="92E3A9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8" name="Google Shape;358;p22"/>
            <p:cNvSpPr/>
            <p:nvPr/>
          </p:nvSpPr>
          <p:spPr>
            <a:xfrm>
              <a:off x="4469669" y="5889049"/>
              <a:ext cx="540600" cy="76278"/>
            </a:xfrm>
            <a:custGeom>
              <a:avLst/>
              <a:gdLst/>
              <a:ahLst/>
              <a:cxnLst/>
              <a:rect l="l" t="t" r="r" b="b"/>
              <a:pathLst>
                <a:path w="540600" h="76278" extrusionOk="0">
                  <a:moveTo>
                    <a:pt x="12606" y="82842"/>
                  </a:moveTo>
                  <a:cubicBezTo>
                    <a:pt x="10666" y="82850"/>
                    <a:pt x="9035" y="81384"/>
                    <a:pt x="8839" y="79456"/>
                  </a:cubicBezTo>
                  <a:cubicBezTo>
                    <a:pt x="8616" y="77390"/>
                    <a:pt x="10050" y="75513"/>
                    <a:pt x="12104" y="75188"/>
                  </a:cubicBezTo>
                  <a:lnTo>
                    <a:pt x="545132" y="6568"/>
                  </a:lnTo>
                  <a:cubicBezTo>
                    <a:pt x="547198" y="6474"/>
                    <a:pt x="549020" y="7920"/>
                    <a:pt x="549397" y="9954"/>
                  </a:cubicBezTo>
                  <a:cubicBezTo>
                    <a:pt x="549612" y="12024"/>
                    <a:pt x="548111" y="13874"/>
                    <a:pt x="546046" y="14093"/>
                  </a:cubicBezTo>
                  <a:lnTo>
                    <a:pt x="546010" y="14093"/>
                  </a:lnTo>
                  <a:lnTo>
                    <a:pt x="12735" y="82838"/>
                  </a:lnTo>
                  <a:close/>
                </a:path>
              </a:pathLst>
            </a:custGeom>
            <a:solidFill>
              <a:srgbClr val="92E3A9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9" name="Google Shape;359;p22"/>
            <p:cNvSpPr/>
            <p:nvPr/>
          </p:nvSpPr>
          <p:spPr>
            <a:xfrm>
              <a:off x="4439963" y="5853403"/>
              <a:ext cx="541465" cy="76172"/>
            </a:xfrm>
            <a:custGeom>
              <a:avLst/>
              <a:gdLst/>
              <a:ahLst/>
              <a:cxnLst/>
              <a:rect l="l" t="t" r="r" b="b"/>
              <a:pathLst>
                <a:path w="541465" h="76172" extrusionOk="0">
                  <a:moveTo>
                    <a:pt x="12579" y="82736"/>
                  </a:moveTo>
                  <a:cubicBezTo>
                    <a:pt x="10502" y="82736"/>
                    <a:pt x="8817" y="81050"/>
                    <a:pt x="8817" y="78973"/>
                  </a:cubicBezTo>
                  <a:cubicBezTo>
                    <a:pt x="8813" y="76896"/>
                    <a:pt x="10498" y="75211"/>
                    <a:pt x="12575" y="75207"/>
                  </a:cubicBezTo>
                  <a:cubicBezTo>
                    <a:pt x="12575" y="75207"/>
                    <a:pt x="12579" y="75207"/>
                    <a:pt x="12579" y="75207"/>
                  </a:cubicBezTo>
                  <a:lnTo>
                    <a:pt x="12579" y="75207"/>
                  </a:lnTo>
                  <a:lnTo>
                    <a:pt x="545980" y="6587"/>
                  </a:lnTo>
                  <a:cubicBezTo>
                    <a:pt x="548045" y="6360"/>
                    <a:pt x="549922" y="7798"/>
                    <a:pt x="550244" y="9848"/>
                  </a:cubicBezTo>
                  <a:cubicBezTo>
                    <a:pt x="550538" y="11902"/>
                    <a:pt x="549111" y="13807"/>
                    <a:pt x="547057" y="14104"/>
                  </a:cubicBezTo>
                  <a:cubicBezTo>
                    <a:pt x="547054" y="14104"/>
                    <a:pt x="547054" y="14104"/>
                    <a:pt x="547049" y="14104"/>
                  </a:cubicBezTo>
                  <a:lnTo>
                    <a:pt x="546983" y="14104"/>
                  </a:lnTo>
                  <a:lnTo>
                    <a:pt x="13582" y="82736"/>
                  </a:lnTo>
                  <a:close/>
                </a:path>
              </a:pathLst>
            </a:custGeom>
            <a:solidFill>
              <a:srgbClr val="92E3A9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22"/>
            <p:cNvSpPr/>
            <p:nvPr/>
          </p:nvSpPr>
          <p:spPr>
            <a:xfrm>
              <a:off x="4410319" y="5817784"/>
              <a:ext cx="541000" cy="76164"/>
            </a:xfrm>
            <a:custGeom>
              <a:avLst/>
              <a:gdLst/>
              <a:ahLst/>
              <a:cxnLst/>
              <a:rect l="l" t="t" r="r" b="b"/>
              <a:pathLst>
                <a:path w="541000" h="76164" extrusionOk="0">
                  <a:moveTo>
                    <a:pt x="12617" y="82728"/>
                  </a:moveTo>
                  <a:cubicBezTo>
                    <a:pt x="10720" y="82744"/>
                    <a:pt x="9106" y="81345"/>
                    <a:pt x="8855" y="79463"/>
                  </a:cubicBezTo>
                  <a:cubicBezTo>
                    <a:pt x="8561" y="77406"/>
                    <a:pt x="9991" y="75501"/>
                    <a:pt x="12049" y="75207"/>
                  </a:cubicBezTo>
                  <a:cubicBezTo>
                    <a:pt x="12049" y="75207"/>
                    <a:pt x="12049" y="75207"/>
                    <a:pt x="12049" y="75207"/>
                  </a:cubicBezTo>
                  <a:lnTo>
                    <a:pt x="12116" y="75207"/>
                  </a:lnTo>
                  <a:lnTo>
                    <a:pt x="545516" y="6587"/>
                  </a:lnTo>
                  <a:cubicBezTo>
                    <a:pt x="547582" y="6360"/>
                    <a:pt x="549459" y="7798"/>
                    <a:pt x="549780" y="9848"/>
                  </a:cubicBezTo>
                  <a:cubicBezTo>
                    <a:pt x="550066" y="11902"/>
                    <a:pt x="548636" y="13803"/>
                    <a:pt x="546578" y="14093"/>
                  </a:cubicBezTo>
                  <a:cubicBezTo>
                    <a:pt x="546574" y="14093"/>
                    <a:pt x="546574" y="14093"/>
                    <a:pt x="546570" y="14093"/>
                  </a:cubicBezTo>
                  <a:cubicBezTo>
                    <a:pt x="546512" y="14093"/>
                    <a:pt x="546453" y="14093"/>
                    <a:pt x="546394" y="14116"/>
                  </a:cubicBezTo>
                  <a:lnTo>
                    <a:pt x="13127" y="82728"/>
                  </a:lnTo>
                  <a:close/>
                </a:path>
              </a:pathLst>
            </a:custGeom>
            <a:solidFill>
              <a:srgbClr val="92E3A9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" name="Google Shape;361;p22"/>
            <p:cNvSpPr/>
            <p:nvPr/>
          </p:nvSpPr>
          <p:spPr>
            <a:xfrm>
              <a:off x="4380612" y="5781901"/>
              <a:ext cx="540964" cy="76295"/>
            </a:xfrm>
            <a:custGeom>
              <a:avLst/>
              <a:gdLst/>
              <a:ahLst/>
              <a:cxnLst/>
              <a:rect l="l" t="t" r="r" b="b"/>
              <a:pathLst>
                <a:path w="540964" h="76295" extrusionOk="0">
                  <a:moveTo>
                    <a:pt x="12592" y="82859"/>
                  </a:moveTo>
                  <a:cubicBezTo>
                    <a:pt x="10652" y="82867"/>
                    <a:pt x="9022" y="81401"/>
                    <a:pt x="8830" y="79469"/>
                  </a:cubicBezTo>
                  <a:cubicBezTo>
                    <a:pt x="8665" y="77423"/>
                    <a:pt x="10072" y="75585"/>
                    <a:pt x="12090" y="75204"/>
                  </a:cubicBezTo>
                  <a:lnTo>
                    <a:pt x="545491" y="6585"/>
                  </a:lnTo>
                  <a:cubicBezTo>
                    <a:pt x="547600" y="6365"/>
                    <a:pt x="549496" y="7870"/>
                    <a:pt x="549759" y="9971"/>
                  </a:cubicBezTo>
                  <a:cubicBezTo>
                    <a:pt x="549979" y="12009"/>
                    <a:pt x="548528" y="13851"/>
                    <a:pt x="546494" y="14114"/>
                  </a:cubicBezTo>
                  <a:lnTo>
                    <a:pt x="13094" y="82859"/>
                  </a:lnTo>
                  <a:close/>
                </a:path>
              </a:pathLst>
            </a:custGeom>
            <a:solidFill>
              <a:srgbClr val="92E3A9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" name="Google Shape;362;p22"/>
            <p:cNvSpPr/>
            <p:nvPr/>
          </p:nvSpPr>
          <p:spPr>
            <a:xfrm>
              <a:off x="4350981" y="5746408"/>
              <a:ext cx="541010" cy="76161"/>
            </a:xfrm>
            <a:custGeom>
              <a:avLst/>
              <a:gdLst/>
              <a:ahLst/>
              <a:cxnLst/>
              <a:rect l="l" t="t" r="r" b="b"/>
              <a:pathLst>
                <a:path w="541010" h="76161" extrusionOk="0">
                  <a:moveTo>
                    <a:pt x="12620" y="82725"/>
                  </a:moveTo>
                  <a:cubicBezTo>
                    <a:pt x="10723" y="82741"/>
                    <a:pt x="9109" y="81342"/>
                    <a:pt x="8854" y="79460"/>
                  </a:cubicBezTo>
                  <a:cubicBezTo>
                    <a:pt x="8564" y="77403"/>
                    <a:pt x="9994" y="75498"/>
                    <a:pt x="12052" y="75204"/>
                  </a:cubicBezTo>
                  <a:lnTo>
                    <a:pt x="12119" y="75204"/>
                  </a:lnTo>
                  <a:lnTo>
                    <a:pt x="545527" y="6577"/>
                  </a:lnTo>
                  <a:cubicBezTo>
                    <a:pt x="547573" y="6412"/>
                    <a:pt x="549411" y="7819"/>
                    <a:pt x="549791" y="9838"/>
                  </a:cubicBezTo>
                  <a:cubicBezTo>
                    <a:pt x="550077" y="11895"/>
                    <a:pt x="548639" y="13796"/>
                    <a:pt x="546581" y="14082"/>
                  </a:cubicBezTo>
                  <a:cubicBezTo>
                    <a:pt x="546581" y="14082"/>
                    <a:pt x="546581" y="14082"/>
                    <a:pt x="546581" y="14082"/>
                  </a:cubicBezTo>
                  <a:lnTo>
                    <a:pt x="546405" y="14106"/>
                  </a:lnTo>
                  <a:lnTo>
                    <a:pt x="13130" y="82725"/>
                  </a:lnTo>
                  <a:close/>
                </a:path>
              </a:pathLst>
            </a:custGeom>
            <a:solidFill>
              <a:srgbClr val="92E3A9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22"/>
            <p:cNvSpPr/>
            <p:nvPr/>
          </p:nvSpPr>
          <p:spPr>
            <a:xfrm>
              <a:off x="4321290" y="5710760"/>
              <a:ext cx="541461" cy="76178"/>
            </a:xfrm>
            <a:custGeom>
              <a:avLst/>
              <a:gdLst/>
              <a:ahLst/>
              <a:cxnLst/>
              <a:rect l="l" t="t" r="r" b="b"/>
              <a:pathLst>
                <a:path w="541461" h="76178" extrusionOk="0">
                  <a:moveTo>
                    <a:pt x="12579" y="82742"/>
                  </a:moveTo>
                  <a:cubicBezTo>
                    <a:pt x="10502" y="82742"/>
                    <a:pt x="8817" y="81057"/>
                    <a:pt x="8817" y="78980"/>
                  </a:cubicBezTo>
                  <a:cubicBezTo>
                    <a:pt x="8817" y="76903"/>
                    <a:pt x="10502" y="75217"/>
                    <a:pt x="12579" y="75217"/>
                  </a:cubicBezTo>
                  <a:lnTo>
                    <a:pt x="12579" y="75217"/>
                  </a:lnTo>
                  <a:lnTo>
                    <a:pt x="545980" y="6598"/>
                  </a:lnTo>
                  <a:cubicBezTo>
                    <a:pt x="548057" y="6319"/>
                    <a:pt x="549965" y="7777"/>
                    <a:pt x="550244" y="9855"/>
                  </a:cubicBezTo>
                  <a:cubicBezTo>
                    <a:pt x="550244" y="9855"/>
                    <a:pt x="550244" y="9859"/>
                    <a:pt x="550244" y="9859"/>
                  </a:cubicBezTo>
                  <a:cubicBezTo>
                    <a:pt x="550522" y="11936"/>
                    <a:pt x="549064" y="13845"/>
                    <a:pt x="546987" y="14123"/>
                  </a:cubicBezTo>
                  <a:cubicBezTo>
                    <a:pt x="546987" y="14123"/>
                    <a:pt x="546983" y="14123"/>
                    <a:pt x="546983" y="14123"/>
                  </a:cubicBezTo>
                  <a:lnTo>
                    <a:pt x="13578" y="82742"/>
                  </a:lnTo>
                  <a:close/>
                </a:path>
              </a:pathLst>
            </a:custGeom>
            <a:solidFill>
              <a:srgbClr val="92E3A9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22"/>
            <p:cNvSpPr/>
            <p:nvPr/>
          </p:nvSpPr>
          <p:spPr>
            <a:xfrm>
              <a:off x="4291660" y="5675031"/>
              <a:ext cx="540970" cy="76281"/>
            </a:xfrm>
            <a:custGeom>
              <a:avLst/>
              <a:gdLst/>
              <a:ahLst/>
              <a:cxnLst/>
              <a:rect l="l" t="t" r="r" b="b"/>
              <a:pathLst>
                <a:path w="540970" h="76281" extrusionOk="0">
                  <a:moveTo>
                    <a:pt x="12603" y="82845"/>
                  </a:moveTo>
                  <a:cubicBezTo>
                    <a:pt x="10663" y="82857"/>
                    <a:pt x="9032" y="81391"/>
                    <a:pt x="8840" y="79459"/>
                  </a:cubicBezTo>
                  <a:cubicBezTo>
                    <a:pt x="8613" y="77393"/>
                    <a:pt x="10051" y="75516"/>
                    <a:pt x="12101" y="75195"/>
                  </a:cubicBezTo>
                  <a:lnTo>
                    <a:pt x="545502" y="6575"/>
                  </a:lnTo>
                  <a:cubicBezTo>
                    <a:pt x="547591" y="6418"/>
                    <a:pt x="549448" y="7892"/>
                    <a:pt x="549766" y="9961"/>
                  </a:cubicBezTo>
                  <a:cubicBezTo>
                    <a:pt x="549985" y="12027"/>
                    <a:pt x="548488" y="13877"/>
                    <a:pt x="546426" y="14096"/>
                  </a:cubicBezTo>
                  <a:cubicBezTo>
                    <a:pt x="546423" y="14096"/>
                    <a:pt x="546423" y="14096"/>
                    <a:pt x="546419" y="14096"/>
                  </a:cubicBezTo>
                  <a:lnTo>
                    <a:pt x="546379" y="14096"/>
                  </a:lnTo>
                  <a:lnTo>
                    <a:pt x="13104" y="82841"/>
                  </a:lnTo>
                  <a:close/>
                </a:path>
              </a:pathLst>
            </a:custGeom>
            <a:solidFill>
              <a:srgbClr val="92E3A9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" name="Google Shape;365;p22"/>
            <p:cNvSpPr/>
            <p:nvPr/>
          </p:nvSpPr>
          <p:spPr>
            <a:xfrm>
              <a:off x="4262077" y="5639393"/>
              <a:ext cx="541484" cy="76167"/>
            </a:xfrm>
            <a:custGeom>
              <a:avLst/>
              <a:gdLst/>
              <a:ahLst/>
              <a:cxnLst/>
              <a:rect l="l" t="t" r="r" b="b"/>
              <a:pathLst>
                <a:path w="541484" h="76167" extrusionOk="0">
                  <a:moveTo>
                    <a:pt x="12579" y="82731"/>
                  </a:moveTo>
                  <a:cubicBezTo>
                    <a:pt x="10502" y="82731"/>
                    <a:pt x="8817" y="81046"/>
                    <a:pt x="8817" y="78969"/>
                  </a:cubicBezTo>
                  <a:cubicBezTo>
                    <a:pt x="8817" y="76891"/>
                    <a:pt x="10502" y="75206"/>
                    <a:pt x="12579" y="75206"/>
                  </a:cubicBezTo>
                  <a:lnTo>
                    <a:pt x="12579" y="75206"/>
                  </a:lnTo>
                  <a:lnTo>
                    <a:pt x="545999" y="6587"/>
                  </a:lnTo>
                  <a:cubicBezTo>
                    <a:pt x="548065" y="6363"/>
                    <a:pt x="549938" y="7798"/>
                    <a:pt x="550263" y="9847"/>
                  </a:cubicBezTo>
                  <a:cubicBezTo>
                    <a:pt x="550554" y="11905"/>
                    <a:pt x="549123" y="13810"/>
                    <a:pt x="547065" y="14104"/>
                  </a:cubicBezTo>
                  <a:lnTo>
                    <a:pt x="547003" y="14104"/>
                  </a:lnTo>
                  <a:close/>
                </a:path>
              </a:pathLst>
            </a:custGeom>
            <a:solidFill>
              <a:srgbClr val="92E3A9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" name="Google Shape;366;p22"/>
            <p:cNvSpPr/>
            <p:nvPr/>
          </p:nvSpPr>
          <p:spPr>
            <a:xfrm>
              <a:off x="4262077" y="5639393"/>
              <a:ext cx="808416" cy="397187"/>
            </a:xfrm>
            <a:custGeom>
              <a:avLst/>
              <a:gdLst/>
              <a:ahLst/>
              <a:cxnLst/>
              <a:rect l="l" t="t" r="r" b="b"/>
              <a:pathLst>
                <a:path w="808416" h="397187" extrusionOk="0">
                  <a:moveTo>
                    <a:pt x="279532" y="403751"/>
                  </a:moveTo>
                  <a:cubicBezTo>
                    <a:pt x="277455" y="403751"/>
                    <a:pt x="275770" y="402066"/>
                    <a:pt x="275770" y="399989"/>
                  </a:cubicBezTo>
                  <a:cubicBezTo>
                    <a:pt x="275766" y="397911"/>
                    <a:pt x="277451" y="396226"/>
                    <a:pt x="279528" y="396222"/>
                  </a:cubicBezTo>
                  <a:cubicBezTo>
                    <a:pt x="279528" y="396222"/>
                    <a:pt x="279532" y="396222"/>
                    <a:pt x="279532" y="396222"/>
                  </a:cubicBezTo>
                  <a:lnTo>
                    <a:pt x="279532" y="396222"/>
                  </a:lnTo>
                  <a:lnTo>
                    <a:pt x="812933" y="327603"/>
                  </a:lnTo>
                  <a:cubicBezTo>
                    <a:pt x="814979" y="327442"/>
                    <a:pt x="816817" y="328849"/>
                    <a:pt x="817197" y="330868"/>
                  </a:cubicBezTo>
                  <a:cubicBezTo>
                    <a:pt x="817483" y="332925"/>
                    <a:pt x="816045" y="334826"/>
                    <a:pt x="813987" y="335112"/>
                  </a:cubicBezTo>
                  <a:cubicBezTo>
                    <a:pt x="813987" y="335112"/>
                    <a:pt x="813987" y="335112"/>
                    <a:pt x="813987" y="335112"/>
                  </a:cubicBezTo>
                  <a:lnTo>
                    <a:pt x="813811" y="335132"/>
                  </a:lnTo>
                  <a:lnTo>
                    <a:pt x="280535" y="403751"/>
                  </a:lnTo>
                  <a:close/>
                  <a:moveTo>
                    <a:pt x="249800" y="368125"/>
                  </a:moveTo>
                  <a:cubicBezTo>
                    <a:pt x="247723" y="368125"/>
                    <a:pt x="246037" y="366439"/>
                    <a:pt x="246037" y="364362"/>
                  </a:cubicBezTo>
                  <a:cubicBezTo>
                    <a:pt x="246034" y="362285"/>
                    <a:pt x="247719" y="360600"/>
                    <a:pt x="249796" y="360595"/>
                  </a:cubicBezTo>
                  <a:cubicBezTo>
                    <a:pt x="249796" y="360595"/>
                    <a:pt x="249800" y="360595"/>
                    <a:pt x="249800" y="360595"/>
                  </a:cubicBezTo>
                  <a:lnTo>
                    <a:pt x="249800" y="360595"/>
                  </a:lnTo>
                  <a:lnTo>
                    <a:pt x="783201" y="291976"/>
                  </a:lnTo>
                  <a:cubicBezTo>
                    <a:pt x="785282" y="291702"/>
                    <a:pt x="787190" y="293160"/>
                    <a:pt x="787469" y="295241"/>
                  </a:cubicBezTo>
                  <a:cubicBezTo>
                    <a:pt x="787743" y="297318"/>
                    <a:pt x="786281" y="299231"/>
                    <a:pt x="784204" y="299505"/>
                  </a:cubicBezTo>
                  <a:lnTo>
                    <a:pt x="250929" y="368125"/>
                  </a:lnTo>
                  <a:close/>
                  <a:moveTo>
                    <a:pt x="220198" y="332498"/>
                  </a:moveTo>
                  <a:cubicBezTo>
                    <a:pt x="218257" y="332506"/>
                    <a:pt x="216627" y="331040"/>
                    <a:pt x="216431" y="329112"/>
                  </a:cubicBezTo>
                  <a:cubicBezTo>
                    <a:pt x="216208" y="327046"/>
                    <a:pt x="217642" y="325169"/>
                    <a:pt x="219696" y="324844"/>
                  </a:cubicBezTo>
                  <a:lnTo>
                    <a:pt x="752724" y="256224"/>
                  </a:lnTo>
                  <a:cubicBezTo>
                    <a:pt x="754789" y="256130"/>
                    <a:pt x="756612" y="257576"/>
                    <a:pt x="756988" y="259610"/>
                  </a:cubicBezTo>
                  <a:cubicBezTo>
                    <a:pt x="757204" y="261680"/>
                    <a:pt x="755703" y="263530"/>
                    <a:pt x="753637" y="263749"/>
                  </a:cubicBezTo>
                  <a:lnTo>
                    <a:pt x="753602" y="263749"/>
                  </a:lnTo>
                  <a:lnTo>
                    <a:pt x="220327" y="332494"/>
                  </a:lnTo>
                  <a:close/>
                  <a:moveTo>
                    <a:pt x="190466" y="296746"/>
                  </a:moveTo>
                  <a:cubicBezTo>
                    <a:pt x="188388" y="296746"/>
                    <a:pt x="186703" y="295061"/>
                    <a:pt x="186703" y="292983"/>
                  </a:cubicBezTo>
                  <a:cubicBezTo>
                    <a:pt x="186699" y="290906"/>
                    <a:pt x="188384" y="289221"/>
                    <a:pt x="190462" y="289217"/>
                  </a:cubicBezTo>
                  <a:cubicBezTo>
                    <a:pt x="190462" y="289217"/>
                    <a:pt x="190466" y="289217"/>
                    <a:pt x="190466" y="289217"/>
                  </a:cubicBezTo>
                  <a:lnTo>
                    <a:pt x="190466" y="289217"/>
                  </a:lnTo>
                  <a:lnTo>
                    <a:pt x="723866" y="220597"/>
                  </a:lnTo>
                  <a:cubicBezTo>
                    <a:pt x="725931" y="220370"/>
                    <a:pt x="727809" y="221808"/>
                    <a:pt x="728130" y="223858"/>
                  </a:cubicBezTo>
                  <a:cubicBezTo>
                    <a:pt x="728424" y="225912"/>
                    <a:pt x="726998" y="227817"/>
                    <a:pt x="724944" y="228115"/>
                  </a:cubicBezTo>
                  <a:cubicBezTo>
                    <a:pt x="724940" y="228115"/>
                    <a:pt x="724940" y="228115"/>
                    <a:pt x="724936" y="228115"/>
                  </a:cubicBezTo>
                  <a:lnTo>
                    <a:pt x="724869" y="228115"/>
                  </a:lnTo>
                  <a:lnTo>
                    <a:pt x="191469" y="296746"/>
                  </a:lnTo>
                  <a:close/>
                  <a:moveTo>
                    <a:pt x="160859" y="261119"/>
                  </a:moveTo>
                  <a:cubicBezTo>
                    <a:pt x="158962" y="261135"/>
                    <a:pt x="157347" y="259736"/>
                    <a:pt x="157096" y="257854"/>
                  </a:cubicBezTo>
                  <a:cubicBezTo>
                    <a:pt x="156802" y="255797"/>
                    <a:pt x="158233" y="253892"/>
                    <a:pt x="160291" y="253598"/>
                  </a:cubicBezTo>
                  <a:cubicBezTo>
                    <a:pt x="160291" y="253598"/>
                    <a:pt x="160291" y="253598"/>
                    <a:pt x="160291" y="253598"/>
                  </a:cubicBezTo>
                  <a:lnTo>
                    <a:pt x="160357" y="253598"/>
                  </a:lnTo>
                  <a:lnTo>
                    <a:pt x="693758" y="184978"/>
                  </a:lnTo>
                  <a:cubicBezTo>
                    <a:pt x="695823" y="184751"/>
                    <a:pt x="697701" y="186190"/>
                    <a:pt x="698022" y="188239"/>
                  </a:cubicBezTo>
                  <a:cubicBezTo>
                    <a:pt x="698308" y="190293"/>
                    <a:pt x="696878" y="192194"/>
                    <a:pt x="694820" y="192484"/>
                  </a:cubicBezTo>
                  <a:cubicBezTo>
                    <a:pt x="694816" y="192484"/>
                    <a:pt x="694816" y="192484"/>
                    <a:pt x="694812" y="192484"/>
                  </a:cubicBezTo>
                  <a:cubicBezTo>
                    <a:pt x="694753" y="192484"/>
                    <a:pt x="694694" y="192484"/>
                    <a:pt x="694636" y="192508"/>
                  </a:cubicBezTo>
                  <a:lnTo>
                    <a:pt x="161368" y="261119"/>
                  </a:lnTo>
                  <a:close/>
                  <a:moveTo>
                    <a:pt x="131127" y="225367"/>
                  </a:moveTo>
                  <a:cubicBezTo>
                    <a:pt x="129187" y="225375"/>
                    <a:pt x="127556" y="223909"/>
                    <a:pt x="127364" y="221977"/>
                  </a:cubicBezTo>
                  <a:cubicBezTo>
                    <a:pt x="127200" y="219931"/>
                    <a:pt x="128607" y="218093"/>
                    <a:pt x="130625" y="217713"/>
                  </a:cubicBezTo>
                  <a:lnTo>
                    <a:pt x="664026" y="149093"/>
                  </a:lnTo>
                  <a:cubicBezTo>
                    <a:pt x="666134" y="148874"/>
                    <a:pt x="668031" y="150379"/>
                    <a:pt x="668294" y="152479"/>
                  </a:cubicBezTo>
                  <a:cubicBezTo>
                    <a:pt x="668513" y="154518"/>
                    <a:pt x="667063" y="156360"/>
                    <a:pt x="665029" y="156622"/>
                  </a:cubicBezTo>
                  <a:lnTo>
                    <a:pt x="131629" y="225367"/>
                  </a:lnTo>
                  <a:close/>
                  <a:moveTo>
                    <a:pt x="101524" y="189741"/>
                  </a:moveTo>
                  <a:cubicBezTo>
                    <a:pt x="99627" y="189756"/>
                    <a:pt x="98013" y="188357"/>
                    <a:pt x="97758" y="186476"/>
                  </a:cubicBezTo>
                  <a:cubicBezTo>
                    <a:pt x="97468" y="184418"/>
                    <a:pt x="98898" y="182513"/>
                    <a:pt x="100956" y="182219"/>
                  </a:cubicBezTo>
                  <a:lnTo>
                    <a:pt x="101022" y="182219"/>
                  </a:lnTo>
                  <a:lnTo>
                    <a:pt x="634431" y="113592"/>
                  </a:lnTo>
                  <a:cubicBezTo>
                    <a:pt x="636477" y="113427"/>
                    <a:pt x="638315" y="114834"/>
                    <a:pt x="638695" y="116853"/>
                  </a:cubicBezTo>
                  <a:cubicBezTo>
                    <a:pt x="638981" y="118910"/>
                    <a:pt x="637543" y="120811"/>
                    <a:pt x="635485" y="121097"/>
                  </a:cubicBezTo>
                  <a:cubicBezTo>
                    <a:pt x="635485" y="121097"/>
                    <a:pt x="635485" y="121097"/>
                    <a:pt x="635485" y="121097"/>
                  </a:cubicBezTo>
                  <a:lnTo>
                    <a:pt x="635309" y="121121"/>
                  </a:lnTo>
                  <a:lnTo>
                    <a:pt x="102034" y="189741"/>
                  </a:lnTo>
                  <a:close/>
                  <a:moveTo>
                    <a:pt x="71792" y="154110"/>
                  </a:moveTo>
                  <a:cubicBezTo>
                    <a:pt x="69715" y="154110"/>
                    <a:pt x="68030" y="152425"/>
                    <a:pt x="68030" y="150347"/>
                  </a:cubicBezTo>
                  <a:cubicBezTo>
                    <a:pt x="68030" y="148270"/>
                    <a:pt x="69715" y="146585"/>
                    <a:pt x="71792" y="146585"/>
                  </a:cubicBezTo>
                  <a:lnTo>
                    <a:pt x="71792" y="146585"/>
                  </a:lnTo>
                  <a:lnTo>
                    <a:pt x="605193" y="77965"/>
                  </a:lnTo>
                  <a:cubicBezTo>
                    <a:pt x="607270" y="77687"/>
                    <a:pt x="609179" y="79145"/>
                    <a:pt x="609457" y="81222"/>
                  </a:cubicBezTo>
                  <a:cubicBezTo>
                    <a:pt x="609457" y="81222"/>
                    <a:pt x="609457" y="81226"/>
                    <a:pt x="609457" y="81226"/>
                  </a:cubicBezTo>
                  <a:cubicBezTo>
                    <a:pt x="609735" y="83303"/>
                    <a:pt x="608277" y="85212"/>
                    <a:pt x="606200" y="85490"/>
                  </a:cubicBezTo>
                  <a:cubicBezTo>
                    <a:pt x="606200" y="85490"/>
                    <a:pt x="606196" y="85490"/>
                    <a:pt x="606196" y="85490"/>
                  </a:cubicBezTo>
                  <a:lnTo>
                    <a:pt x="72792" y="154110"/>
                  </a:lnTo>
                  <a:close/>
                  <a:moveTo>
                    <a:pt x="42186" y="118483"/>
                  </a:moveTo>
                  <a:cubicBezTo>
                    <a:pt x="40246" y="118495"/>
                    <a:pt x="38615" y="117029"/>
                    <a:pt x="38423" y="115097"/>
                  </a:cubicBezTo>
                  <a:cubicBezTo>
                    <a:pt x="38196" y="113031"/>
                    <a:pt x="39634" y="111154"/>
                    <a:pt x="41684" y="110833"/>
                  </a:cubicBezTo>
                  <a:lnTo>
                    <a:pt x="575085" y="42213"/>
                  </a:lnTo>
                  <a:cubicBezTo>
                    <a:pt x="577174" y="42056"/>
                    <a:pt x="579031" y="43530"/>
                    <a:pt x="579349" y="45600"/>
                  </a:cubicBezTo>
                  <a:cubicBezTo>
                    <a:pt x="579568" y="47665"/>
                    <a:pt x="578071" y="49515"/>
                    <a:pt x="576009" y="49734"/>
                  </a:cubicBezTo>
                  <a:cubicBezTo>
                    <a:pt x="576006" y="49734"/>
                    <a:pt x="576006" y="49734"/>
                    <a:pt x="576002" y="49734"/>
                  </a:cubicBezTo>
                  <a:lnTo>
                    <a:pt x="575962" y="49734"/>
                  </a:lnTo>
                  <a:lnTo>
                    <a:pt x="42687" y="118479"/>
                  </a:lnTo>
                  <a:close/>
                  <a:moveTo>
                    <a:pt x="12579" y="82731"/>
                  </a:moveTo>
                  <a:cubicBezTo>
                    <a:pt x="10502" y="82731"/>
                    <a:pt x="8817" y="81046"/>
                    <a:pt x="8817" y="78969"/>
                  </a:cubicBezTo>
                  <a:cubicBezTo>
                    <a:pt x="8817" y="76891"/>
                    <a:pt x="10502" y="75206"/>
                    <a:pt x="12579" y="75206"/>
                  </a:cubicBezTo>
                  <a:lnTo>
                    <a:pt x="12579" y="75206"/>
                  </a:lnTo>
                  <a:lnTo>
                    <a:pt x="545999" y="6587"/>
                  </a:lnTo>
                  <a:cubicBezTo>
                    <a:pt x="548065" y="6363"/>
                    <a:pt x="549938" y="7798"/>
                    <a:pt x="550263" y="9847"/>
                  </a:cubicBezTo>
                  <a:cubicBezTo>
                    <a:pt x="550554" y="11905"/>
                    <a:pt x="549123" y="13810"/>
                    <a:pt x="547065" y="14104"/>
                  </a:cubicBezTo>
                  <a:lnTo>
                    <a:pt x="547003" y="1410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" name="Google Shape;367;p22"/>
            <p:cNvSpPr/>
            <p:nvPr/>
          </p:nvSpPr>
          <p:spPr>
            <a:xfrm>
              <a:off x="3748271" y="2871246"/>
              <a:ext cx="1566768" cy="2498896"/>
            </a:xfrm>
            <a:custGeom>
              <a:avLst/>
              <a:gdLst/>
              <a:ahLst/>
              <a:cxnLst/>
              <a:rect l="l" t="t" r="r" b="b"/>
              <a:pathLst>
                <a:path w="1566768" h="2498896" extrusionOk="0">
                  <a:moveTo>
                    <a:pt x="868159" y="256431"/>
                  </a:moveTo>
                  <a:cubicBezTo>
                    <a:pt x="866681" y="253414"/>
                    <a:pt x="867927" y="249771"/>
                    <a:pt x="870941" y="248290"/>
                  </a:cubicBezTo>
                  <a:cubicBezTo>
                    <a:pt x="873955" y="246807"/>
                    <a:pt x="877600" y="248049"/>
                    <a:pt x="879086" y="251063"/>
                  </a:cubicBezTo>
                  <a:cubicBezTo>
                    <a:pt x="879086" y="251064"/>
                    <a:pt x="879086" y="251064"/>
                    <a:pt x="879086" y="251065"/>
                  </a:cubicBezTo>
                  <a:lnTo>
                    <a:pt x="894536" y="282486"/>
                  </a:lnTo>
                  <a:lnTo>
                    <a:pt x="1055643" y="369072"/>
                  </a:lnTo>
                  <a:cubicBezTo>
                    <a:pt x="1058598" y="370661"/>
                    <a:pt x="1059708" y="374344"/>
                    <a:pt x="1058116" y="377299"/>
                  </a:cubicBezTo>
                  <a:cubicBezTo>
                    <a:pt x="1058116" y="377300"/>
                    <a:pt x="1058116" y="377302"/>
                    <a:pt x="1058116" y="377303"/>
                  </a:cubicBezTo>
                  <a:cubicBezTo>
                    <a:pt x="1057062" y="379280"/>
                    <a:pt x="1055005" y="380512"/>
                    <a:pt x="1052763" y="380505"/>
                  </a:cubicBezTo>
                  <a:cubicBezTo>
                    <a:pt x="1051759" y="380506"/>
                    <a:pt x="1050772" y="380258"/>
                    <a:pt x="1049886" y="379784"/>
                  </a:cubicBezTo>
                  <a:lnTo>
                    <a:pt x="903769" y="301252"/>
                  </a:lnTo>
                  <a:lnTo>
                    <a:pt x="991609" y="479875"/>
                  </a:lnTo>
                  <a:cubicBezTo>
                    <a:pt x="992381" y="481468"/>
                    <a:pt x="992428" y="483316"/>
                    <a:pt x="991743" y="484947"/>
                  </a:cubicBezTo>
                  <a:cubicBezTo>
                    <a:pt x="991045" y="486576"/>
                    <a:pt x="989673" y="487822"/>
                    <a:pt x="987984" y="488361"/>
                  </a:cubicBezTo>
                  <a:lnTo>
                    <a:pt x="909711" y="513197"/>
                  </a:lnTo>
                  <a:lnTo>
                    <a:pt x="1039049" y="585250"/>
                  </a:lnTo>
                  <a:cubicBezTo>
                    <a:pt x="1041573" y="586667"/>
                    <a:pt x="1042757" y="589663"/>
                    <a:pt x="1041879" y="592423"/>
                  </a:cubicBezTo>
                  <a:lnTo>
                    <a:pt x="912788" y="995870"/>
                  </a:lnTo>
                  <a:cubicBezTo>
                    <a:pt x="911977" y="998386"/>
                    <a:pt x="909637" y="1000091"/>
                    <a:pt x="906995" y="1000095"/>
                  </a:cubicBezTo>
                  <a:cubicBezTo>
                    <a:pt x="906368" y="1000095"/>
                    <a:pt x="905741" y="1000001"/>
                    <a:pt x="905141" y="999809"/>
                  </a:cubicBezTo>
                  <a:cubicBezTo>
                    <a:pt x="901943" y="998794"/>
                    <a:pt x="900175" y="995376"/>
                    <a:pt x="901191" y="992178"/>
                  </a:cubicBezTo>
                  <a:cubicBezTo>
                    <a:pt x="901195" y="992174"/>
                    <a:pt x="901195" y="992166"/>
                    <a:pt x="901198" y="992158"/>
                  </a:cubicBezTo>
                  <a:lnTo>
                    <a:pt x="1028765" y="593465"/>
                  </a:lnTo>
                  <a:lnTo>
                    <a:pt x="891482" y="516983"/>
                  </a:lnTo>
                  <a:cubicBezTo>
                    <a:pt x="889362" y="515801"/>
                    <a:pt x="888151" y="513472"/>
                    <a:pt x="888398" y="511057"/>
                  </a:cubicBezTo>
                  <a:cubicBezTo>
                    <a:pt x="888641" y="508642"/>
                    <a:pt x="890295" y="506601"/>
                    <a:pt x="892611" y="505868"/>
                  </a:cubicBezTo>
                  <a:lnTo>
                    <a:pt x="977570" y="478911"/>
                  </a:lnTo>
                  <a:close/>
                  <a:moveTo>
                    <a:pt x="16039" y="629997"/>
                  </a:moveTo>
                  <a:cubicBezTo>
                    <a:pt x="19378" y="629668"/>
                    <a:pt x="21820" y="626693"/>
                    <a:pt x="21490" y="623352"/>
                  </a:cubicBezTo>
                  <a:cubicBezTo>
                    <a:pt x="21490" y="623346"/>
                    <a:pt x="21490" y="623340"/>
                    <a:pt x="21490" y="623334"/>
                  </a:cubicBezTo>
                  <a:cubicBezTo>
                    <a:pt x="18131" y="589589"/>
                    <a:pt x="26683" y="541272"/>
                    <a:pt x="123416" y="466561"/>
                  </a:cubicBezTo>
                  <a:cubicBezTo>
                    <a:pt x="204546" y="403872"/>
                    <a:pt x="440509" y="280354"/>
                    <a:pt x="488615" y="255388"/>
                  </a:cubicBezTo>
                  <a:cubicBezTo>
                    <a:pt x="455826" y="353673"/>
                    <a:pt x="408057" y="521299"/>
                    <a:pt x="405376" y="530709"/>
                  </a:cubicBezTo>
                  <a:cubicBezTo>
                    <a:pt x="404871" y="532491"/>
                    <a:pt x="405204" y="534406"/>
                    <a:pt x="406282" y="535914"/>
                  </a:cubicBezTo>
                  <a:cubicBezTo>
                    <a:pt x="407363" y="537424"/>
                    <a:pt x="409072" y="538357"/>
                    <a:pt x="410926" y="538450"/>
                  </a:cubicBezTo>
                  <a:lnTo>
                    <a:pt x="551983" y="545567"/>
                  </a:lnTo>
                  <a:lnTo>
                    <a:pt x="433744" y="597937"/>
                  </a:lnTo>
                  <a:cubicBezTo>
                    <a:pt x="430676" y="599294"/>
                    <a:pt x="429284" y="602884"/>
                    <a:pt x="430640" y="605954"/>
                  </a:cubicBezTo>
                  <a:cubicBezTo>
                    <a:pt x="430644" y="605956"/>
                    <a:pt x="430644" y="605958"/>
                    <a:pt x="430644" y="605960"/>
                  </a:cubicBezTo>
                  <a:cubicBezTo>
                    <a:pt x="431620" y="608161"/>
                    <a:pt x="433799" y="609581"/>
                    <a:pt x="436206" y="609581"/>
                  </a:cubicBezTo>
                  <a:cubicBezTo>
                    <a:pt x="437056" y="609583"/>
                    <a:pt x="437895" y="609405"/>
                    <a:pt x="438671" y="609060"/>
                  </a:cubicBezTo>
                  <a:lnTo>
                    <a:pt x="580300" y="546351"/>
                  </a:lnTo>
                  <a:cubicBezTo>
                    <a:pt x="582875" y="545212"/>
                    <a:pt x="584333" y="542458"/>
                    <a:pt x="583827" y="539688"/>
                  </a:cubicBezTo>
                  <a:cubicBezTo>
                    <a:pt x="583318" y="536917"/>
                    <a:pt x="580970" y="534859"/>
                    <a:pt x="578156" y="534718"/>
                  </a:cubicBezTo>
                  <a:lnTo>
                    <a:pt x="419216" y="526696"/>
                  </a:lnTo>
                  <a:cubicBezTo>
                    <a:pt x="450072" y="418608"/>
                    <a:pt x="509062" y="219785"/>
                    <a:pt x="524802" y="194654"/>
                  </a:cubicBezTo>
                  <a:cubicBezTo>
                    <a:pt x="540542" y="169524"/>
                    <a:pt x="577795" y="143456"/>
                    <a:pt x="592642" y="133693"/>
                  </a:cubicBezTo>
                  <a:cubicBezTo>
                    <a:pt x="595385" y="156817"/>
                    <a:pt x="598285" y="179063"/>
                    <a:pt x="601115" y="196226"/>
                  </a:cubicBezTo>
                  <a:cubicBezTo>
                    <a:pt x="601084" y="196654"/>
                    <a:pt x="601100" y="197084"/>
                    <a:pt x="601162" y="197508"/>
                  </a:cubicBezTo>
                  <a:cubicBezTo>
                    <a:pt x="601194" y="197633"/>
                    <a:pt x="601394" y="198468"/>
                    <a:pt x="601676" y="199612"/>
                  </a:cubicBezTo>
                  <a:cubicBezTo>
                    <a:pt x="603459" y="210061"/>
                    <a:pt x="605203" y="218335"/>
                    <a:pt x="606822" y="223293"/>
                  </a:cubicBezTo>
                  <a:lnTo>
                    <a:pt x="609565" y="231955"/>
                  </a:lnTo>
                  <a:cubicBezTo>
                    <a:pt x="629593" y="313653"/>
                    <a:pt x="680956" y="521683"/>
                    <a:pt x="714094" y="642637"/>
                  </a:cubicBezTo>
                  <a:cubicBezTo>
                    <a:pt x="755721" y="794487"/>
                    <a:pt x="796008" y="985723"/>
                    <a:pt x="796431" y="987632"/>
                  </a:cubicBezTo>
                  <a:cubicBezTo>
                    <a:pt x="797023" y="990446"/>
                    <a:pt x="799508" y="992464"/>
                    <a:pt x="802384" y="992464"/>
                  </a:cubicBezTo>
                  <a:cubicBezTo>
                    <a:pt x="802804" y="992464"/>
                    <a:pt x="803223" y="992421"/>
                    <a:pt x="803635" y="992339"/>
                  </a:cubicBezTo>
                  <a:cubicBezTo>
                    <a:pt x="806923" y="991645"/>
                    <a:pt x="809028" y="988423"/>
                    <a:pt x="808338" y="985135"/>
                  </a:cubicBezTo>
                  <a:cubicBezTo>
                    <a:pt x="807946" y="983214"/>
                    <a:pt x="767542" y="791634"/>
                    <a:pt x="725828" y="639419"/>
                  </a:cubicBezTo>
                  <a:cubicBezTo>
                    <a:pt x="705640" y="565763"/>
                    <a:pt x="678702" y="459765"/>
                    <a:pt x="656178" y="369687"/>
                  </a:cubicBezTo>
                  <a:cubicBezTo>
                    <a:pt x="671824" y="411558"/>
                    <a:pt x="689273" y="453169"/>
                    <a:pt x="705922" y="481388"/>
                  </a:cubicBezTo>
                  <a:cubicBezTo>
                    <a:pt x="725452" y="514491"/>
                    <a:pt x="748090" y="532708"/>
                    <a:pt x="769172" y="532708"/>
                  </a:cubicBezTo>
                  <a:cubicBezTo>
                    <a:pt x="771767" y="532709"/>
                    <a:pt x="774353" y="532428"/>
                    <a:pt x="776889" y="531869"/>
                  </a:cubicBezTo>
                  <a:cubicBezTo>
                    <a:pt x="797932" y="527236"/>
                    <a:pt x="812336" y="503564"/>
                    <a:pt x="816937" y="466891"/>
                  </a:cubicBezTo>
                  <a:cubicBezTo>
                    <a:pt x="821185" y="569067"/>
                    <a:pt x="825512" y="689712"/>
                    <a:pt x="825512" y="757034"/>
                  </a:cubicBezTo>
                  <a:lnTo>
                    <a:pt x="825512" y="969062"/>
                  </a:lnTo>
                  <a:cubicBezTo>
                    <a:pt x="825516" y="972421"/>
                    <a:pt x="828244" y="975145"/>
                    <a:pt x="831603" y="975145"/>
                  </a:cubicBezTo>
                  <a:cubicBezTo>
                    <a:pt x="834962" y="975141"/>
                    <a:pt x="837686" y="972421"/>
                    <a:pt x="837690" y="969062"/>
                  </a:cubicBezTo>
                  <a:lnTo>
                    <a:pt x="837690" y="757026"/>
                  </a:lnTo>
                  <a:cubicBezTo>
                    <a:pt x="837690" y="648853"/>
                    <a:pt x="826555" y="403715"/>
                    <a:pt x="822475" y="317545"/>
                  </a:cubicBezTo>
                  <a:cubicBezTo>
                    <a:pt x="822330" y="281095"/>
                    <a:pt x="821519" y="254259"/>
                    <a:pt x="821495" y="253660"/>
                  </a:cubicBezTo>
                  <a:cubicBezTo>
                    <a:pt x="821397" y="250305"/>
                    <a:pt x="818704" y="247992"/>
                    <a:pt x="815224" y="247781"/>
                  </a:cubicBezTo>
                  <a:cubicBezTo>
                    <a:pt x="811869" y="247887"/>
                    <a:pt x="809239" y="250692"/>
                    <a:pt x="809345" y="254045"/>
                  </a:cubicBezTo>
                  <a:cubicBezTo>
                    <a:pt x="809345" y="254047"/>
                    <a:pt x="809345" y="254050"/>
                    <a:pt x="809345" y="254052"/>
                  </a:cubicBezTo>
                  <a:cubicBezTo>
                    <a:pt x="809345" y="254444"/>
                    <a:pt x="809702" y="265865"/>
                    <a:pt x="809980" y="283733"/>
                  </a:cubicBezTo>
                  <a:cubicBezTo>
                    <a:pt x="809204" y="284796"/>
                    <a:pt x="808804" y="286089"/>
                    <a:pt x="808843" y="287405"/>
                  </a:cubicBezTo>
                  <a:cubicBezTo>
                    <a:pt x="808875" y="288005"/>
                    <a:pt x="809431" y="299285"/>
                    <a:pt x="810313" y="317921"/>
                  </a:cubicBezTo>
                  <a:cubicBezTo>
                    <a:pt x="810486" y="361461"/>
                    <a:pt x="809706" y="418667"/>
                    <a:pt x="805477" y="461125"/>
                  </a:cubicBezTo>
                  <a:cubicBezTo>
                    <a:pt x="802157" y="494404"/>
                    <a:pt x="790493" y="516411"/>
                    <a:pt x="774275" y="519982"/>
                  </a:cubicBezTo>
                  <a:cubicBezTo>
                    <a:pt x="756873" y="523827"/>
                    <a:pt x="735215" y="507091"/>
                    <a:pt x="716410" y="475227"/>
                  </a:cubicBezTo>
                  <a:cubicBezTo>
                    <a:pt x="679568" y="412718"/>
                    <a:pt x="638200" y="282083"/>
                    <a:pt x="622629" y="232911"/>
                  </a:cubicBezTo>
                  <a:lnTo>
                    <a:pt x="621292" y="228709"/>
                  </a:lnTo>
                  <a:cubicBezTo>
                    <a:pt x="617216" y="212076"/>
                    <a:pt x="614457" y="200765"/>
                    <a:pt x="613453" y="196571"/>
                  </a:cubicBezTo>
                  <a:cubicBezTo>
                    <a:pt x="603843" y="139529"/>
                    <a:pt x="592434" y="13605"/>
                    <a:pt x="592289" y="12108"/>
                  </a:cubicBezTo>
                  <a:cubicBezTo>
                    <a:pt x="592034" y="8800"/>
                    <a:pt x="589150" y="6327"/>
                    <a:pt x="585842" y="6582"/>
                  </a:cubicBezTo>
                  <a:cubicBezTo>
                    <a:pt x="585787" y="6586"/>
                    <a:pt x="585728" y="6590"/>
                    <a:pt x="585673" y="6597"/>
                  </a:cubicBezTo>
                  <a:cubicBezTo>
                    <a:pt x="582330" y="6903"/>
                    <a:pt x="579865" y="9858"/>
                    <a:pt x="580163" y="13201"/>
                  </a:cubicBezTo>
                  <a:cubicBezTo>
                    <a:pt x="580519" y="17121"/>
                    <a:pt x="585183" y="68574"/>
                    <a:pt x="591050" y="120199"/>
                  </a:cubicBezTo>
                  <a:cubicBezTo>
                    <a:pt x="581911" y="125929"/>
                    <a:pt x="534142" y="156774"/>
                    <a:pt x="514459" y="188191"/>
                  </a:cubicBezTo>
                  <a:cubicBezTo>
                    <a:pt x="510022" y="195274"/>
                    <a:pt x="502748" y="214122"/>
                    <a:pt x="494028" y="239440"/>
                  </a:cubicBezTo>
                  <a:cubicBezTo>
                    <a:pt x="493236" y="239501"/>
                    <a:pt x="492464" y="239714"/>
                    <a:pt x="491750" y="240068"/>
                  </a:cubicBezTo>
                  <a:cubicBezTo>
                    <a:pt x="488909" y="241526"/>
                    <a:pt x="206949" y="386650"/>
                    <a:pt x="115974" y="456932"/>
                  </a:cubicBezTo>
                  <a:cubicBezTo>
                    <a:pt x="36823" y="518093"/>
                    <a:pt x="3943" y="569808"/>
                    <a:pt x="9395" y="624549"/>
                  </a:cubicBezTo>
                  <a:cubicBezTo>
                    <a:pt x="9697" y="627660"/>
                    <a:pt x="12311" y="630035"/>
                    <a:pt x="15435" y="630036"/>
                  </a:cubicBezTo>
                  <a:cubicBezTo>
                    <a:pt x="15635" y="630035"/>
                    <a:pt x="15839" y="630021"/>
                    <a:pt x="16039" y="629997"/>
                  </a:cubicBezTo>
                  <a:close/>
                  <a:moveTo>
                    <a:pt x="198342" y="597510"/>
                  </a:moveTo>
                  <a:cubicBezTo>
                    <a:pt x="195187" y="596390"/>
                    <a:pt x="191718" y="598040"/>
                    <a:pt x="190601" y="601196"/>
                  </a:cubicBezTo>
                  <a:cubicBezTo>
                    <a:pt x="190593" y="601210"/>
                    <a:pt x="190590" y="601223"/>
                    <a:pt x="190586" y="601237"/>
                  </a:cubicBezTo>
                  <a:cubicBezTo>
                    <a:pt x="189484" y="604408"/>
                    <a:pt x="191154" y="607874"/>
                    <a:pt x="194321" y="608986"/>
                  </a:cubicBezTo>
                  <a:cubicBezTo>
                    <a:pt x="195254" y="609319"/>
                    <a:pt x="288114" y="642590"/>
                    <a:pt x="328934" y="720722"/>
                  </a:cubicBezTo>
                  <a:cubicBezTo>
                    <a:pt x="329980" y="722729"/>
                    <a:pt x="332058" y="723987"/>
                    <a:pt x="334323" y="723986"/>
                  </a:cubicBezTo>
                  <a:cubicBezTo>
                    <a:pt x="335303" y="723988"/>
                    <a:pt x="336271" y="723750"/>
                    <a:pt x="337141" y="723293"/>
                  </a:cubicBezTo>
                  <a:cubicBezTo>
                    <a:pt x="340116" y="721736"/>
                    <a:pt x="341268" y="718062"/>
                    <a:pt x="339712" y="715086"/>
                  </a:cubicBezTo>
                  <a:cubicBezTo>
                    <a:pt x="296701" y="632741"/>
                    <a:pt x="202336" y="598905"/>
                    <a:pt x="198342" y="597510"/>
                  </a:cubicBezTo>
                  <a:close/>
                  <a:moveTo>
                    <a:pt x="382750" y="719221"/>
                  </a:moveTo>
                  <a:cubicBezTo>
                    <a:pt x="383648" y="719221"/>
                    <a:pt x="384537" y="719022"/>
                    <a:pt x="385349" y="718637"/>
                  </a:cubicBezTo>
                  <a:cubicBezTo>
                    <a:pt x="388382" y="717208"/>
                    <a:pt x="389683" y="713590"/>
                    <a:pt x="388253" y="710557"/>
                  </a:cubicBezTo>
                  <a:cubicBezTo>
                    <a:pt x="388253" y="710554"/>
                    <a:pt x="388249" y="710551"/>
                    <a:pt x="388249" y="710547"/>
                  </a:cubicBezTo>
                  <a:cubicBezTo>
                    <a:pt x="349405" y="628135"/>
                    <a:pt x="264238" y="594214"/>
                    <a:pt x="260636" y="592811"/>
                  </a:cubicBezTo>
                  <a:cubicBezTo>
                    <a:pt x="257516" y="591587"/>
                    <a:pt x="253993" y="593125"/>
                    <a:pt x="252766" y="596247"/>
                  </a:cubicBezTo>
                  <a:cubicBezTo>
                    <a:pt x="252766" y="596255"/>
                    <a:pt x="252762" y="596263"/>
                    <a:pt x="252758" y="596271"/>
                  </a:cubicBezTo>
                  <a:cubicBezTo>
                    <a:pt x="251539" y="599398"/>
                    <a:pt x="253087" y="602919"/>
                    <a:pt x="256215" y="604137"/>
                  </a:cubicBezTo>
                  <a:cubicBezTo>
                    <a:pt x="256219" y="604138"/>
                    <a:pt x="256223" y="604140"/>
                    <a:pt x="256226" y="604141"/>
                  </a:cubicBezTo>
                  <a:cubicBezTo>
                    <a:pt x="257057" y="604475"/>
                    <a:pt x="340449" y="637667"/>
                    <a:pt x="377247" y="715728"/>
                  </a:cubicBezTo>
                  <a:cubicBezTo>
                    <a:pt x="378251" y="717859"/>
                    <a:pt x="380395" y="719219"/>
                    <a:pt x="382750" y="719221"/>
                  </a:cubicBezTo>
                  <a:close/>
                  <a:moveTo>
                    <a:pt x="518229" y="1928281"/>
                  </a:moveTo>
                  <a:lnTo>
                    <a:pt x="201109" y="1928281"/>
                  </a:lnTo>
                  <a:cubicBezTo>
                    <a:pt x="197750" y="1928285"/>
                    <a:pt x="195026" y="1931005"/>
                    <a:pt x="195022" y="1934364"/>
                  </a:cubicBezTo>
                  <a:cubicBezTo>
                    <a:pt x="195026" y="1937723"/>
                    <a:pt x="197750" y="1940443"/>
                    <a:pt x="201109" y="1940446"/>
                  </a:cubicBezTo>
                  <a:lnTo>
                    <a:pt x="512131" y="1940446"/>
                  </a:lnTo>
                  <a:lnTo>
                    <a:pt x="512131" y="1990504"/>
                  </a:lnTo>
                  <a:lnTo>
                    <a:pt x="212381" y="1990504"/>
                  </a:lnTo>
                  <a:cubicBezTo>
                    <a:pt x="209022" y="1990504"/>
                    <a:pt x="206294" y="1993228"/>
                    <a:pt x="206290" y="1996587"/>
                  </a:cubicBezTo>
                  <a:cubicBezTo>
                    <a:pt x="206298" y="1999946"/>
                    <a:pt x="209022" y="2002666"/>
                    <a:pt x="212381" y="2002666"/>
                  </a:cubicBezTo>
                  <a:lnTo>
                    <a:pt x="518218" y="2002666"/>
                  </a:lnTo>
                  <a:cubicBezTo>
                    <a:pt x="521577" y="2002666"/>
                    <a:pt x="524300" y="1999946"/>
                    <a:pt x="524308" y="1996587"/>
                  </a:cubicBezTo>
                  <a:lnTo>
                    <a:pt x="524308" y="1934364"/>
                  </a:lnTo>
                  <a:cubicBezTo>
                    <a:pt x="524300" y="1931009"/>
                    <a:pt x="521584" y="1928289"/>
                    <a:pt x="518229" y="1928281"/>
                  </a:cubicBezTo>
                  <a:close/>
                  <a:moveTo>
                    <a:pt x="1181653" y="622010"/>
                  </a:moveTo>
                  <a:cubicBezTo>
                    <a:pt x="1178299" y="622191"/>
                    <a:pt x="1175724" y="625054"/>
                    <a:pt x="1175896" y="628410"/>
                  </a:cubicBezTo>
                  <a:lnTo>
                    <a:pt x="1196723" y="1019300"/>
                  </a:lnTo>
                  <a:cubicBezTo>
                    <a:pt x="1196892" y="1022529"/>
                    <a:pt x="1199565" y="1025061"/>
                    <a:pt x="1202798" y="1025057"/>
                  </a:cubicBezTo>
                  <a:cubicBezTo>
                    <a:pt x="1202896" y="1025057"/>
                    <a:pt x="1203006" y="1025057"/>
                    <a:pt x="1203116" y="1025057"/>
                  </a:cubicBezTo>
                  <a:cubicBezTo>
                    <a:pt x="1206471" y="1024881"/>
                    <a:pt x="1209050" y="1022016"/>
                    <a:pt x="1208873" y="1018657"/>
                  </a:cubicBezTo>
                  <a:cubicBezTo>
                    <a:pt x="1208873" y="1018657"/>
                    <a:pt x="1208873" y="1018657"/>
                    <a:pt x="1208873" y="1018657"/>
                  </a:cubicBezTo>
                  <a:lnTo>
                    <a:pt x="1188050" y="627771"/>
                  </a:lnTo>
                  <a:cubicBezTo>
                    <a:pt x="1187866" y="624412"/>
                    <a:pt x="1185353" y="621810"/>
                    <a:pt x="1181653" y="622010"/>
                  </a:cubicBezTo>
                  <a:close/>
                  <a:moveTo>
                    <a:pt x="1271673" y="1987365"/>
                  </a:moveTo>
                  <a:cubicBezTo>
                    <a:pt x="1268310" y="1987361"/>
                    <a:pt x="1265586" y="1990085"/>
                    <a:pt x="1265582" y="1993447"/>
                  </a:cubicBezTo>
                  <a:lnTo>
                    <a:pt x="1265582" y="2426615"/>
                  </a:lnTo>
                  <a:cubicBezTo>
                    <a:pt x="1265590" y="2429974"/>
                    <a:pt x="1268314" y="2432694"/>
                    <a:pt x="1271673" y="2432698"/>
                  </a:cubicBezTo>
                  <a:cubicBezTo>
                    <a:pt x="1275031" y="2432694"/>
                    <a:pt x="1277755" y="2429974"/>
                    <a:pt x="1277759" y="2426615"/>
                  </a:cubicBezTo>
                  <a:lnTo>
                    <a:pt x="1277759" y="1993447"/>
                  </a:lnTo>
                  <a:cubicBezTo>
                    <a:pt x="1277755" y="1990089"/>
                    <a:pt x="1275031" y="1987365"/>
                    <a:pt x="1271673" y="1987365"/>
                  </a:cubicBezTo>
                  <a:close/>
                  <a:moveTo>
                    <a:pt x="287977" y="1035659"/>
                  </a:moveTo>
                  <a:cubicBezTo>
                    <a:pt x="287977" y="988603"/>
                    <a:pt x="336185" y="932063"/>
                    <a:pt x="336675" y="931491"/>
                  </a:cubicBezTo>
                  <a:cubicBezTo>
                    <a:pt x="338869" y="928951"/>
                    <a:pt x="338587" y="925114"/>
                    <a:pt x="336047" y="922923"/>
                  </a:cubicBezTo>
                  <a:cubicBezTo>
                    <a:pt x="336044" y="922920"/>
                    <a:pt x="336044" y="922920"/>
                    <a:pt x="336040" y="922916"/>
                  </a:cubicBezTo>
                  <a:cubicBezTo>
                    <a:pt x="333504" y="920725"/>
                    <a:pt x="329671" y="921003"/>
                    <a:pt x="327476" y="923539"/>
                  </a:cubicBezTo>
                  <a:cubicBezTo>
                    <a:pt x="327472" y="923547"/>
                    <a:pt x="327468" y="923551"/>
                    <a:pt x="327464" y="923554"/>
                  </a:cubicBezTo>
                  <a:cubicBezTo>
                    <a:pt x="325356" y="926000"/>
                    <a:pt x="275800" y="984065"/>
                    <a:pt x="275800" y="1035647"/>
                  </a:cubicBezTo>
                  <a:cubicBezTo>
                    <a:pt x="275804" y="1039006"/>
                    <a:pt x="278531" y="1041730"/>
                    <a:pt x="281890" y="1041730"/>
                  </a:cubicBezTo>
                  <a:cubicBezTo>
                    <a:pt x="285245" y="1041726"/>
                    <a:pt x="287965" y="1039014"/>
                    <a:pt x="287977" y="1035659"/>
                  </a:cubicBezTo>
                  <a:close/>
                  <a:moveTo>
                    <a:pt x="1575401" y="1252723"/>
                  </a:moveTo>
                  <a:cubicBezTo>
                    <a:pt x="1574103" y="1264379"/>
                    <a:pt x="1569694" y="1273201"/>
                    <a:pt x="1562283" y="1278927"/>
                  </a:cubicBezTo>
                  <a:cubicBezTo>
                    <a:pt x="1547495" y="1290372"/>
                    <a:pt x="1524328" y="1287013"/>
                    <a:pt x="1503885" y="1284023"/>
                  </a:cubicBezTo>
                  <a:lnTo>
                    <a:pt x="1497771" y="1283152"/>
                  </a:lnTo>
                  <a:cubicBezTo>
                    <a:pt x="1475254" y="1280048"/>
                    <a:pt x="1414795" y="1269290"/>
                    <a:pt x="1388774" y="1264610"/>
                  </a:cubicBezTo>
                  <a:cubicBezTo>
                    <a:pt x="1398674" y="1284536"/>
                    <a:pt x="1411342" y="1314777"/>
                    <a:pt x="1403668" y="1326288"/>
                  </a:cubicBezTo>
                  <a:cubicBezTo>
                    <a:pt x="1392976" y="1342330"/>
                    <a:pt x="1201360" y="1408030"/>
                    <a:pt x="1165271" y="1408030"/>
                  </a:cubicBezTo>
                  <a:cubicBezTo>
                    <a:pt x="1133752" y="1408030"/>
                    <a:pt x="1111415" y="1368837"/>
                    <a:pt x="1095115" y="1340226"/>
                  </a:cubicBezTo>
                  <a:cubicBezTo>
                    <a:pt x="1089812" y="1330921"/>
                    <a:pt x="1085226" y="1322887"/>
                    <a:pt x="1081319" y="1317842"/>
                  </a:cubicBezTo>
                  <a:lnTo>
                    <a:pt x="1042760" y="1269635"/>
                  </a:lnTo>
                  <a:cubicBezTo>
                    <a:pt x="1042047" y="1323502"/>
                    <a:pt x="1019911" y="1374230"/>
                    <a:pt x="980353" y="1411608"/>
                  </a:cubicBezTo>
                  <a:cubicBezTo>
                    <a:pt x="979542" y="1413015"/>
                    <a:pt x="978319" y="1414140"/>
                    <a:pt x="976853" y="1414838"/>
                  </a:cubicBezTo>
                  <a:cubicBezTo>
                    <a:pt x="976391" y="1415155"/>
                    <a:pt x="975889" y="1415406"/>
                    <a:pt x="975356" y="1415582"/>
                  </a:cubicBezTo>
                  <a:cubicBezTo>
                    <a:pt x="975246" y="1415614"/>
                    <a:pt x="975180" y="1415700"/>
                    <a:pt x="975070" y="1415727"/>
                  </a:cubicBezTo>
                  <a:cubicBezTo>
                    <a:pt x="973722" y="1415963"/>
                    <a:pt x="972358" y="1416057"/>
                    <a:pt x="970990" y="1416014"/>
                  </a:cubicBezTo>
                  <a:cubicBezTo>
                    <a:pt x="955214" y="1416014"/>
                    <a:pt x="902096" y="1409696"/>
                    <a:pt x="833582" y="1399823"/>
                  </a:cubicBezTo>
                  <a:cubicBezTo>
                    <a:pt x="833782" y="1400375"/>
                    <a:pt x="833900" y="1400952"/>
                    <a:pt x="833931" y="1401540"/>
                  </a:cubicBezTo>
                  <a:lnTo>
                    <a:pt x="833931" y="2445432"/>
                  </a:lnTo>
                  <a:cubicBezTo>
                    <a:pt x="833923" y="2448791"/>
                    <a:pt x="831199" y="2451511"/>
                    <a:pt x="827840" y="2451515"/>
                  </a:cubicBezTo>
                  <a:cubicBezTo>
                    <a:pt x="824482" y="2451511"/>
                    <a:pt x="821761" y="2448791"/>
                    <a:pt x="821758" y="2445432"/>
                  </a:cubicBezTo>
                  <a:lnTo>
                    <a:pt x="821758" y="1401587"/>
                  </a:lnTo>
                  <a:cubicBezTo>
                    <a:pt x="821789" y="1400407"/>
                    <a:pt x="822169" y="1399266"/>
                    <a:pt x="822855" y="1398306"/>
                  </a:cubicBezTo>
                  <a:cubicBezTo>
                    <a:pt x="670593" y="1376068"/>
                    <a:pt x="450817" y="1337709"/>
                    <a:pt x="388069" y="1311485"/>
                  </a:cubicBezTo>
                  <a:cubicBezTo>
                    <a:pt x="286672" y="1269110"/>
                    <a:pt x="156409" y="1181156"/>
                    <a:pt x="109993" y="1088186"/>
                  </a:cubicBezTo>
                  <a:cubicBezTo>
                    <a:pt x="106904" y="1081997"/>
                    <a:pt x="103796" y="1074817"/>
                    <a:pt x="100696" y="1066923"/>
                  </a:cubicBezTo>
                  <a:lnTo>
                    <a:pt x="100696" y="2499377"/>
                  </a:lnTo>
                  <a:cubicBezTo>
                    <a:pt x="100692" y="2502736"/>
                    <a:pt x="97964" y="2505460"/>
                    <a:pt x="94605" y="2505460"/>
                  </a:cubicBezTo>
                  <a:cubicBezTo>
                    <a:pt x="91246" y="2505460"/>
                    <a:pt x="88523" y="2502736"/>
                    <a:pt x="88519" y="2499377"/>
                  </a:cubicBezTo>
                  <a:lnTo>
                    <a:pt x="88519" y="1043940"/>
                  </a:lnTo>
                  <a:cubicBezTo>
                    <a:pt x="88538" y="1042118"/>
                    <a:pt x="89389" y="1040405"/>
                    <a:pt x="90827" y="1039288"/>
                  </a:cubicBezTo>
                  <a:cubicBezTo>
                    <a:pt x="51700" y="920372"/>
                    <a:pt x="15349" y="702117"/>
                    <a:pt x="13581" y="691421"/>
                  </a:cubicBezTo>
                  <a:cubicBezTo>
                    <a:pt x="13029" y="688111"/>
                    <a:pt x="15266" y="684982"/>
                    <a:pt x="18578" y="684431"/>
                  </a:cubicBezTo>
                  <a:cubicBezTo>
                    <a:pt x="18582" y="684430"/>
                    <a:pt x="18586" y="684430"/>
                    <a:pt x="18590" y="684429"/>
                  </a:cubicBezTo>
                  <a:cubicBezTo>
                    <a:pt x="21898" y="683904"/>
                    <a:pt x="25018" y="686136"/>
                    <a:pt x="25586" y="689438"/>
                  </a:cubicBezTo>
                  <a:cubicBezTo>
                    <a:pt x="26088" y="692463"/>
                    <a:pt x="76145" y="993162"/>
                    <a:pt x="120873" y="1082746"/>
                  </a:cubicBezTo>
                  <a:cubicBezTo>
                    <a:pt x="165906" y="1172941"/>
                    <a:pt x="293374" y="1258723"/>
                    <a:pt x="392748" y="1300268"/>
                  </a:cubicBezTo>
                  <a:cubicBezTo>
                    <a:pt x="491143" y="1341398"/>
                    <a:pt x="918957" y="1401249"/>
                    <a:pt x="968223" y="1403891"/>
                  </a:cubicBezTo>
                  <a:cubicBezTo>
                    <a:pt x="966091" y="1399505"/>
                    <a:pt x="961619" y="1392368"/>
                    <a:pt x="957562" y="1385862"/>
                  </a:cubicBezTo>
                  <a:cubicBezTo>
                    <a:pt x="935575" y="1350678"/>
                    <a:pt x="894657" y="1285187"/>
                    <a:pt x="909296" y="1209120"/>
                  </a:cubicBezTo>
                  <a:cubicBezTo>
                    <a:pt x="918020" y="1164150"/>
                    <a:pt x="967059" y="1119936"/>
                    <a:pt x="986793" y="1103691"/>
                  </a:cubicBezTo>
                  <a:cubicBezTo>
                    <a:pt x="945816" y="1086077"/>
                    <a:pt x="781522" y="1015541"/>
                    <a:pt x="712981" y="987193"/>
                  </a:cubicBezTo>
                  <a:cubicBezTo>
                    <a:pt x="640191" y="957080"/>
                    <a:pt x="559465" y="928991"/>
                    <a:pt x="548154" y="925083"/>
                  </a:cubicBezTo>
                  <a:cubicBezTo>
                    <a:pt x="548008" y="925083"/>
                    <a:pt x="547879" y="925122"/>
                    <a:pt x="547730" y="925083"/>
                  </a:cubicBezTo>
                  <a:cubicBezTo>
                    <a:pt x="546762" y="924930"/>
                    <a:pt x="448767" y="909555"/>
                    <a:pt x="376456" y="957523"/>
                  </a:cubicBezTo>
                  <a:cubicBezTo>
                    <a:pt x="334817" y="985229"/>
                    <a:pt x="312963" y="1035059"/>
                    <a:pt x="320766" y="1084478"/>
                  </a:cubicBezTo>
                  <a:cubicBezTo>
                    <a:pt x="321291" y="1087794"/>
                    <a:pt x="319030" y="1090906"/>
                    <a:pt x="315718" y="1091435"/>
                  </a:cubicBezTo>
                  <a:cubicBezTo>
                    <a:pt x="315397" y="1091486"/>
                    <a:pt x="315075" y="1091509"/>
                    <a:pt x="314750" y="1091509"/>
                  </a:cubicBezTo>
                  <a:cubicBezTo>
                    <a:pt x="311763" y="1091505"/>
                    <a:pt x="309220" y="1089326"/>
                    <a:pt x="308761" y="1086375"/>
                  </a:cubicBezTo>
                  <a:cubicBezTo>
                    <a:pt x="300197" y="1032288"/>
                    <a:pt x="324133" y="977720"/>
                    <a:pt x="369730" y="947384"/>
                  </a:cubicBezTo>
                  <a:cubicBezTo>
                    <a:pt x="427493" y="909069"/>
                    <a:pt x="498284" y="908681"/>
                    <a:pt x="531277" y="911075"/>
                  </a:cubicBezTo>
                  <a:cubicBezTo>
                    <a:pt x="499895" y="882331"/>
                    <a:pt x="420360" y="809761"/>
                    <a:pt x="378184" y="773805"/>
                  </a:cubicBezTo>
                  <a:cubicBezTo>
                    <a:pt x="329040" y="735166"/>
                    <a:pt x="277814" y="699245"/>
                    <a:pt x="224743" y="666204"/>
                  </a:cubicBezTo>
                  <a:cubicBezTo>
                    <a:pt x="221889" y="664430"/>
                    <a:pt x="221011" y="660680"/>
                    <a:pt x="222783" y="657824"/>
                  </a:cubicBezTo>
                  <a:cubicBezTo>
                    <a:pt x="224566" y="654981"/>
                    <a:pt x="228305" y="654106"/>
                    <a:pt x="231162" y="655865"/>
                  </a:cubicBezTo>
                  <a:cubicBezTo>
                    <a:pt x="284685" y="689179"/>
                    <a:pt x="336338" y="725408"/>
                    <a:pt x="385889" y="764387"/>
                  </a:cubicBezTo>
                  <a:cubicBezTo>
                    <a:pt x="436645" y="807660"/>
                    <a:pt x="540911" y="903374"/>
                    <a:pt x="551912" y="913482"/>
                  </a:cubicBezTo>
                  <a:cubicBezTo>
                    <a:pt x="558030" y="915598"/>
                    <a:pt x="586610" y="925530"/>
                    <a:pt x="623530" y="939232"/>
                  </a:cubicBezTo>
                  <a:cubicBezTo>
                    <a:pt x="615954" y="926341"/>
                    <a:pt x="607692" y="913858"/>
                    <a:pt x="598219" y="902390"/>
                  </a:cubicBezTo>
                  <a:cubicBezTo>
                    <a:pt x="577356" y="877259"/>
                    <a:pt x="441054" y="653156"/>
                    <a:pt x="435261" y="643632"/>
                  </a:cubicBezTo>
                  <a:cubicBezTo>
                    <a:pt x="433513" y="640766"/>
                    <a:pt x="434419" y="637025"/>
                    <a:pt x="437288" y="635278"/>
                  </a:cubicBezTo>
                  <a:cubicBezTo>
                    <a:pt x="437291" y="635276"/>
                    <a:pt x="437291" y="635274"/>
                    <a:pt x="437295" y="635273"/>
                  </a:cubicBezTo>
                  <a:cubicBezTo>
                    <a:pt x="440164" y="633529"/>
                    <a:pt x="443903" y="634441"/>
                    <a:pt x="445647" y="637310"/>
                  </a:cubicBezTo>
                  <a:cubicBezTo>
                    <a:pt x="445647" y="637310"/>
                    <a:pt x="445647" y="637311"/>
                    <a:pt x="445647" y="637311"/>
                  </a:cubicBezTo>
                  <a:cubicBezTo>
                    <a:pt x="447070" y="639639"/>
                    <a:pt x="587292" y="870169"/>
                    <a:pt x="607590" y="894638"/>
                  </a:cubicBezTo>
                  <a:cubicBezTo>
                    <a:pt x="620657" y="910495"/>
                    <a:pt x="632039" y="927666"/>
                    <a:pt x="641551" y="945879"/>
                  </a:cubicBezTo>
                  <a:cubicBezTo>
                    <a:pt x="641570" y="945922"/>
                    <a:pt x="641551" y="945973"/>
                    <a:pt x="641590" y="946016"/>
                  </a:cubicBezTo>
                  <a:cubicBezTo>
                    <a:pt x="665733" y="955125"/>
                    <a:pt x="692149" y="965393"/>
                    <a:pt x="717625" y="975936"/>
                  </a:cubicBezTo>
                  <a:cubicBezTo>
                    <a:pt x="794228" y="1007628"/>
                    <a:pt x="990085" y="1091850"/>
                    <a:pt x="1000428" y="1096303"/>
                  </a:cubicBezTo>
                  <a:cubicBezTo>
                    <a:pt x="1009442" y="1098333"/>
                    <a:pt x="1130855" y="1125643"/>
                    <a:pt x="1170644" y="1133795"/>
                  </a:cubicBezTo>
                  <a:cubicBezTo>
                    <a:pt x="1180983" y="1135911"/>
                    <a:pt x="1201909" y="1139807"/>
                    <a:pt x="1227941" y="1144659"/>
                  </a:cubicBezTo>
                  <a:cubicBezTo>
                    <a:pt x="1309431" y="1159839"/>
                    <a:pt x="1432588" y="1182771"/>
                    <a:pt x="1455070" y="1192365"/>
                  </a:cubicBezTo>
                  <a:cubicBezTo>
                    <a:pt x="1462873" y="1195689"/>
                    <a:pt x="1476383" y="1198589"/>
                    <a:pt x="1490692" y="1201658"/>
                  </a:cubicBezTo>
                  <a:cubicBezTo>
                    <a:pt x="1530027" y="1210100"/>
                    <a:pt x="1578971" y="1220596"/>
                    <a:pt x="1575401" y="1252723"/>
                  </a:cubicBezTo>
                  <a:close/>
                  <a:moveTo>
                    <a:pt x="1563298" y="1251390"/>
                  </a:moveTo>
                  <a:cubicBezTo>
                    <a:pt x="1565649" y="1230191"/>
                    <a:pt x="1520863" y="1220592"/>
                    <a:pt x="1488153" y="1213584"/>
                  </a:cubicBezTo>
                  <a:cubicBezTo>
                    <a:pt x="1472609" y="1210249"/>
                    <a:pt x="1459181" y="1207376"/>
                    <a:pt x="1450300" y="1203578"/>
                  </a:cubicBezTo>
                  <a:cubicBezTo>
                    <a:pt x="1429057" y="1194521"/>
                    <a:pt x="1301757" y="1170817"/>
                    <a:pt x="1225722" y="1156648"/>
                  </a:cubicBezTo>
                  <a:cubicBezTo>
                    <a:pt x="1199592" y="1151785"/>
                    <a:pt x="1178596" y="1147869"/>
                    <a:pt x="1168206" y="1145745"/>
                  </a:cubicBezTo>
                  <a:cubicBezTo>
                    <a:pt x="1130334" y="1137985"/>
                    <a:pt x="1018900" y="1112956"/>
                    <a:pt x="1000032" y="1108715"/>
                  </a:cubicBezTo>
                  <a:cubicBezTo>
                    <a:pt x="988388" y="1117863"/>
                    <a:pt x="930150" y="1165569"/>
                    <a:pt x="921254" y="1211441"/>
                  </a:cubicBezTo>
                  <a:cubicBezTo>
                    <a:pt x="907536" y="1282800"/>
                    <a:pt x="946796" y="1345658"/>
                    <a:pt x="967893" y="1379419"/>
                  </a:cubicBezTo>
                  <a:cubicBezTo>
                    <a:pt x="972393" y="1386615"/>
                    <a:pt x="975795" y="1392110"/>
                    <a:pt x="978127" y="1396601"/>
                  </a:cubicBezTo>
                  <a:cubicBezTo>
                    <a:pt x="1014600" y="1358835"/>
                    <a:pt x="1033495" y="1308334"/>
                    <a:pt x="1030340" y="1255556"/>
                  </a:cubicBezTo>
                  <a:lnTo>
                    <a:pt x="933066" y="1211303"/>
                  </a:lnTo>
                  <a:cubicBezTo>
                    <a:pt x="930009" y="1209912"/>
                    <a:pt x="928661" y="1206306"/>
                    <a:pt x="930052" y="1203249"/>
                  </a:cubicBezTo>
                  <a:cubicBezTo>
                    <a:pt x="931440" y="1200192"/>
                    <a:pt x="935042" y="1198836"/>
                    <a:pt x="938099" y="1200223"/>
                  </a:cubicBezTo>
                  <a:cubicBezTo>
                    <a:pt x="938103" y="1200227"/>
                    <a:pt x="938111" y="1200227"/>
                    <a:pt x="938114" y="1200231"/>
                  </a:cubicBezTo>
                  <a:lnTo>
                    <a:pt x="1038496" y="1245895"/>
                  </a:lnTo>
                  <a:cubicBezTo>
                    <a:pt x="1038982" y="1246178"/>
                    <a:pt x="1039425" y="1246522"/>
                    <a:pt x="1039817" y="1246926"/>
                  </a:cubicBezTo>
                  <a:cubicBezTo>
                    <a:pt x="1040056" y="1247083"/>
                    <a:pt x="1040279" y="1247259"/>
                    <a:pt x="1040491" y="1247451"/>
                  </a:cubicBezTo>
                  <a:cubicBezTo>
                    <a:pt x="1040558" y="1247526"/>
                    <a:pt x="1040664" y="1247557"/>
                    <a:pt x="1040726" y="1247636"/>
                  </a:cubicBezTo>
                  <a:lnTo>
                    <a:pt x="1090894" y="1310345"/>
                  </a:lnTo>
                  <a:cubicBezTo>
                    <a:pt x="1095377" y="1316141"/>
                    <a:pt x="1100155" y="1324521"/>
                    <a:pt x="1105689" y="1334221"/>
                  </a:cubicBezTo>
                  <a:cubicBezTo>
                    <a:pt x="1120528" y="1360242"/>
                    <a:pt x="1140838" y="1395872"/>
                    <a:pt x="1165290" y="1395872"/>
                  </a:cubicBezTo>
                  <a:cubicBezTo>
                    <a:pt x="1175602" y="1395872"/>
                    <a:pt x="1196124" y="1391106"/>
                    <a:pt x="1220776" y="1383957"/>
                  </a:cubicBezTo>
                  <a:lnTo>
                    <a:pt x="1188799" y="1308224"/>
                  </a:lnTo>
                  <a:cubicBezTo>
                    <a:pt x="1187489" y="1305136"/>
                    <a:pt x="1188932" y="1301569"/>
                    <a:pt x="1192020" y="1300260"/>
                  </a:cubicBezTo>
                  <a:cubicBezTo>
                    <a:pt x="1192024" y="1300260"/>
                    <a:pt x="1192028" y="1300256"/>
                    <a:pt x="1192032" y="1300256"/>
                  </a:cubicBezTo>
                  <a:cubicBezTo>
                    <a:pt x="1195128" y="1298959"/>
                    <a:pt x="1198687" y="1300409"/>
                    <a:pt x="1199996" y="1303498"/>
                  </a:cubicBezTo>
                  <a:lnTo>
                    <a:pt x="1232503" y="1380481"/>
                  </a:lnTo>
                  <a:cubicBezTo>
                    <a:pt x="1255004" y="1373650"/>
                    <a:pt x="1279927" y="1365266"/>
                    <a:pt x="1303380" y="1356879"/>
                  </a:cubicBezTo>
                  <a:lnTo>
                    <a:pt x="1272006" y="1274793"/>
                  </a:lnTo>
                  <a:cubicBezTo>
                    <a:pt x="1270810" y="1271649"/>
                    <a:pt x="1272390" y="1268134"/>
                    <a:pt x="1275533" y="1266934"/>
                  </a:cubicBezTo>
                  <a:cubicBezTo>
                    <a:pt x="1278672" y="1265762"/>
                    <a:pt x="1282169" y="1267334"/>
                    <a:pt x="1283372" y="1270462"/>
                  </a:cubicBezTo>
                  <a:lnTo>
                    <a:pt x="1314824" y="1352767"/>
                  </a:lnTo>
                  <a:cubicBezTo>
                    <a:pt x="1355652" y="1337847"/>
                    <a:pt x="1389562" y="1323737"/>
                    <a:pt x="1393764" y="1319308"/>
                  </a:cubicBezTo>
                  <a:cubicBezTo>
                    <a:pt x="1396824" y="1314672"/>
                    <a:pt x="1386709" y="1285970"/>
                    <a:pt x="1372325" y="1259343"/>
                  </a:cubicBezTo>
                  <a:cubicBezTo>
                    <a:pt x="1372246" y="1259205"/>
                    <a:pt x="1372290" y="1259041"/>
                    <a:pt x="1372227" y="1258900"/>
                  </a:cubicBezTo>
                  <a:lnTo>
                    <a:pt x="1343584" y="1217911"/>
                  </a:lnTo>
                  <a:cubicBezTo>
                    <a:pt x="1341660" y="1215160"/>
                    <a:pt x="1342330" y="1211370"/>
                    <a:pt x="1345082" y="1209446"/>
                  </a:cubicBezTo>
                  <a:cubicBezTo>
                    <a:pt x="1345085" y="1209446"/>
                    <a:pt x="1345085" y="1209442"/>
                    <a:pt x="1345089" y="1209442"/>
                  </a:cubicBezTo>
                  <a:cubicBezTo>
                    <a:pt x="1347841" y="1207517"/>
                    <a:pt x="1351631" y="1208188"/>
                    <a:pt x="1353555" y="1210939"/>
                  </a:cubicBezTo>
                  <a:cubicBezTo>
                    <a:pt x="1353555" y="1210939"/>
                    <a:pt x="1353555" y="1210939"/>
                    <a:pt x="1353555" y="1210939"/>
                  </a:cubicBezTo>
                  <a:lnTo>
                    <a:pt x="1381527" y="1250967"/>
                  </a:lnTo>
                  <a:cubicBezTo>
                    <a:pt x="1396534" y="1253679"/>
                    <a:pt x="1473483" y="1267550"/>
                    <a:pt x="1499436" y="1271124"/>
                  </a:cubicBezTo>
                  <a:lnTo>
                    <a:pt x="1505637" y="1272010"/>
                  </a:lnTo>
                  <a:cubicBezTo>
                    <a:pt x="1523665" y="1274620"/>
                    <a:pt x="1544101" y="1277595"/>
                    <a:pt x="1554848" y="1269302"/>
                  </a:cubicBezTo>
                  <a:cubicBezTo>
                    <a:pt x="1559610" y="1265617"/>
                    <a:pt x="1562381" y="1259754"/>
                    <a:pt x="1563294" y="1251390"/>
                  </a:cubicBezTo>
                  <a:close/>
                  <a:moveTo>
                    <a:pt x="1088977" y="400897"/>
                  </a:moveTo>
                  <a:cubicBezTo>
                    <a:pt x="1089957" y="401230"/>
                    <a:pt x="1187486" y="434047"/>
                    <a:pt x="1211127" y="473518"/>
                  </a:cubicBezTo>
                  <a:cubicBezTo>
                    <a:pt x="1235532" y="514279"/>
                    <a:pt x="1299417" y="734937"/>
                    <a:pt x="1300068" y="737159"/>
                  </a:cubicBezTo>
                  <a:cubicBezTo>
                    <a:pt x="1300821" y="739762"/>
                    <a:pt x="1303204" y="741553"/>
                    <a:pt x="1305912" y="741553"/>
                  </a:cubicBezTo>
                  <a:cubicBezTo>
                    <a:pt x="1306484" y="741554"/>
                    <a:pt x="1307052" y="741473"/>
                    <a:pt x="1307601" y="741314"/>
                  </a:cubicBezTo>
                  <a:cubicBezTo>
                    <a:pt x="1310827" y="740379"/>
                    <a:pt x="1312684" y="737008"/>
                    <a:pt x="1311755" y="733781"/>
                  </a:cubicBezTo>
                  <a:cubicBezTo>
                    <a:pt x="1309110" y="724641"/>
                    <a:pt x="1246777" y="509364"/>
                    <a:pt x="1221568" y="467267"/>
                  </a:cubicBezTo>
                  <a:cubicBezTo>
                    <a:pt x="1195618" y="423931"/>
                    <a:pt x="1097000" y="390742"/>
                    <a:pt x="1092822" y="389355"/>
                  </a:cubicBezTo>
                  <a:cubicBezTo>
                    <a:pt x="1089655" y="388284"/>
                    <a:pt x="1086218" y="389984"/>
                    <a:pt x="1085148" y="393152"/>
                  </a:cubicBezTo>
                  <a:cubicBezTo>
                    <a:pt x="1085140" y="393171"/>
                    <a:pt x="1085136" y="393189"/>
                    <a:pt x="1085128" y="393207"/>
                  </a:cubicBezTo>
                  <a:cubicBezTo>
                    <a:pt x="1084066" y="396390"/>
                    <a:pt x="1085783" y="399831"/>
                    <a:pt x="1088965" y="400894"/>
                  </a:cubicBezTo>
                  <a:cubicBezTo>
                    <a:pt x="1088969" y="400895"/>
                    <a:pt x="1088973" y="400896"/>
                    <a:pt x="1088977" y="40089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83050" tIns="41525" rIns="83050" bIns="415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35"/>
                <a:buFont typeface="Arial"/>
                <a:buNone/>
              </a:pPr>
              <a:endParaRPr sz="1635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8" name="Google Shape;368;p22"/>
          <p:cNvSpPr txBox="1">
            <a:spLocks noGrp="1"/>
          </p:cNvSpPr>
          <p:nvPr>
            <p:ph type="body" idx="4294967295"/>
          </p:nvPr>
        </p:nvSpPr>
        <p:spPr>
          <a:xfrm>
            <a:off x="1135782" y="1652337"/>
            <a:ext cx="3994489" cy="2807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b="1" u="sng" dirty="0">
                <a:latin typeface="Titillium Web" pitchFamily="2" charset="77"/>
              </a:rPr>
              <a:t>Final Presentation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" b="1" u="sng" dirty="0">
              <a:latin typeface="Titillium Web" pitchFamily="2" charset="77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b="1" u="sng" dirty="0">
                <a:latin typeface="Titillium Web" pitchFamily="2" charset="77"/>
              </a:rPr>
              <a:t>Presented by:</a:t>
            </a:r>
            <a:endParaRPr b="1" u="sng" dirty="0">
              <a:latin typeface="Titillium Web" pitchFamily="2" charset="77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b="1" dirty="0">
                <a:latin typeface="Titillium Web" pitchFamily="2" charset="77"/>
              </a:rPr>
              <a:t>Vandan Patel - Team Lead</a:t>
            </a:r>
            <a:br>
              <a:rPr lang="en" b="1" dirty="0">
                <a:latin typeface="Titillium Web" pitchFamily="2" charset="77"/>
              </a:rPr>
            </a:br>
            <a:r>
              <a:rPr lang="en" b="1" dirty="0">
                <a:latin typeface="Titillium Web" pitchFamily="2" charset="77"/>
              </a:rPr>
              <a:t>Annagrace Howell - Developer</a:t>
            </a:r>
            <a:br>
              <a:rPr lang="en" b="1" dirty="0">
                <a:latin typeface="Titillium Web" pitchFamily="2" charset="77"/>
              </a:rPr>
            </a:br>
            <a:r>
              <a:rPr lang="en" b="1" dirty="0">
                <a:latin typeface="Titillium Web" pitchFamily="2" charset="77"/>
              </a:rPr>
              <a:t>Yasmin Rocio Orduz Landazabal - Data Analyst</a:t>
            </a:r>
            <a:endParaRPr b="1" dirty="0">
              <a:latin typeface="Titillium Web" pitchFamily="2" charset="77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Titillium Web" pitchFamily="2" charset="77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b="1" u="sng" dirty="0">
                <a:latin typeface="Titillium Web" pitchFamily="2" charset="77"/>
              </a:rPr>
              <a:t>Instructor:</a:t>
            </a:r>
            <a:endParaRPr b="1" u="sng" dirty="0">
              <a:latin typeface="Titillium Web" pitchFamily="2" charset="77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b="1" dirty="0">
                <a:latin typeface="Titillium Web" pitchFamily="2" charset="77"/>
              </a:rPr>
              <a:t>Ph.D. Vijayalakshmi Ramasamy</a:t>
            </a:r>
            <a:br>
              <a:rPr lang="en" dirty="0">
                <a:latin typeface="Titillium Web" pitchFamily="2" charset="77"/>
              </a:rPr>
            </a:br>
            <a:br>
              <a:rPr lang="en" dirty="0">
                <a:latin typeface="Titillium Web" pitchFamily="2" charset="77"/>
              </a:rPr>
            </a:br>
            <a:r>
              <a:rPr lang="en" b="1" dirty="0">
                <a:latin typeface="Titillium Web" pitchFamily="2" charset="77"/>
              </a:rPr>
              <a:t>CSCI-7090-A-O1E</a:t>
            </a:r>
            <a:endParaRPr dirty="0">
              <a:latin typeface="Titillium Web" pitchFamily="2" charset="77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b="1" dirty="0">
                <a:latin typeface="Titillium Web" pitchFamily="2" charset="77"/>
              </a:rPr>
              <a:t>Data Science &amp; Machine Learning</a:t>
            </a:r>
            <a:endParaRPr b="1" dirty="0">
              <a:latin typeface="Titillium Web" pitchFamily="2" charset="77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b="1" dirty="0">
                <a:latin typeface="Titillium Web" pitchFamily="2" charset="77"/>
              </a:rPr>
              <a:t>Georgia Southern University </a:t>
            </a:r>
            <a:endParaRPr b="1" dirty="0">
              <a:latin typeface="Titillium Web" pitchFamily="2" charset="7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4" name="Google Shape;374;p23"/>
          <p:cNvGrpSpPr/>
          <p:nvPr/>
        </p:nvGrpSpPr>
        <p:grpSpPr>
          <a:xfrm>
            <a:off x="8191732" y="-314459"/>
            <a:ext cx="954923" cy="1114853"/>
            <a:chOff x="7511876" y="-463868"/>
            <a:chExt cx="1627340" cy="1899886"/>
          </a:xfrm>
        </p:grpSpPr>
        <p:sp>
          <p:nvSpPr>
            <p:cNvPr id="375" name="Google Shape;375;p23"/>
            <p:cNvSpPr/>
            <p:nvPr/>
          </p:nvSpPr>
          <p:spPr>
            <a:xfrm>
              <a:off x="7511876" y="-463868"/>
              <a:ext cx="1594671" cy="1823598"/>
            </a:xfrm>
            <a:custGeom>
              <a:avLst/>
              <a:gdLst/>
              <a:ahLst/>
              <a:cxnLst/>
              <a:rect l="l" t="t" r="r" b="b"/>
              <a:pathLst>
                <a:path w="1822481" h="2084112" extrusionOk="0">
                  <a:moveTo>
                    <a:pt x="1440741" y="2089880"/>
                  </a:moveTo>
                  <a:lnTo>
                    <a:pt x="1211143" y="844745"/>
                  </a:lnTo>
                  <a:lnTo>
                    <a:pt x="1228510" y="841537"/>
                  </a:lnTo>
                  <a:lnTo>
                    <a:pt x="1458113" y="2086671"/>
                  </a:lnTo>
                  <a:close/>
                  <a:moveTo>
                    <a:pt x="1223299" y="852172"/>
                  </a:moveTo>
                  <a:lnTo>
                    <a:pt x="1826542" y="884979"/>
                  </a:lnTo>
                  <a:lnTo>
                    <a:pt x="1827511" y="867351"/>
                  </a:lnTo>
                  <a:lnTo>
                    <a:pt x="1216354" y="834115"/>
                  </a:lnTo>
                  <a:lnTo>
                    <a:pt x="583398" y="1470959"/>
                  </a:lnTo>
                  <a:lnTo>
                    <a:pt x="595919" y="1483411"/>
                  </a:lnTo>
                  <a:close/>
                  <a:moveTo>
                    <a:pt x="928194" y="1527416"/>
                  </a:moveTo>
                  <a:lnTo>
                    <a:pt x="840068" y="1238658"/>
                  </a:lnTo>
                  <a:lnTo>
                    <a:pt x="823184" y="1243816"/>
                  </a:lnTo>
                  <a:lnTo>
                    <a:pt x="911309" y="1532574"/>
                  </a:lnTo>
                  <a:close/>
                  <a:moveTo>
                    <a:pt x="1224796" y="835862"/>
                  </a:moveTo>
                  <a:lnTo>
                    <a:pt x="15015" y="5767"/>
                  </a:lnTo>
                  <a:lnTo>
                    <a:pt x="5030" y="20325"/>
                  </a:lnTo>
                  <a:lnTo>
                    <a:pt x="1214834" y="8504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53675" tIns="26825" rIns="53675" bIns="268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6"/>
                <a:buFont typeface="Arial"/>
                <a:buNone/>
              </a:pPr>
              <a:endParaRPr sz="1056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" name="Google Shape;376;p23"/>
            <p:cNvSpPr/>
            <p:nvPr/>
          </p:nvSpPr>
          <p:spPr>
            <a:xfrm>
              <a:off x="7991308" y="121335"/>
              <a:ext cx="1147908" cy="1314683"/>
            </a:xfrm>
            <a:custGeom>
              <a:avLst/>
              <a:gdLst/>
              <a:ahLst/>
              <a:cxnLst/>
              <a:rect l="l" t="t" r="r" b="b"/>
              <a:pathLst>
                <a:path w="1311895" h="1502495" extrusionOk="0">
                  <a:moveTo>
                    <a:pt x="666806" y="348752"/>
                  </a:moveTo>
                  <a:cubicBezTo>
                    <a:pt x="572228" y="348752"/>
                    <a:pt x="495313" y="271820"/>
                    <a:pt x="495313" y="177259"/>
                  </a:cubicBezTo>
                  <a:cubicBezTo>
                    <a:pt x="495313" y="82699"/>
                    <a:pt x="572228" y="5767"/>
                    <a:pt x="666806" y="5767"/>
                  </a:cubicBezTo>
                  <a:cubicBezTo>
                    <a:pt x="761383" y="5767"/>
                    <a:pt x="838299" y="82699"/>
                    <a:pt x="838299" y="177259"/>
                  </a:cubicBezTo>
                  <a:cubicBezTo>
                    <a:pt x="838299" y="271820"/>
                    <a:pt x="761383" y="348752"/>
                    <a:pt x="666806" y="348752"/>
                  </a:cubicBezTo>
                  <a:close/>
                  <a:moveTo>
                    <a:pt x="666806" y="23429"/>
                  </a:moveTo>
                  <a:cubicBezTo>
                    <a:pt x="581982" y="23429"/>
                    <a:pt x="512975" y="92436"/>
                    <a:pt x="512975" y="177259"/>
                  </a:cubicBezTo>
                  <a:cubicBezTo>
                    <a:pt x="512975" y="262083"/>
                    <a:pt x="581982" y="331090"/>
                    <a:pt x="666806" y="331090"/>
                  </a:cubicBezTo>
                  <a:cubicBezTo>
                    <a:pt x="751630" y="331090"/>
                    <a:pt x="820637" y="262083"/>
                    <a:pt x="820637" y="177259"/>
                  </a:cubicBezTo>
                  <a:cubicBezTo>
                    <a:pt x="820637" y="92436"/>
                    <a:pt x="751630" y="23429"/>
                    <a:pt x="666806" y="23429"/>
                  </a:cubicBezTo>
                  <a:close/>
                  <a:moveTo>
                    <a:pt x="666806" y="88954"/>
                  </a:moveTo>
                  <a:cubicBezTo>
                    <a:pt x="715574" y="88954"/>
                    <a:pt x="755111" y="128491"/>
                    <a:pt x="755111" y="177259"/>
                  </a:cubicBezTo>
                  <a:cubicBezTo>
                    <a:pt x="755111" y="177259"/>
                    <a:pt x="755111" y="177265"/>
                    <a:pt x="755111" y="177265"/>
                  </a:cubicBezTo>
                  <a:cubicBezTo>
                    <a:pt x="755111" y="226034"/>
                    <a:pt x="715574" y="265571"/>
                    <a:pt x="666806" y="265571"/>
                  </a:cubicBezTo>
                  <a:cubicBezTo>
                    <a:pt x="618037" y="265576"/>
                    <a:pt x="578501" y="226039"/>
                    <a:pt x="578495" y="177271"/>
                  </a:cubicBezTo>
                  <a:cubicBezTo>
                    <a:pt x="578495" y="177271"/>
                    <a:pt x="578495" y="177265"/>
                    <a:pt x="578495" y="177265"/>
                  </a:cubicBezTo>
                  <a:cubicBezTo>
                    <a:pt x="578495" y="128491"/>
                    <a:pt x="618032" y="88954"/>
                    <a:pt x="666806" y="88954"/>
                  </a:cubicBezTo>
                  <a:close/>
                  <a:moveTo>
                    <a:pt x="49179" y="763095"/>
                  </a:moveTo>
                  <a:cubicBezTo>
                    <a:pt x="73567" y="763095"/>
                    <a:pt x="93335" y="782864"/>
                    <a:pt x="93335" y="807251"/>
                  </a:cubicBezTo>
                  <a:cubicBezTo>
                    <a:pt x="93335" y="831638"/>
                    <a:pt x="73567" y="851406"/>
                    <a:pt x="49179" y="851406"/>
                  </a:cubicBezTo>
                  <a:cubicBezTo>
                    <a:pt x="24798" y="851400"/>
                    <a:pt x="5030" y="831638"/>
                    <a:pt x="5030" y="807251"/>
                  </a:cubicBezTo>
                  <a:cubicBezTo>
                    <a:pt x="5030" y="782869"/>
                    <a:pt x="24792" y="763101"/>
                    <a:pt x="49179" y="763095"/>
                  </a:cubicBezTo>
                  <a:close/>
                  <a:moveTo>
                    <a:pt x="1272770" y="163520"/>
                  </a:moveTo>
                  <a:cubicBezTo>
                    <a:pt x="1297157" y="163520"/>
                    <a:pt x="1316919" y="183282"/>
                    <a:pt x="1316925" y="207669"/>
                  </a:cubicBezTo>
                  <a:cubicBezTo>
                    <a:pt x="1316925" y="232057"/>
                    <a:pt x="1297157" y="251825"/>
                    <a:pt x="1272770" y="251825"/>
                  </a:cubicBezTo>
                  <a:cubicBezTo>
                    <a:pt x="1248383" y="251819"/>
                    <a:pt x="1228620" y="232057"/>
                    <a:pt x="1228620" y="207669"/>
                  </a:cubicBezTo>
                  <a:cubicBezTo>
                    <a:pt x="1228620" y="183288"/>
                    <a:pt x="1248388" y="163520"/>
                    <a:pt x="1272770" y="163520"/>
                  </a:cubicBezTo>
                  <a:close/>
                  <a:moveTo>
                    <a:pt x="901880" y="1331651"/>
                  </a:moveTo>
                  <a:cubicBezTo>
                    <a:pt x="950649" y="1331651"/>
                    <a:pt x="990186" y="1371188"/>
                    <a:pt x="990186" y="1419957"/>
                  </a:cubicBezTo>
                  <a:cubicBezTo>
                    <a:pt x="990186" y="1468725"/>
                    <a:pt x="950649" y="1508262"/>
                    <a:pt x="901880" y="1508262"/>
                  </a:cubicBezTo>
                  <a:cubicBezTo>
                    <a:pt x="853112" y="1508268"/>
                    <a:pt x="813575" y="1468731"/>
                    <a:pt x="813569" y="1419963"/>
                  </a:cubicBezTo>
                  <a:cubicBezTo>
                    <a:pt x="813569" y="1419963"/>
                    <a:pt x="813569" y="1419957"/>
                    <a:pt x="813569" y="1419957"/>
                  </a:cubicBezTo>
                  <a:cubicBezTo>
                    <a:pt x="813552" y="1371188"/>
                    <a:pt x="853077" y="1331640"/>
                    <a:pt x="901846" y="1331622"/>
                  </a:cubicBezTo>
                  <a:cubicBezTo>
                    <a:pt x="901857" y="1331622"/>
                    <a:pt x="901869" y="1331622"/>
                    <a:pt x="901880" y="1331622"/>
                  </a:cubicBezTo>
                  <a:close/>
                  <a:moveTo>
                    <a:pt x="357195" y="905298"/>
                  </a:moveTo>
                  <a:cubicBezTo>
                    <a:pt x="333452" y="899745"/>
                    <a:pt x="318702" y="876002"/>
                    <a:pt x="324255" y="852259"/>
                  </a:cubicBezTo>
                  <a:cubicBezTo>
                    <a:pt x="324255" y="852253"/>
                    <a:pt x="324255" y="852253"/>
                    <a:pt x="324255" y="852253"/>
                  </a:cubicBezTo>
                  <a:cubicBezTo>
                    <a:pt x="329814" y="828510"/>
                    <a:pt x="353563" y="813767"/>
                    <a:pt x="377306" y="819314"/>
                  </a:cubicBezTo>
                  <a:cubicBezTo>
                    <a:pt x="401049" y="824866"/>
                    <a:pt x="415798" y="848609"/>
                    <a:pt x="410245" y="872352"/>
                  </a:cubicBezTo>
                  <a:cubicBezTo>
                    <a:pt x="410245" y="872358"/>
                    <a:pt x="410245" y="872358"/>
                    <a:pt x="410245" y="872358"/>
                  </a:cubicBezTo>
                  <a:cubicBezTo>
                    <a:pt x="410245" y="872451"/>
                    <a:pt x="410205" y="872538"/>
                    <a:pt x="410181" y="872625"/>
                  </a:cubicBezTo>
                  <a:cubicBezTo>
                    <a:pt x="404495" y="896223"/>
                    <a:pt x="380828" y="910804"/>
                    <a:pt x="357195" y="9052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53675" tIns="26825" rIns="53675" bIns="268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6"/>
                <a:buFont typeface="Arial"/>
                <a:buNone/>
              </a:pPr>
              <a:endParaRPr sz="1056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7" name="Google Shape;377;p23"/>
          <p:cNvSpPr txBox="1">
            <a:spLocks noGrp="1"/>
          </p:cNvSpPr>
          <p:nvPr>
            <p:ph type="title"/>
          </p:nvPr>
        </p:nvSpPr>
        <p:spPr>
          <a:xfrm>
            <a:off x="1223751" y="140867"/>
            <a:ext cx="6743118" cy="69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4000" dirty="0"/>
              <a:t>Progress Update</a:t>
            </a:r>
            <a:endParaRPr sz="4000" dirty="0"/>
          </a:p>
        </p:txBody>
      </p:sp>
      <p:sp>
        <p:nvSpPr>
          <p:cNvPr id="411" name="Google Shape;411;p2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b="1"/>
              <a:t>2</a:t>
            </a:fld>
            <a:endParaRPr b="1"/>
          </a:p>
        </p:txBody>
      </p:sp>
      <p:sp>
        <p:nvSpPr>
          <p:cNvPr id="412" name="Google Shape;412;p23"/>
          <p:cNvSpPr txBox="1"/>
          <p:nvPr/>
        </p:nvSpPr>
        <p:spPr>
          <a:xfrm>
            <a:off x="625425" y="4896800"/>
            <a:ext cx="27351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>
                <a:solidFill>
                  <a:srgbClr val="4AC78F"/>
                </a:solidFill>
                <a:latin typeface="Titillium Web"/>
                <a:ea typeface="Titillium Web"/>
                <a:cs typeface="Titillium Web"/>
                <a:sym typeface="Titillium Web"/>
              </a:rPr>
              <a:t>Team 3 - Georgia Southern University - CSCI 7090 - 2026   </a:t>
            </a:r>
            <a:endParaRPr sz="600" b="1">
              <a:solidFill>
                <a:srgbClr val="4AC78F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sp>
        <p:nvSpPr>
          <p:cNvPr id="2" name="Shape 2">
            <a:extLst>
              <a:ext uri="{FF2B5EF4-FFF2-40B4-BE49-F238E27FC236}">
                <a16:creationId xmlns:a16="http://schemas.microsoft.com/office/drawing/2014/main" id="{D82209F8-5F27-4834-A6A2-0B688B63E6C5}"/>
              </a:ext>
            </a:extLst>
          </p:cNvPr>
          <p:cNvSpPr/>
          <p:nvPr/>
        </p:nvSpPr>
        <p:spPr>
          <a:xfrm>
            <a:off x="390166" y="1621037"/>
            <a:ext cx="3608551" cy="2892793"/>
          </a:xfrm>
          <a:prstGeom prst="rect">
            <a:avLst/>
          </a:prstGeom>
          <a:solidFill>
            <a:schemeClr val="bg1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dirty="0">
              <a:latin typeface="Titillium Web" pitchFamily="2" charset="77"/>
              <a:cs typeface="Consolas" panose="020B0609020204030204" pitchFamily="49" charset="0"/>
            </a:endParaRPr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2EA19014-9EAC-3676-D891-55C2A9AACBA5}"/>
              </a:ext>
            </a:extLst>
          </p:cNvPr>
          <p:cNvSpPr/>
          <p:nvPr/>
        </p:nvSpPr>
        <p:spPr>
          <a:xfrm>
            <a:off x="390167" y="1621037"/>
            <a:ext cx="3627412" cy="58996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 dirty="0">
              <a:latin typeface="Titillium Web" pitchFamily="2" charset="77"/>
              <a:cs typeface="Consolas" panose="020B0609020204030204" pitchFamily="49" charset="0"/>
            </a:endParaRP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7FDC3F4B-7E03-FD35-3D87-73CB4E8F19AF}"/>
              </a:ext>
            </a:extLst>
          </p:cNvPr>
          <p:cNvSpPr/>
          <p:nvPr/>
        </p:nvSpPr>
        <p:spPr>
          <a:xfrm>
            <a:off x="390165" y="1707282"/>
            <a:ext cx="3798476" cy="4361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itillium Web" pitchFamily="2" charset="77"/>
                <a:cs typeface="Consolas" panose="020B0609020204030204" pitchFamily="49" charset="0"/>
              </a:rPr>
              <a:t>M2 — Stopped at EDA</a:t>
            </a:r>
            <a:endParaRPr lang="en-US" sz="2000" dirty="0">
              <a:latin typeface="Titillium Web" pitchFamily="2" charset="77"/>
              <a:cs typeface="Consolas" panose="020B0609020204030204" pitchFamily="49" charset="0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4F7315ED-61FB-3453-3B25-6705D962483C}"/>
              </a:ext>
            </a:extLst>
          </p:cNvPr>
          <p:cNvSpPr/>
          <p:nvPr/>
        </p:nvSpPr>
        <p:spPr>
          <a:xfrm>
            <a:off x="485127" y="2390140"/>
            <a:ext cx="3608551" cy="19272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Clr>
                <a:srgbClr val="64748B"/>
              </a:buClr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Titillium Web" pitchFamily="2" charset="77"/>
                <a:ea typeface="Calibri" pitchFamily="34" charset="-122"/>
                <a:cs typeface="Consolas" panose="020B0609020204030204" pitchFamily="49" charset="0"/>
              </a:rPr>
              <a:t>12 articles in literature review.</a:t>
            </a:r>
            <a:endParaRPr lang="en-US" sz="2000" dirty="0">
              <a:latin typeface="Titillium Web" pitchFamily="2" charset="77"/>
              <a:cs typeface="Consolas" panose="020B0609020204030204" pitchFamily="49" charset="0"/>
            </a:endParaRPr>
          </a:p>
          <a:p>
            <a:pPr marL="342900" indent="-342900">
              <a:buClr>
                <a:srgbClr val="64748B"/>
              </a:buClr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Titillium Web" pitchFamily="2" charset="77"/>
                <a:ea typeface="Calibri" pitchFamily="34" charset="-122"/>
                <a:cs typeface="Consolas" panose="020B0609020204030204" pitchFamily="49" charset="0"/>
              </a:rPr>
              <a:t>17 raw feature, EDA only.</a:t>
            </a:r>
            <a:endParaRPr lang="en-US" sz="2000" dirty="0">
              <a:latin typeface="Titillium Web" pitchFamily="2" charset="77"/>
              <a:cs typeface="Consolas" panose="020B0609020204030204" pitchFamily="49" charset="0"/>
            </a:endParaRPr>
          </a:p>
          <a:p>
            <a:pPr marL="342900" indent="-342900">
              <a:buClr>
                <a:srgbClr val="64748B"/>
              </a:buClr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Titillium Web" pitchFamily="2" charset="77"/>
                <a:ea typeface="Calibri" pitchFamily="34" charset="-122"/>
                <a:cs typeface="Consolas" panose="020B0609020204030204" pitchFamily="49" charset="0"/>
              </a:rPr>
              <a:t>No ML models trained.</a:t>
            </a:r>
            <a:endParaRPr lang="en-US" sz="2000" dirty="0">
              <a:latin typeface="Titillium Web" pitchFamily="2" charset="77"/>
              <a:cs typeface="Consolas" panose="020B0609020204030204" pitchFamily="49" charset="0"/>
            </a:endParaRPr>
          </a:p>
          <a:p>
            <a:pPr marL="342900" indent="-342900">
              <a:buClr>
                <a:srgbClr val="64748B"/>
              </a:buClr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Titillium Web" pitchFamily="2" charset="77"/>
                <a:ea typeface="Calibri" pitchFamily="34" charset="-122"/>
                <a:cs typeface="Consolas" panose="020B0609020204030204" pitchFamily="49" charset="0"/>
              </a:rPr>
              <a:t>No interpretability layer.</a:t>
            </a:r>
            <a:endParaRPr lang="en-US" sz="2000" dirty="0">
              <a:latin typeface="Titillium Web" pitchFamily="2" charset="77"/>
              <a:cs typeface="Consolas" panose="020B0609020204030204" pitchFamily="49" charset="0"/>
            </a:endParaRPr>
          </a:p>
          <a:p>
            <a:pPr marL="342900" indent="-342900">
              <a:buClr>
                <a:srgbClr val="64748B"/>
              </a:buClr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Titillium Web" pitchFamily="2" charset="77"/>
                <a:ea typeface="Calibri" pitchFamily="34" charset="-122"/>
                <a:cs typeface="Consolas" panose="020B0609020204030204" pitchFamily="49" charset="0"/>
              </a:rPr>
              <a:t>No fairness analysis.</a:t>
            </a:r>
            <a:endParaRPr lang="en-US" sz="2000" dirty="0">
              <a:latin typeface="Titillium Web" pitchFamily="2" charset="77"/>
              <a:cs typeface="Consolas" panose="020B0609020204030204" pitchFamily="49" charset="0"/>
            </a:endParaRP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2FB83F8-DCB6-4894-0EE4-B0CC4039E912}"/>
              </a:ext>
            </a:extLst>
          </p:cNvPr>
          <p:cNvSpPr/>
          <p:nvPr/>
        </p:nvSpPr>
        <p:spPr>
          <a:xfrm>
            <a:off x="4947595" y="1597489"/>
            <a:ext cx="3798476" cy="2916341"/>
          </a:xfrm>
          <a:prstGeom prst="rect">
            <a:avLst/>
          </a:prstGeom>
          <a:solidFill>
            <a:schemeClr val="bg1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dirty="0">
              <a:latin typeface="Titillium Web" pitchFamily="2" charset="77"/>
              <a:cs typeface="Consolas" panose="020B0609020204030204" pitchFamily="49" charset="0"/>
            </a:endParaRPr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3DBAED0E-1C5E-61C4-8FC6-AC67FC103802}"/>
              </a:ext>
            </a:extLst>
          </p:cNvPr>
          <p:cNvSpPr/>
          <p:nvPr/>
        </p:nvSpPr>
        <p:spPr>
          <a:xfrm>
            <a:off x="4966456" y="1597489"/>
            <a:ext cx="3779615" cy="596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Titillium Web" pitchFamily="2" charset="77"/>
                <a:cs typeface="Consolas" panose="020B0609020204030204" pitchFamily="49" charset="0"/>
              </a:rPr>
              <a:t>Full ML pipeline + paper</a:t>
            </a:r>
            <a:endParaRPr lang="en-US" dirty="0">
              <a:latin typeface="Titillium Web" pitchFamily="2" charset="77"/>
              <a:cs typeface="Consolas" panose="020B0609020204030204" pitchFamily="49" charset="0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E82247F6-5690-DDBF-2153-D77D7D3E3CAB}"/>
              </a:ext>
            </a:extLst>
          </p:cNvPr>
          <p:cNvSpPr/>
          <p:nvPr/>
        </p:nvSpPr>
        <p:spPr>
          <a:xfrm>
            <a:off x="5008283" y="2276119"/>
            <a:ext cx="3644753" cy="215532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Clr>
                <a:srgbClr val="64748B"/>
              </a:buClr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Titillium Web" pitchFamily="2" charset="77"/>
                <a:cs typeface="Consolas" panose="020B0609020204030204" pitchFamily="49" charset="0"/>
              </a:rPr>
              <a:t>12 reviewed studies + 5 method refs.</a:t>
            </a:r>
          </a:p>
          <a:p>
            <a:pPr marL="342900" indent="-342900">
              <a:buClr>
                <a:srgbClr val="64748B"/>
              </a:buClr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Titillium Web" pitchFamily="2" charset="77"/>
                <a:cs typeface="Consolas" panose="020B0609020204030204" pitchFamily="49" charset="0"/>
              </a:rPr>
              <a:t>26 features, 5 engineered.</a:t>
            </a:r>
          </a:p>
          <a:p>
            <a:pPr marL="342900" indent="-342900">
              <a:buClr>
                <a:srgbClr val="64748B"/>
              </a:buClr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Titillium Web" pitchFamily="2" charset="77"/>
                <a:cs typeface="Consolas" panose="020B0609020204030204" pitchFamily="49" charset="0"/>
              </a:rPr>
              <a:t>5 models trained + 5-fold CV.</a:t>
            </a:r>
          </a:p>
          <a:p>
            <a:pPr marL="342900" indent="-342900">
              <a:buClr>
                <a:srgbClr val="64748B"/>
              </a:buClr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Titillium Web" pitchFamily="2" charset="77"/>
                <a:cs typeface="Consolas" panose="020B0609020204030204" pitchFamily="49" charset="0"/>
              </a:rPr>
              <a:t>SHAP </a:t>
            </a:r>
            <a:r>
              <a:rPr lang="en-US" sz="2000" dirty="0" err="1">
                <a:solidFill>
                  <a:srgbClr val="1E293B"/>
                </a:solidFill>
                <a:latin typeface="Titillium Web" pitchFamily="2" charset="77"/>
                <a:cs typeface="Consolas" panose="020B0609020204030204" pitchFamily="49" charset="0"/>
              </a:rPr>
              <a:t>TreeExplainer</a:t>
            </a:r>
            <a:r>
              <a:rPr lang="en-US" sz="2000" dirty="0">
                <a:solidFill>
                  <a:srgbClr val="1E293B"/>
                </a:solidFill>
                <a:latin typeface="Titillium Web" pitchFamily="2" charset="77"/>
                <a:cs typeface="Consolas" panose="020B0609020204030204" pitchFamily="49" charset="0"/>
              </a:rPr>
              <a:t> applied.</a:t>
            </a:r>
          </a:p>
          <a:p>
            <a:pPr marL="342900" indent="-342900">
              <a:buClr>
                <a:srgbClr val="64748B"/>
              </a:buClr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  <a:latin typeface="Titillium Web" pitchFamily="2" charset="77"/>
                <a:cs typeface="Consolas" panose="020B0609020204030204" pitchFamily="49" charset="0"/>
              </a:rPr>
              <a:t>Fairness audit across 3 dimensions.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C1CE85F-D675-27BA-27CC-EBDA96C61E5C}"/>
              </a:ext>
            </a:extLst>
          </p:cNvPr>
          <p:cNvGrpSpPr/>
          <p:nvPr/>
        </p:nvGrpSpPr>
        <p:grpSpPr>
          <a:xfrm>
            <a:off x="4226094" y="2953133"/>
            <a:ext cx="512986" cy="228600"/>
            <a:chOff x="4259592" y="3356867"/>
            <a:chExt cx="512986" cy="228600"/>
          </a:xfrm>
        </p:grpSpPr>
        <p:sp>
          <p:nvSpPr>
            <p:cNvPr id="10" name="Shape 10">
              <a:extLst>
                <a:ext uri="{FF2B5EF4-FFF2-40B4-BE49-F238E27FC236}">
                  <a16:creationId xmlns:a16="http://schemas.microsoft.com/office/drawing/2014/main" id="{467C4B26-BA7B-09D8-2E09-2C91E2586766}"/>
                </a:ext>
              </a:extLst>
            </p:cNvPr>
            <p:cNvSpPr/>
            <p:nvPr/>
          </p:nvSpPr>
          <p:spPr>
            <a:xfrm>
              <a:off x="4259592" y="3356867"/>
              <a:ext cx="512064" cy="228600"/>
            </a:xfrm>
            <a:prstGeom prst="rect">
              <a:avLst/>
            </a:prstGeom>
            <a:solidFill>
              <a:srgbClr val="0D9488"/>
            </a:solidFill>
            <a:ln/>
          </p:spPr>
          <p:txBody>
            <a:bodyPr/>
            <a:lstStyle/>
            <a:p>
              <a:endParaRPr lang="en-US">
                <a:latin typeface="Titillium Web" pitchFamily="2" charset="77"/>
                <a:cs typeface="Consolas" panose="020B0609020204030204" pitchFamily="49" charset="0"/>
              </a:endParaRPr>
            </a:p>
          </p:txBody>
        </p:sp>
        <p:sp>
          <p:nvSpPr>
            <p:cNvPr id="11" name="Text 11">
              <a:extLst>
                <a:ext uri="{FF2B5EF4-FFF2-40B4-BE49-F238E27FC236}">
                  <a16:creationId xmlns:a16="http://schemas.microsoft.com/office/drawing/2014/main" id="{D0BAB0F5-F589-F7AD-A7F1-815FBE80FCF8}"/>
                </a:ext>
              </a:extLst>
            </p:cNvPr>
            <p:cNvSpPr/>
            <p:nvPr/>
          </p:nvSpPr>
          <p:spPr>
            <a:xfrm>
              <a:off x="4260514" y="3356867"/>
              <a:ext cx="512064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FFFFFF"/>
                  </a:solidFill>
                  <a:latin typeface="Titillium Web" pitchFamily="2" charset="77"/>
                  <a:cs typeface="Consolas" panose="020B0609020204030204" pitchFamily="49" charset="0"/>
                </a:rPr>
                <a:t>→</a:t>
              </a:r>
              <a:endParaRPr lang="en-US" sz="2400" b="1" dirty="0">
                <a:latin typeface="Titillium Web" pitchFamily="2" charset="77"/>
                <a:cs typeface="Consolas" panose="020B0609020204030204" pitchFamily="49" charset="0"/>
              </a:endParaRPr>
            </a:p>
          </p:txBody>
        </p:sp>
      </p:grpSp>
      <p:sp>
        <p:nvSpPr>
          <p:cNvPr id="12" name="Shape 16">
            <a:extLst>
              <a:ext uri="{FF2B5EF4-FFF2-40B4-BE49-F238E27FC236}">
                <a16:creationId xmlns:a16="http://schemas.microsoft.com/office/drawing/2014/main" id="{86D08814-4637-BF83-161A-EDF40B02E795}"/>
              </a:ext>
            </a:extLst>
          </p:cNvPr>
          <p:cNvSpPr/>
          <p:nvPr/>
        </p:nvSpPr>
        <p:spPr>
          <a:xfrm>
            <a:off x="406207" y="902384"/>
            <a:ext cx="7931359" cy="4804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  <a:prstDash val="solid"/>
          </a:ln>
        </p:spPr>
        <p:txBody>
          <a:bodyPr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What changed since the last presentation</a:t>
            </a:r>
            <a:endParaRPr lang="en-US" sz="2000" b="1" dirty="0">
              <a:latin typeface="Titillium Web" pitchFamily="2" charset="77"/>
            </a:endParaRP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8C17810E-934C-E53B-9812-39244B0B04A4}"/>
              </a:ext>
            </a:extLst>
          </p:cNvPr>
          <p:cNvSpPr/>
          <p:nvPr/>
        </p:nvSpPr>
        <p:spPr>
          <a:xfrm>
            <a:off x="4947595" y="1597489"/>
            <a:ext cx="3798476" cy="613514"/>
          </a:xfrm>
          <a:prstGeom prst="rect">
            <a:avLst/>
          </a:prstGeom>
          <a:solidFill>
            <a:srgbClr val="0D2B45">
              <a:alpha val="87843"/>
            </a:srgbClr>
          </a:solidFill>
          <a:ln/>
        </p:spPr>
        <p:txBody>
          <a:bodyPr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itillium Web" pitchFamily="2" charset="77"/>
                <a:cs typeface="Consolas" panose="020B0609020204030204" pitchFamily="49" charset="0"/>
              </a:rPr>
              <a:t>Full ML pipeline + paper</a:t>
            </a:r>
            <a:endParaRPr lang="en-US" sz="2000" dirty="0">
              <a:latin typeface="Titillium Web" pitchFamily="2" charset="77"/>
              <a:cs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4"/>
          <p:cNvSpPr txBox="1">
            <a:spLocks noGrp="1"/>
          </p:cNvSpPr>
          <p:nvPr>
            <p:ph type="title"/>
          </p:nvPr>
        </p:nvSpPr>
        <p:spPr>
          <a:xfrm>
            <a:off x="762172" y="216801"/>
            <a:ext cx="7704000" cy="7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4000" dirty="0"/>
              <a:t>Research Questions</a:t>
            </a:r>
            <a:endParaRPr sz="4000" dirty="0"/>
          </a:p>
        </p:txBody>
      </p:sp>
      <p:grpSp>
        <p:nvGrpSpPr>
          <p:cNvPr id="554" name="Google Shape;554;p24"/>
          <p:cNvGrpSpPr/>
          <p:nvPr/>
        </p:nvGrpSpPr>
        <p:grpSpPr>
          <a:xfrm>
            <a:off x="8191732" y="-314459"/>
            <a:ext cx="954923" cy="1114853"/>
            <a:chOff x="7511876" y="-463868"/>
            <a:chExt cx="1627340" cy="1899886"/>
          </a:xfrm>
        </p:grpSpPr>
        <p:sp>
          <p:nvSpPr>
            <p:cNvPr id="555" name="Google Shape;555;p24"/>
            <p:cNvSpPr/>
            <p:nvPr/>
          </p:nvSpPr>
          <p:spPr>
            <a:xfrm>
              <a:off x="7511876" y="-463868"/>
              <a:ext cx="1594671" cy="1823598"/>
            </a:xfrm>
            <a:custGeom>
              <a:avLst/>
              <a:gdLst/>
              <a:ahLst/>
              <a:cxnLst/>
              <a:rect l="l" t="t" r="r" b="b"/>
              <a:pathLst>
                <a:path w="1822481" h="2084112" extrusionOk="0">
                  <a:moveTo>
                    <a:pt x="1440741" y="2089880"/>
                  </a:moveTo>
                  <a:lnTo>
                    <a:pt x="1211143" y="844745"/>
                  </a:lnTo>
                  <a:lnTo>
                    <a:pt x="1228510" y="841537"/>
                  </a:lnTo>
                  <a:lnTo>
                    <a:pt x="1458113" y="2086671"/>
                  </a:lnTo>
                  <a:close/>
                  <a:moveTo>
                    <a:pt x="1223299" y="852172"/>
                  </a:moveTo>
                  <a:lnTo>
                    <a:pt x="1826542" y="884979"/>
                  </a:lnTo>
                  <a:lnTo>
                    <a:pt x="1827511" y="867351"/>
                  </a:lnTo>
                  <a:lnTo>
                    <a:pt x="1216354" y="834115"/>
                  </a:lnTo>
                  <a:lnTo>
                    <a:pt x="583398" y="1470959"/>
                  </a:lnTo>
                  <a:lnTo>
                    <a:pt x="595919" y="1483411"/>
                  </a:lnTo>
                  <a:close/>
                  <a:moveTo>
                    <a:pt x="928194" y="1527416"/>
                  </a:moveTo>
                  <a:lnTo>
                    <a:pt x="840068" y="1238658"/>
                  </a:lnTo>
                  <a:lnTo>
                    <a:pt x="823184" y="1243816"/>
                  </a:lnTo>
                  <a:lnTo>
                    <a:pt x="911309" y="1532574"/>
                  </a:lnTo>
                  <a:close/>
                  <a:moveTo>
                    <a:pt x="1224796" y="835862"/>
                  </a:moveTo>
                  <a:lnTo>
                    <a:pt x="15015" y="5767"/>
                  </a:lnTo>
                  <a:lnTo>
                    <a:pt x="5030" y="20325"/>
                  </a:lnTo>
                  <a:lnTo>
                    <a:pt x="1214834" y="8504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53675" tIns="26825" rIns="53675" bIns="268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6"/>
                <a:buFont typeface="Arial"/>
                <a:buNone/>
              </a:pPr>
              <a:endParaRPr sz="1056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6" name="Google Shape;556;p24"/>
            <p:cNvSpPr/>
            <p:nvPr/>
          </p:nvSpPr>
          <p:spPr>
            <a:xfrm>
              <a:off x="7991308" y="121335"/>
              <a:ext cx="1147908" cy="1314683"/>
            </a:xfrm>
            <a:custGeom>
              <a:avLst/>
              <a:gdLst/>
              <a:ahLst/>
              <a:cxnLst/>
              <a:rect l="l" t="t" r="r" b="b"/>
              <a:pathLst>
                <a:path w="1311895" h="1502495" extrusionOk="0">
                  <a:moveTo>
                    <a:pt x="666806" y="348752"/>
                  </a:moveTo>
                  <a:cubicBezTo>
                    <a:pt x="572228" y="348752"/>
                    <a:pt x="495313" y="271820"/>
                    <a:pt x="495313" y="177259"/>
                  </a:cubicBezTo>
                  <a:cubicBezTo>
                    <a:pt x="495313" y="82699"/>
                    <a:pt x="572228" y="5767"/>
                    <a:pt x="666806" y="5767"/>
                  </a:cubicBezTo>
                  <a:cubicBezTo>
                    <a:pt x="761383" y="5767"/>
                    <a:pt x="838299" y="82699"/>
                    <a:pt x="838299" y="177259"/>
                  </a:cubicBezTo>
                  <a:cubicBezTo>
                    <a:pt x="838299" y="271820"/>
                    <a:pt x="761383" y="348752"/>
                    <a:pt x="666806" y="348752"/>
                  </a:cubicBezTo>
                  <a:close/>
                  <a:moveTo>
                    <a:pt x="666806" y="23429"/>
                  </a:moveTo>
                  <a:cubicBezTo>
                    <a:pt x="581982" y="23429"/>
                    <a:pt x="512975" y="92436"/>
                    <a:pt x="512975" y="177259"/>
                  </a:cubicBezTo>
                  <a:cubicBezTo>
                    <a:pt x="512975" y="262083"/>
                    <a:pt x="581982" y="331090"/>
                    <a:pt x="666806" y="331090"/>
                  </a:cubicBezTo>
                  <a:cubicBezTo>
                    <a:pt x="751630" y="331090"/>
                    <a:pt x="820637" y="262083"/>
                    <a:pt x="820637" y="177259"/>
                  </a:cubicBezTo>
                  <a:cubicBezTo>
                    <a:pt x="820637" y="92436"/>
                    <a:pt x="751630" y="23429"/>
                    <a:pt x="666806" y="23429"/>
                  </a:cubicBezTo>
                  <a:close/>
                  <a:moveTo>
                    <a:pt x="666806" y="88954"/>
                  </a:moveTo>
                  <a:cubicBezTo>
                    <a:pt x="715574" y="88954"/>
                    <a:pt x="755111" y="128491"/>
                    <a:pt x="755111" y="177259"/>
                  </a:cubicBezTo>
                  <a:cubicBezTo>
                    <a:pt x="755111" y="177259"/>
                    <a:pt x="755111" y="177265"/>
                    <a:pt x="755111" y="177265"/>
                  </a:cubicBezTo>
                  <a:cubicBezTo>
                    <a:pt x="755111" y="226034"/>
                    <a:pt x="715574" y="265571"/>
                    <a:pt x="666806" y="265571"/>
                  </a:cubicBezTo>
                  <a:cubicBezTo>
                    <a:pt x="618037" y="265576"/>
                    <a:pt x="578501" y="226039"/>
                    <a:pt x="578495" y="177271"/>
                  </a:cubicBezTo>
                  <a:cubicBezTo>
                    <a:pt x="578495" y="177271"/>
                    <a:pt x="578495" y="177265"/>
                    <a:pt x="578495" y="177265"/>
                  </a:cubicBezTo>
                  <a:cubicBezTo>
                    <a:pt x="578495" y="128491"/>
                    <a:pt x="618032" y="88954"/>
                    <a:pt x="666806" y="88954"/>
                  </a:cubicBezTo>
                  <a:close/>
                  <a:moveTo>
                    <a:pt x="49179" y="763095"/>
                  </a:moveTo>
                  <a:cubicBezTo>
                    <a:pt x="73567" y="763095"/>
                    <a:pt x="93335" y="782864"/>
                    <a:pt x="93335" y="807251"/>
                  </a:cubicBezTo>
                  <a:cubicBezTo>
                    <a:pt x="93335" y="831638"/>
                    <a:pt x="73567" y="851406"/>
                    <a:pt x="49179" y="851406"/>
                  </a:cubicBezTo>
                  <a:cubicBezTo>
                    <a:pt x="24798" y="851400"/>
                    <a:pt x="5030" y="831638"/>
                    <a:pt x="5030" y="807251"/>
                  </a:cubicBezTo>
                  <a:cubicBezTo>
                    <a:pt x="5030" y="782869"/>
                    <a:pt x="24792" y="763101"/>
                    <a:pt x="49179" y="763095"/>
                  </a:cubicBezTo>
                  <a:close/>
                  <a:moveTo>
                    <a:pt x="1272770" y="163520"/>
                  </a:moveTo>
                  <a:cubicBezTo>
                    <a:pt x="1297157" y="163520"/>
                    <a:pt x="1316919" y="183282"/>
                    <a:pt x="1316925" y="207669"/>
                  </a:cubicBezTo>
                  <a:cubicBezTo>
                    <a:pt x="1316925" y="232057"/>
                    <a:pt x="1297157" y="251825"/>
                    <a:pt x="1272770" y="251825"/>
                  </a:cubicBezTo>
                  <a:cubicBezTo>
                    <a:pt x="1248383" y="251819"/>
                    <a:pt x="1228620" y="232057"/>
                    <a:pt x="1228620" y="207669"/>
                  </a:cubicBezTo>
                  <a:cubicBezTo>
                    <a:pt x="1228620" y="183288"/>
                    <a:pt x="1248388" y="163520"/>
                    <a:pt x="1272770" y="163520"/>
                  </a:cubicBezTo>
                  <a:close/>
                  <a:moveTo>
                    <a:pt x="901880" y="1331651"/>
                  </a:moveTo>
                  <a:cubicBezTo>
                    <a:pt x="950649" y="1331651"/>
                    <a:pt x="990186" y="1371188"/>
                    <a:pt x="990186" y="1419957"/>
                  </a:cubicBezTo>
                  <a:cubicBezTo>
                    <a:pt x="990186" y="1468725"/>
                    <a:pt x="950649" y="1508262"/>
                    <a:pt x="901880" y="1508262"/>
                  </a:cubicBezTo>
                  <a:cubicBezTo>
                    <a:pt x="853112" y="1508268"/>
                    <a:pt x="813575" y="1468731"/>
                    <a:pt x="813569" y="1419963"/>
                  </a:cubicBezTo>
                  <a:cubicBezTo>
                    <a:pt x="813569" y="1419963"/>
                    <a:pt x="813569" y="1419957"/>
                    <a:pt x="813569" y="1419957"/>
                  </a:cubicBezTo>
                  <a:cubicBezTo>
                    <a:pt x="813552" y="1371188"/>
                    <a:pt x="853077" y="1331640"/>
                    <a:pt x="901846" y="1331622"/>
                  </a:cubicBezTo>
                  <a:cubicBezTo>
                    <a:pt x="901857" y="1331622"/>
                    <a:pt x="901869" y="1331622"/>
                    <a:pt x="901880" y="1331622"/>
                  </a:cubicBezTo>
                  <a:close/>
                  <a:moveTo>
                    <a:pt x="357195" y="905298"/>
                  </a:moveTo>
                  <a:cubicBezTo>
                    <a:pt x="333452" y="899745"/>
                    <a:pt x="318702" y="876002"/>
                    <a:pt x="324255" y="852259"/>
                  </a:cubicBezTo>
                  <a:cubicBezTo>
                    <a:pt x="324255" y="852253"/>
                    <a:pt x="324255" y="852253"/>
                    <a:pt x="324255" y="852253"/>
                  </a:cubicBezTo>
                  <a:cubicBezTo>
                    <a:pt x="329814" y="828510"/>
                    <a:pt x="353563" y="813767"/>
                    <a:pt x="377306" y="819314"/>
                  </a:cubicBezTo>
                  <a:cubicBezTo>
                    <a:pt x="401049" y="824866"/>
                    <a:pt x="415798" y="848609"/>
                    <a:pt x="410245" y="872352"/>
                  </a:cubicBezTo>
                  <a:cubicBezTo>
                    <a:pt x="410245" y="872358"/>
                    <a:pt x="410245" y="872358"/>
                    <a:pt x="410245" y="872358"/>
                  </a:cubicBezTo>
                  <a:cubicBezTo>
                    <a:pt x="410245" y="872451"/>
                    <a:pt x="410205" y="872538"/>
                    <a:pt x="410181" y="872625"/>
                  </a:cubicBezTo>
                  <a:cubicBezTo>
                    <a:pt x="404495" y="896223"/>
                    <a:pt x="380828" y="910804"/>
                    <a:pt x="357195" y="9052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53675" tIns="26825" rIns="53675" bIns="268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6"/>
                <a:buFont typeface="Arial"/>
                <a:buNone/>
              </a:pPr>
              <a:endParaRPr sz="1056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" name="Shape 3">
            <a:extLst>
              <a:ext uri="{FF2B5EF4-FFF2-40B4-BE49-F238E27FC236}">
                <a16:creationId xmlns:a16="http://schemas.microsoft.com/office/drawing/2014/main" id="{35EABF25-6118-9077-2868-A5A066F58BC0}"/>
              </a:ext>
            </a:extLst>
          </p:cNvPr>
          <p:cNvSpPr/>
          <p:nvPr/>
        </p:nvSpPr>
        <p:spPr>
          <a:xfrm>
            <a:off x="454954" y="1060039"/>
            <a:ext cx="8172027" cy="1485851"/>
          </a:xfrm>
          <a:prstGeom prst="rect">
            <a:avLst/>
          </a:prstGeom>
          <a:solidFill>
            <a:srgbClr val="FFFFFF"/>
          </a:solidFill>
          <a:ln w="12700">
            <a:solidFill>
              <a:srgbClr val="4AC78F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2000" dirty="0">
              <a:latin typeface="Titillium Web" pitchFamily="2" charset="77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8FB6CABF-8A37-4400-1FB3-3C3324704951}"/>
              </a:ext>
            </a:extLst>
          </p:cNvPr>
          <p:cNvSpPr/>
          <p:nvPr/>
        </p:nvSpPr>
        <p:spPr>
          <a:xfrm>
            <a:off x="442444" y="1060039"/>
            <a:ext cx="93556" cy="1485851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000">
              <a:latin typeface="Titillium Web" pitchFamily="2" charset="77"/>
            </a:endParaRPr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D8E07993-3348-92F1-8559-117BBC4408A9}"/>
              </a:ext>
            </a:extLst>
          </p:cNvPr>
          <p:cNvSpPr/>
          <p:nvPr/>
        </p:nvSpPr>
        <p:spPr>
          <a:xfrm>
            <a:off x="696066" y="1093582"/>
            <a:ext cx="8104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9488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RQ1</a:t>
            </a:r>
            <a:endParaRPr lang="en-US" sz="2000" dirty="0">
              <a:latin typeface="Titillium Web" pitchFamily="2" charset="77"/>
            </a:endParaRPr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F16BCFBC-DDC5-1E60-7F6B-3C6C422C2673}"/>
              </a:ext>
            </a:extLst>
          </p:cNvPr>
          <p:cNvSpPr/>
          <p:nvPr/>
        </p:nvSpPr>
        <p:spPr>
          <a:xfrm>
            <a:off x="1917994" y="1124576"/>
            <a:ext cx="6416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2B45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Predictive Accuracy &amp; Generalizability</a:t>
            </a:r>
            <a:endParaRPr lang="en-US" sz="2000" dirty="0">
              <a:latin typeface="Titillium Web" pitchFamily="2" charset="77"/>
            </a:endParaRPr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6400B430-1BFF-2D8F-3D37-662DF3BB57DD}"/>
              </a:ext>
            </a:extLst>
          </p:cNvPr>
          <p:cNvSpPr/>
          <p:nvPr/>
        </p:nvSpPr>
        <p:spPr>
          <a:xfrm>
            <a:off x="696065" y="1620768"/>
            <a:ext cx="7930916" cy="89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Can supervised regression models predict ED length of stay in minutes with materially lower error than naive baselines, and does that accuracy generalize across all five ESI triage levels?</a:t>
            </a:r>
            <a:endParaRPr lang="en-US" sz="2000" dirty="0">
              <a:latin typeface="Titillium Web" pitchFamily="2" charset="77"/>
            </a:endParaRPr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6CF58549-D1EF-578C-6E55-C4FADD56C1AB}"/>
              </a:ext>
            </a:extLst>
          </p:cNvPr>
          <p:cNvSpPr/>
          <p:nvPr/>
        </p:nvSpPr>
        <p:spPr>
          <a:xfrm>
            <a:off x="472424" y="2866440"/>
            <a:ext cx="8172027" cy="1485851"/>
          </a:xfrm>
          <a:prstGeom prst="rect">
            <a:avLst/>
          </a:prstGeom>
          <a:solidFill>
            <a:srgbClr val="FFFFFF"/>
          </a:solidFill>
          <a:ln w="12700">
            <a:solidFill>
              <a:srgbClr val="0D2B45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2000">
              <a:latin typeface="Titillium Web" pitchFamily="2" charset="77"/>
            </a:endParaRPr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BAB87304-1888-698E-EC1A-F385A49D26E3}"/>
              </a:ext>
            </a:extLst>
          </p:cNvPr>
          <p:cNvSpPr/>
          <p:nvPr/>
        </p:nvSpPr>
        <p:spPr>
          <a:xfrm>
            <a:off x="459914" y="2866440"/>
            <a:ext cx="93556" cy="1485851"/>
          </a:xfrm>
          <a:prstGeom prst="rect">
            <a:avLst/>
          </a:prstGeom>
          <a:solidFill>
            <a:srgbClr val="0D2B45">
              <a:alpha val="88235"/>
            </a:srgbClr>
          </a:solidFill>
          <a:ln w="12700">
            <a:solidFill>
              <a:srgbClr val="0D2B45"/>
            </a:solidFill>
            <a:prstDash val="solid"/>
          </a:ln>
        </p:spPr>
        <p:txBody>
          <a:bodyPr/>
          <a:lstStyle/>
          <a:p>
            <a:endParaRPr lang="en-US" sz="2000">
              <a:latin typeface="Titillium Web" pitchFamily="2" charset="77"/>
            </a:endParaRPr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CE736A01-2B0B-5854-52A3-81C870240C21}"/>
              </a:ext>
            </a:extLst>
          </p:cNvPr>
          <p:cNvSpPr/>
          <p:nvPr/>
        </p:nvSpPr>
        <p:spPr>
          <a:xfrm>
            <a:off x="726046" y="2917649"/>
            <a:ext cx="8104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2B45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RQ2</a:t>
            </a:r>
            <a:endParaRPr lang="en-US" sz="2000" dirty="0">
              <a:latin typeface="Titillium Web" pitchFamily="2" charset="77"/>
            </a:endParaRPr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B845466D-F4EE-9851-965A-3409072EBAB9}"/>
              </a:ext>
            </a:extLst>
          </p:cNvPr>
          <p:cNvSpPr/>
          <p:nvPr/>
        </p:nvSpPr>
        <p:spPr>
          <a:xfrm>
            <a:off x="1935464" y="2917649"/>
            <a:ext cx="6416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2B45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Explainability &amp; Demographic Fairness</a:t>
            </a:r>
            <a:endParaRPr lang="en-US" sz="2000" dirty="0">
              <a:latin typeface="Titillium Web" pitchFamily="2" charset="77"/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EE9AFA62-E7BC-1747-6406-19A55CBECF0D}"/>
              </a:ext>
            </a:extLst>
          </p:cNvPr>
          <p:cNvSpPr/>
          <p:nvPr/>
        </p:nvSpPr>
        <p:spPr>
          <a:xfrm>
            <a:off x="696065" y="3427007"/>
            <a:ext cx="7960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Which features actually drive the model's predictions according to SHAP, and does the resulting model produce equitable error across race/ethnicity, gender, and age?</a:t>
            </a:r>
            <a:endParaRPr lang="en-US" sz="2000" dirty="0">
              <a:latin typeface="Titillium Web" pitchFamily="2" charset="77"/>
            </a:endParaRPr>
          </a:p>
        </p:txBody>
      </p:sp>
      <p:sp>
        <p:nvSpPr>
          <p:cNvPr id="28" name="Google Shape;565;p25">
            <a:extLst>
              <a:ext uri="{FF2B5EF4-FFF2-40B4-BE49-F238E27FC236}">
                <a16:creationId xmlns:a16="http://schemas.microsoft.com/office/drawing/2014/main" id="{77CB43C6-01B5-B070-3952-C2F1FAA8A70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b="1"/>
              <a:t>3</a:t>
            </a:fld>
            <a:endParaRPr b="1"/>
          </a:p>
        </p:txBody>
      </p:sp>
      <p:sp>
        <p:nvSpPr>
          <p:cNvPr id="29" name="Google Shape;567;p25">
            <a:extLst>
              <a:ext uri="{FF2B5EF4-FFF2-40B4-BE49-F238E27FC236}">
                <a16:creationId xmlns:a16="http://schemas.microsoft.com/office/drawing/2014/main" id="{53F575FE-FBB1-95B6-AEA3-4B6FE5E6EBB0}"/>
              </a:ext>
            </a:extLst>
          </p:cNvPr>
          <p:cNvSpPr txBox="1"/>
          <p:nvPr/>
        </p:nvSpPr>
        <p:spPr>
          <a:xfrm>
            <a:off x="625425" y="4896800"/>
            <a:ext cx="27351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>
                <a:solidFill>
                  <a:srgbClr val="4AC78F"/>
                </a:solidFill>
                <a:latin typeface="Titillium Web"/>
                <a:ea typeface="Titillium Web"/>
                <a:cs typeface="Titillium Web"/>
                <a:sym typeface="Titillium Web"/>
              </a:rPr>
              <a:t>Team 3 - Georgia Southern University - CSCI 7090 - 2026   </a:t>
            </a:r>
            <a:endParaRPr sz="600" b="1">
              <a:solidFill>
                <a:srgbClr val="4AC78F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25"/>
          <p:cNvSpPr txBox="1">
            <a:spLocks noGrp="1"/>
          </p:cNvSpPr>
          <p:nvPr>
            <p:ph type="title"/>
          </p:nvPr>
        </p:nvSpPr>
        <p:spPr>
          <a:xfrm>
            <a:off x="475643" y="212915"/>
            <a:ext cx="8191374" cy="594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400" dirty="0"/>
              <a:t>Dataset </a:t>
            </a:r>
            <a:r>
              <a:rPr lang="en" sz="2400" dirty="0">
                <a:sym typeface="Wingdings" pitchFamily="2" charset="2"/>
              </a:rPr>
              <a:t></a:t>
            </a:r>
            <a:r>
              <a:rPr lang="en" sz="2400" dirty="0"/>
              <a:t> Hospital Emergency Room Visits (Kaggle, CC0)</a:t>
            </a:r>
            <a:endParaRPr sz="2400" dirty="0"/>
          </a:p>
        </p:txBody>
      </p:sp>
      <p:sp>
        <p:nvSpPr>
          <p:cNvPr id="565" name="Google Shape;565;p2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b="1"/>
              <a:t>4</a:t>
            </a:fld>
            <a:endParaRPr b="1"/>
          </a:p>
        </p:txBody>
      </p:sp>
      <p:sp>
        <p:nvSpPr>
          <p:cNvPr id="567" name="Google Shape;567;p25"/>
          <p:cNvSpPr txBox="1"/>
          <p:nvPr/>
        </p:nvSpPr>
        <p:spPr>
          <a:xfrm>
            <a:off x="625425" y="4896800"/>
            <a:ext cx="27351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dirty="0">
                <a:solidFill>
                  <a:srgbClr val="4AC78F"/>
                </a:solidFill>
                <a:latin typeface="Titillium Web"/>
                <a:ea typeface="Titillium Web"/>
                <a:cs typeface="Titillium Web"/>
                <a:sym typeface="Titillium Web"/>
              </a:rPr>
              <a:t>Team 3 - Georgia Southern University - CSCI 7090 - 2026   </a:t>
            </a:r>
            <a:endParaRPr sz="600" b="1" dirty="0">
              <a:solidFill>
                <a:srgbClr val="4AC78F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grpSp>
        <p:nvGrpSpPr>
          <p:cNvPr id="570" name="Google Shape;570;p25"/>
          <p:cNvGrpSpPr/>
          <p:nvPr/>
        </p:nvGrpSpPr>
        <p:grpSpPr>
          <a:xfrm>
            <a:off x="8191732" y="-314459"/>
            <a:ext cx="954923" cy="1114853"/>
            <a:chOff x="7511876" y="-463868"/>
            <a:chExt cx="1627340" cy="1899886"/>
          </a:xfrm>
        </p:grpSpPr>
        <p:sp>
          <p:nvSpPr>
            <p:cNvPr id="571" name="Google Shape;571;p25"/>
            <p:cNvSpPr/>
            <p:nvPr/>
          </p:nvSpPr>
          <p:spPr>
            <a:xfrm>
              <a:off x="7511876" y="-463868"/>
              <a:ext cx="1594671" cy="1823598"/>
            </a:xfrm>
            <a:custGeom>
              <a:avLst/>
              <a:gdLst/>
              <a:ahLst/>
              <a:cxnLst/>
              <a:rect l="l" t="t" r="r" b="b"/>
              <a:pathLst>
                <a:path w="1822481" h="2084112" extrusionOk="0">
                  <a:moveTo>
                    <a:pt x="1440741" y="2089880"/>
                  </a:moveTo>
                  <a:lnTo>
                    <a:pt x="1211143" y="844745"/>
                  </a:lnTo>
                  <a:lnTo>
                    <a:pt x="1228510" y="841537"/>
                  </a:lnTo>
                  <a:lnTo>
                    <a:pt x="1458113" y="2086671"/>
                  </a:lnTo>
                  <a:close/>
                  <a:moveTo>
                    <a:pt x="1223299" y="852172"/>
                  </a:moveTo>
                  <a:lnTo>
                    <a:pt x="1826542" y="884979"/>
                  </a:lnTo>
                  <a:lnTo>
                    <a:pt x="1827511" y="867351"/>
                  </a:lnTo>
                  <a:lnTo>
                    <a:pt x="1216354" y="834115"/>
                  </a:lnTo>
                  <a:lnTo>
                    <a:pt x="583398" y="1470959"/>
                  </a:lnTo>
                  <a:lnTo>
                    <a:pt x="595919" y="1483411"/>
                  </a:lnTo>
                  <a:close/>
                  <a:moveTo>
                    <a:pt x="928194" y="1527416"/>
                  </a:moveTo>
                  <a:lnTo>
                    <a:pt x="840068" y="1238658"/>
                  </a:lnTo>
                  <a:lnTo>
                    <a:pt x="823184" y="1243816"/>
                  </a:lnTo>
                  <a:lnTo>
                    <a:pt x="911309" y="1532574"/>
                  </a:lnTo>
                  <a:close/>
                  <a:moveTo>
                    <a:pt x="1224796" y="835862"/>
                  </a:moveTo>
                  <a:lnTo>
                    <a:pt x="15015" y="5767"/>
                  </a:lnTo>
                  <a:lnTo>
                    <a:pt x="5030" y="20325"/>
                  </a:lnTo>
                  <a:lnTo>
                    <a:pt x="1214834" y="8504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53675" tIns="26825" rIns="53675" bIns="268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6"/>
                <a:buFont typeface="Arial"/>
                <a:buNone/>
              </a:pPr>
              <a:endParaRPr sz="1056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2" name="Google Shape;572;p25"/>
            <p:cNvSpPr/>
            <p:nvPr/>
          </p:nvSpPr>
          <p:spPr>
            <a:xfrm>
              <a:off x="7991308" y="121335"/>
              <a:ext cx="1147908" cy="1314683"/>
            </a:xfrm>
            <a:custGeom>
              <a:avLst/>
              <a:gdLst/>
              <a:ahLst/>
              <a:cxnLst/>
              <a:rect l="l" t="t" r="r" b="b"/>
              <a:pathLst>
                <a:path w="1311895" h="1502495" extrusionOk="0">
                  <a:moveTo>
                    <a:pt x="666806" y="348752"/>
                  </a:moveTo>
                  <a:cubicBezTo>
                    <a:pt x="572228" y="348752"/>
                    <a:pt x="495313" y="271820"/>
                    <a:pt x="495313" y="177259"/>
                  </a:cubicBezTo>
                  <a:cubicBezTo>
                    <a:pt x="495313" y="82699"/>
                    <a:pt x="572228" y="5767"/>
                    <a:pt x="666806" y="5767"/>
                  </a:cubicBezTo>
                  <a:cubicBezTo>
                    <a:pt x="761383" y="5767"/>
                    <a:pt x="838299" y="82699"/>
                    <a:pt x="838299" y="177259"/>
                  </a:cubicBezTo>
                  <a:cubicBezTo>
                    <a:pt x="838299" y="271820"/>
                    <a:pt x="761383" y="348752"/>
                    <a:pt x="666806" y="348752"/>
                  </a:cubicBezTo>
                  <a:close/>
                  <a:moveTo>
                    <a:pt x="666806" y="23429"/>
                  </a:moveTo>
                  <a:cubicBezTo>
                    <a:pt x="581982" y="23429"/>
                    <a:pt x="512975" y="92436"/>
                    <a:pt x="512975" y="177259"/>
                  </a:cubicBezTo>
                  <a:cubicBezTo>
                    <a:pt x="512975" y="262083"/>
                    <a:pt x="581982" y="331090"/>
                    <a:pt x="666806" y="331090"/>
                  </a:cubicBezTo>
                  <a:cubicBezTo>
                    <a:pt x="751630" y="331090"/>
                    <a:pt x="820637" y="262083"/>
                    <a:pt x="820637" y="177259"/>
                  </a:cubicBezTo>
                  <a:cubicBezTo>
                    <a:pt x="820637" y="92436"/>
                    <a:pt x="751630" y="23429"/>
                    <a:pt x="666806" y="23429"/>
                  </a:cubicBezTo>
                  <a:close/>
                  <a:moveTo>
                    <a:pt x="666806" y="88954"/>
                  </a:moveTo>
                  <a:cubicBezTo>
                    <a:pt x="715574" y="88954"/>
                    <a:pt x="755111" y="128491"/>
                    <a:pt x="755111" y="177259"/>
                  </a:cubicBezTo>
                  <a:cubicBezTo>
                    <a:pt x="755111" y="177259"/>
                    <a:pt x="755111" y="177265"/>
                    <a:pt x="755111" y="177265"/>
                  </a:cubicBezTo>
                  <a:cubicBezTo>
                    <a:pt x="755111" y="226034"/>
                    <a:pt x="715574" y="265571"/>
                    <a:pt x="666806" y="265571"/>
                  </a:cubicBezTo>
                  <a:cubicBezTo>
                    <a:pt x="618037" y="265576"/>
                    <a:pt x="578501" y="226039"/>
                    <a:pt x="578495" y="177271"/>
                  </a:cubicBezTo>
                  <a:cubicBezTo>
                    <a:pt x="578495" y="177271"/>
                    <a:pt x="578495" y="177265"/>
                    <a:pt x="578495" y="177265"/>
                  </a:cubicBezTo>
                  <a:cubicBezTo>
                    <a:pt x="578495" y="128491"/>
                    <a:pt x="618032" y="88954"/>
                    <a:pt x="666806" y="88954"/>
                  </a:cubicBezTo>
                  <a:close/>
                  <a:moveTo>
                    <a:pt x="49179" y="763095"/>
                  </a:moveTo>
                  <a:cubicBezTo>
                    <a:pt x="73567" y="763095"/>
                    <a:pt x="93335" y="782864"/>
                    <a:pt x="93335" y="807251"/>
                  </a:cubicBezTo>
                  <a:cubicBezTo>
                    <a:pt x="93335" y="831638"/>
                    <a:pt x="73567" y="851406"/>
                    <a:pt x="49179" y="851406"/>
                  </a:cubicBezTo>
                  <a:cubicBezTo>
                    <a:pt x="24798" y="851400"/>
                    <a:pt x="5030" y="831638"/>
                    <a:pt x="5030" y="807251"/>
                  </a:cubicBezTo>
                  <a:cubicBezTo>
                    <a:pt x="5030" y="782869"/>
                    <a:pt x="24792" y="763101"/>
                    <a:pt x="49179" y="763095"/>
                  </a:cubicBezTo>
                  <a:close/>
                  <a:moveTo>
                    <a:pt x="1272770" y="163520"/>
                  </a:moveTo>
                  <a:cubicBezTo>
                    <a:pt x="1297157" y="163520"/>
                    <a:pt x="1316919" y="183282"/>
                    <a:pt x="1316925" y="207669"/>
                  </a:cubicBezTo>
                  <a:cubicBezTo>
                    <a:pt x="1316925" y="232057"/>
                    <a:pt x="1297157" y="251825"/>
                    <a:pt x="1272770" y="251825"/>
                  </a:cubicBezTo>
                  <a:cubicBezTo>
                    <a:pt x="1248383" y="251819"/>
                    <a:pt x="1228620" y="232057"/>
                    <a:pt x="1228620" y="207669"/>
                  </a:cubicBezTo>
                  <a:cubicBezTo>
                    <a:pt x="1228620" y="183288"/>
                    <a:pt x="1248388" y="163520"/>
                    <a:pt x="1272770" y="163520"/>
                  </a:cubicBezTo>
                  <a:close/>
                  <a:moveTo>
                    <a:pt x="901880" y="1331651"/>
                  </a:moveTo>
                  <a:cubicBezTo>
                    <a:pt x="950649" y="1331651"/>
                    <a:pt x="990186" y="1371188"/>
                    <a:pt x="990186" y="1419957"/>
                  </a:cubicBezTo>
                  <a:cubicBezTo>
                    <a:pt x="990186" y="1468725"/>
                    <a:pt x="950649" y="1508262"/>
                    <a:pt x="901880" y="1508262"/>
                  </a:cubicBezTo>
                  <a:cubicBezTo>
                    <a:pt x="853112" y="1508268"/>
                    <a:pt x="813575" y="1468731"/>
                    <a:pt x="813569" y="1419963"/>
                  </a:cubicBezTo>
                  <a:cubicBezTo>
                    <a:pt x="813569" y="1419963"/>
                    <a:pt x="813569" y="1419957"/>
                    <a:pt x="813569" y="1419957"/>
                  </a:cubicBezTo>
                  <a:cubicBezTo>
                    <a:pt x="813552" y="1371188"/>
                    <a:pt x="853077" y="1331640"/>
                    <a:pt x="901846" y="1331622"/>
                  </a:cubicBezTo>
                  <a:cubicBezTo>
                    <a:pt x="901857" y="1331622"/>
                    <a:pt x="901869" y="1331622"/>
                    <a:pt x="901880" y="1331622"/>
                  </a:cubicBezTo>
                  <a:close/>
                  <a:moveTo>
                    <a:pt x="357195" y="905298"/>
                  </a:moveTo>
                  <a:cubicBezTo>
                    <a:pt x="333452" y="899745"/>
                    <a:pt x="318702" y="876002"/>
                    <a:pt x="324255" y="852259"/>
                  </a:cubicBezTo>
                  <a:cubicBezTo>
                    <a:pt x="324255" y="852253"/>
                    <a:pt x="324255" y="852253"/>
                    <a:pt x="324255" y="852253"/>
                  </a:cubicBezTo>
                  <a:cubicBezTo>
                    <a:pt x="329814" y="828510"/>
                    <a:pt x="353563" y="813767"/>
                    <a:pt x="377306" y="819314"/>
                  </a:cubicBezTo>
                  <a:cubicBezTo>
                    <a:pt x="401049" y="824866"/>
                    <a:pt x="415798" y="848609"/>
                    <a:pt x="410245" y="872352"/>
                  </a:cubicBezTo>
                  <a:cubicBezTo>
                    <a:pt x="410245" y="872358"/>
                    <a:pt x="410245" y="872358"/>
                    <a:pt x="410245" y="872358"/>
                  </a:cubicBezTo>
                  <a:cubicBezTo>
                    <a:pt x="410245" y="872451"/>
                    <a:pt x="410205" y="872538"/>
                    <a:pt x="410181" y="872625"/>
                  </a:cubicBezTo>
                  <a:cubicBezTo>
                    <a:pt x="404495" y="896223"/>
                    <a:pt x="380828" y="910804"/>
                    <a:pt x="357195" y="9052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53675" tIns="26825" rIns="53675" bIns="268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6"/>
                <a:buFont typeface="Arial"/>
                <a:buNone/>
              </a:pPr>
              <a:endParaRPr sz="1056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2" name="Shape 3">
            <a:extLst>
              <a:ext uri="{FF2B5EF4-FFF2-40B4-BE49-F238E27FC236}">
                <a16:creationId xmlns:a16="http://schemas.microsoft.com/office/drawing/2014/main" id="{323D3B44-E302-0D47-E598-CCA265235396}"/>
              </a:ext>
            </a:extLst>
          </p:cNvPr>
          <p:cNvSpPr/>
          <p:nvPr/>
        </p:nvSpPr>
        <p:spPr>
          <a:xfrm>
            <a:off x="446516" y="951328"/>
            <a:ext cx="1833417" cy="11266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2000">
              <a:latin typeface="Titillium Web" pitchFamily="2" charset="77"/>
            </a:endParaRPr>
          </a:p>
        </p:txBody>
      </p:sp>
      <p:sp>
        <p:nvSpPr>
          <p:cNvPr id="63" name="Text 4">
            <a:extLst>
              <a:ext uri="{FF2B5EF4-FFF2-40B4-BE49-F238E27FC236}">
                <a16:creationId xmlns:a16="http://schemas.microsoft.com/office/drawing/2014/main" id="{9E4B232E-EFF6-5AE0-A43B-7890F719D998}"/>
              </a:ext>
            </a:extLst>
          </p:cNvPr>
          <p:cNvSpPr/>
          <p:nvPr/>
        </p:nvSpPr>
        <p:spPr>
          <a:xfrm>
            <a:off x="446515" y="1018148"/>
            <a:ext cx="18334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9,216</a:t>
            </a:r>
            <a:endParaRPr lang="en-US" sz="2400" dirty="0">
              <a:latin typeface="Titillium Web" pitchFamily="2" charset="77"/>
            </a:endParaRPr>
          </a:p>
        </p:txBody>
      </p:sp>
      <p:sp>
        <p:nvSpPr>
          <p:cNvPr id="512" name="Text 5">
            <a:extLst>
              <a:ext uri="{FF2B5EF4-FFF2-40B4-BE49-F238E27FC236}">
                <a16:creationId xmlns:a16="http://schemas.microsoft.com/office/drawing/2014/main" id="{7C8D77F6-FFB6-AE49-FA7E-76D4FDDB12EE}"/>
              </a:ext>
            </a:extLst>
          </p:cNvPr>
          <p:cNvSpPr/>
          <p:nvPr/>
        </p:nvSpPr>
        <p:spPr>
          <a:xfrm>
            <a:off x="570589" y="1632717"/>
            <a:ext cx="1576096" cy="323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ED visits</a:t>
            </a:r>
            <a:endParaRPr lang="en-US" sz="1600" dirty="0">
              <a:solidFill>
                <a:schemeClr val="tx1"/>
              </a:solidFill>
              <a:latin typeface="Titillium Web" pitchFamily="2" charset="77"/>
            </a:endParaRPr>
          </a:p>
        </p:txBody>
      </p:sp>
      <p:sp>
        <p:nvSpPr>
          <p:cNvPr id="513" name="Shape 6">
            <a:extLst>
              <a:ext uri="{FF2B5EF4-FFF2-40B4-BE49-F238E27FC236}">
                <a16:creationId xmlns:a16="http://schemas.microsoft.com/office/drawing/2014/main" id="{91411DF5-24F8-CCD7-95A7-6CCECC29323C}"/>
              </a:ext>
            </a:extLst>
          </p:cNvPr>
          <p:cNvSpPr/>
          <p:nvPr/>
        </p:nvSpPr>
        <p:spPr>
          <a:xfrm>
            <a:off x="2553951" y="951328"/>
            <a:ext cx="1833417" cy="11266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2000">
              <a:latin typeface="Titillium Web" pitchFamily="2" charset="77"/>
            </a:endParaRPr>
          </a:p>
        </p:txBody>
      </p:sp>
      <p:sp>
        <p:nvSpPr>
          <p:cNvPr id="514" name="Text 7">
            <a:extLst>
              <a:ext uri="{FF2B5EF4-FFF2-40B4-BE49-F238E27FC236}">
                <a16:creationId xmlns:a16="http://schemas.microsoft.com/office/drawing/2014/main" id="{DBA598E1-B0CB-2D31-33FC-6E4CCB4E24DB}"/>
              </a:ext>
            </a:extLst>
          </p:cNvPr>
          <p:cNvSpPr/>
          <p:nvPr/>
        </p:nvSpPr>
        <p:spPr>
          <a:xfrm>
            <a:off x="2682611" y="1018148"/>
            <a:ext cx="1576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26</a:t>
            </a:r>
            <a:endParaRPr lang="en-US" sz="2400" dirty="0">
              <a:latin typeface="Titillium Web" pitchFamily="2" charset="77"/>
            </a:endParaRPr>
          </a:p>
        </p:txBody>
      </p:sp>
      <p:sp>
        <p:nvSpPr>
          <p:cNvPr id="515" name="Text 8">
            <a:extLst>
              <a:ext uri="{FF2B5EF4-FFF2-40B4-BE49-F238E27FC236}">
                <a16:creationId xmlns:a16="http://schemas.microsoft.com/office/drawing/2014/main" id="{E0347D78-AD63-81AA-1098-16974B03EBB2}"/>
              </a:ext>
            </a:extLst>
          </p:cNvPr>
          <p:cNvSpPr/>
          <p:nvPr/>
        </p:nvSpPr>
        <p:spPr>
          <a:xfrm>
            <a:off x="2574719" y="1563272"/>
            <a:ext cx="1772892" cy="466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Features (17 raw + 5 engineered)</a:t>
            </a:r>
            <a:endParaRPr lang="en-US" sz="1600" dirty="0">
              <a:solidFill>
                <a:schemeClr val="tx1"/>
              </a:solidFill>
              <a:latin typeface="Titillium Web" pitchFamily="2" charset="77"/>
            </a:endParaRPr>
          </a:p>
        </p:txBody>
      </p:sp>
      <p:sp>
        <p:nvSpPr>
          <p:cNvPr id="516" name="Shape 9">
            <a:extLst>
              <a:ext uri="{FF2B5EF4-FFF2-40B4-BE49-F238E27FC236}">
                <a16:creationId xmlns:a16="http://schemas.microsoft.com/office/drawing/2014/main" id="{815275F0-EA40-92D5-21F2-C29D93DFE65E}"/>
              </a:ext>
            </a:extLst>
          </p:cNvPr>
          <p:cNvSpPr/>
          <p:nvPr/>
        </p:nvSpPr>
        <p:spPr>
          <a:xfrm>
            <a:off x="4661386" y="951328"/>
            <a:ext cx="1833417" cy="11266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2000">
              <a:latin typeface="Titillium Web" pitchFamily="2" charset="77"/>
            </a:endParaRPr>
          </a:p>
        </p:txBody>
      </p:sp>
      <p:sp>
        <p:nvSpPr>
          <p:cNvPr id="517" name="Text 10">
            <a:extLst>
              <a:ext uri="{FF2B5EF4-FFF2-40B4-BE49-F238E27FC236}">
                <a16:creationId xmlns:a16="http://schemas.microsoft.com/office/drawing/2014/main" id="{EAA7250B-573D-B150-5EFE-BBED3E2931CA}"/>
              </a:ext>
            </a:extLst>
          </p:cNvPr>
          <p:cNvSpPr/>
          <p:nvPr/>
        </p:nvSpPr>
        <p:spPr>
          <a:xfrm>
            <a:off x="4790046" y="1018148"/>
            <a:ext cx="1576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>
              <a:latin typeface="Titillium Web" pitchFamily="2" charset="77"/>
            </a:endParaRPr>
          </a:p>
        </p:txBody>
      </p:sp>
      <p:sp>
        <p:nvSpPr>
          <p:cNvPr id="518" name="Text 11">
            <a:extLst>
              <a:ext uri="{FF2B5EF4-FFF2-40B4-BE49-F238E27FC236}">
                <a16:creationId xmlns:a16="http://schemas.microsoft.com/office/drawing/2014/main" id="{8DA14239-AC16-3F1C-17D9-8370D7689792}"/>
              </a:ext>
            </a:extLst>
          </p:cNvPr>
          <p:cNvSpPr/>
          <p:nvPr/>
        </p:nvSpPr>
        <p:spPr>
          <a:xfrm>
            <a:off x="4790046" y="1631659"/>
            <a:ext cx="1576096" cy="306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ESI triage levels</a:t>
            </a:r>
            <a:endParaRPr lang="en-US" sz="1600" dirty="0">
              <a:solidFill>
                <a:schemeClr val="tx1"/>
              </a:solidFill>
              <a:latin typeface="Titillium Web" pitchFamily="2" charset="77"/>
            </a:endParaRPr>
          </a:p>
        </p:txBody>
      </p:sp>
      <p:sp>
        <p:nvSpPr>
          <p:cNvPr id="519" name="Shape 12">
            <a:extLst>
              <a:ext uri="{FF2B5EF4-FFF2-40B4-BE49-F238E27FC236}">
                <a16:creationId xmlns:a16="http://schemas.microsoft.com/office/drawing/2014/main" id="{8544B2AB-159D-4E09-A6BF-144CAE110A19}"/>
              </a:ext>
            </a:extLst>
          </p:cNvPr>
          <p:cNvSpPr/>
          <p:nvPr/>
        </p:nvSpPr>
        <p:spPr>
          <a:xfrm>
            <a:off x="6768821" y="951328"/>
            <a:ext cx="1833417" cy="1126637"/>
          </a:xfrm>
          <a:prstGeom prst="rect">
            <a:avLst/>
          </a:prstGeom>
          <a:solidFill>
            <a:srgbClr val="E7FAF2"/>
          </a:solidFill>
          <a:ln w="15875">
            <a:solidFill>
              <a:schemeClr val="accent1">
                <a:lumMod val="75000"/>
              </a:schemeClr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2000">
              <a:latin typeface="Titillium Web" pitchFamily="2" charset="77"/>
            </a:endParaRPr>
          </a:p>
        </p:txBody>
      </p:sp>
      <p:sp>
        <p:nvSpPr>
          <p:cNvPr id="520" name="Text 13">
            <a:extLst>
              <a:ext uri="{FF2B5EF4-FFF2-40B4-BE49-F238E27FC236}">
                <a16:creationId xmlns:a16="http://schemas.microsoft.com/office/drawing/2014/main" id="{3C711E49-08E7-A3E7-8493-5E23842C2782}"/>
              </a:ext>
            </a:extLst>
          </p:cNvPr>
          <p:cNvSpPr/>
          <p:nvPr/>
        </p:nvSpPr>
        <p:spPr>
          <a:xfrm>
            <a:off x="6896638" y="1018148"/>
            <a:ext cx="1576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0%</a:t>
            </a:r>
            <a:endParaRPr lang="en-US" sz="2400" dirty="0">
              <a:latin typeface="Titillium Web" pitchFamily="2" charset="77"/>
            </a:endParaRPr>
          </a:p>
        </p:txBody>
      </p:sp>
      <p:sp>
        <p:nvSpPr>
          <p:cNvPr id="521" name="Text 14">
            <a:extLst>
              <a:ext uri="{FF2B5EF4-FFF2-40B4-BE49-F238E27FC236}">
                <a16:creationId xmlns:a16="http://schemas.microsoft.com/office/drawing/2014/main" id="{411142FF-7EB2-F1AE-53AE-DFB281BDBA84}"/>
              </a:ext>
            </a:extLst>
          </p:cNvPr>
          <p:cNvSpPr/>
          <p:nvPr/>
        </p:nvSpPr>
        <p:spPr>
          <a:xfrm>
            <a:off x="6841783" y="1572262"/>
            <a:ext cx="1685805" cy="4680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Missing values after cleaning</a:t>
            </a:r>
            <a:endParaRPr lang="en-US" sz="1600" dirty="0">
              <a:solidFill>
                <a:schemeClr val="tx1"/>
              </a:solidFill>
              <a:latin typeface="Titillium Web" pitchFamily="2" charset="77"/>
            </a:endParaRPr>
          </a:p>
        </p:txBody>
      </p:sp>
      <p:sp>
        <p:nvSpPr>
          <p:cNvPr id="522" name="Shape 25">
            <a:extLst>
              <a:ext uri="{FF2B5EF4-FFF2-40B4-BE49-F238E27FC236}">
                <a16:creationId xmlns:a16="http://schemas.microsoft.com/office/drawing/2014/main" id="{51D4A118-60B5-DE38-4A5C-ACEE61A682BD}"/>
              </a:ext>
            </a:extLst>
          </p:cNvPr>
          <p:cNvSpPr/>
          <p:nvPr/>
        </p:nvSpPr>
        <p:spPr>
          <a:xfrm>
            <a:off x="464101" y="2391886"/>
            <a:ext cx="3940852" cy="2207196"/>
          </a:xfrm>
          <a:prstGeom prst="rect">
            <a:avLst/>
          </a:prstGeom>
          <a:solidFill>
            <a:srgbClr val="FFFFFF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1600">
              <a:latin typeface="Titillium Web" pitchFamily="2" charset="77"/>
            </a:endParaRPr>
          </a:p>
        </p:txBody>
      </p:sp>
      <p:sp>
        <p:nvSpPr>
          <p:cNvPr id="523" name="Shape 26">
            <a:extLst>
              <a:ext uri="{FF2B5EF4-FFF2-40B4-BE49-F238E27FC236}">
                <a16:creationId xmlns:a16="http://schemas.microsoft.com/office/drawing/2014/main" id="{0B3681D8-F2A4-2E6B-09D9-92AF108D11EB}"/>
              </a:ext>
            </a:extLst>
          </p:cNvPr>
          <p:cNvSpPr/>
          <p:nvPr/>
        </p:nvSpPr>
        <p:spPr>
          <a:xfrm>
            <a:off x="464101" y="2391886"/>
            <a:ext cx="3940852" cy="429217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 sz="1600">
              <a:latin typeface="Titillium Web" pitchFamily="2" charset="77"/>
            </a:endParaRPr>
          </a:p>
        </p:txBody>
      </p:sp>
      <p:sp>
        <p:nvSpPr>
          <p:cNvPr id="524" name="Text 27">
            <a:extLst>
              <a:ext uri="{FF2B5EF4-FFF2-40B4-BE49-F238E27FC236}">
                <a16:creationId xmlns:a16="http://schemas.microsoft.com/office/drawing/2014/main" id="{E41525F3-04DD-6BFC-5018-4650D73D8999}"/>
              </a:ext>
            </a:extLst>
          </p:cNvPr>
          <p:cNvSpPr/>
          <p:nvPr/>
        </p:nvSpPr>
        <p:spPr>
          <a:xfrm>
            <a:off x="464101" y="2391886"/>
            <a:ext cx="3940852" cy="4292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itillium Web" pitchFamily="2" charset="77"/>
              </a:rPr>
              <a:t>Source &amp; Target</a:t>
            </a:r>
            <a:endParaRPr lang="en-US" sz="1600" dirty="0">
              <a:latin typeface="Titillium Web" pitchFamily="2" charset="77"/>
            </a:endParaRPr>
          </a:p>
        </p:txBody>
      </p:sp>
      <p:sp>
        <p:nvSpPr>
          <p:cNvPr id="525" name="Text 28">
            <a:extLst>
              <a:ext uri="{FF2B5EF4-FFF2-40B4-BE49-F238E27FC236}">
                <a16:creationId xmlns:a16="http://schemas.microsoft.com/office/drawing/2014/main" id="{BB62DC60-3852-5B82-CDF2-9EE6AED00CB0}"/>
              </a:ext>
            </a:extLst>
          </p:cNvPr>
          <p:cNvSpPr/>
          <p:nvPr/>
        </p:nvSpPr>
        <p:spPr>
          <a:xfrm>
            <a:off x="434489" y="2939172"/>
            <a:ext cx="3988047" cy="15750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E293B"/>
                </a:solidFill>
                <a:latin typeface="Titillium Web" pitchFamily="2" charset="77"/>
              </a:rPr>
              <a:t>Source: </a:t>
            </a:r>
            <a:r>
              <a:rPr lang="en-US" sz="1600" dirty="0">
                <a:solidFill>
                  <a:srgbClr val="1E293B"/>
                </a:solidFill>
                <a:latin typeface="Titillium Web" pitchFamily="2" charset="77"/>
              </a:rPr>
              <a:t>Kaggle (CC0 public domain, no credentialing). </a:t>
            </a:r>
            <a:endParaRPr lang="en-US" sz="1600" b="1" dirty="0">
              <a:latin typeface="Titillium Web" pitchFamily="2" charset="7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E293B"/>
                </a:solidFill>
                <a:latin typeface="Titillium Web" pitchFamily="2" charset="77"/>
              </a:rPr>
              <a:t>Schema mirror: </a:t>
            </a:r>
            <a:r>
              <a:rPr lang="en-US" sz="1600" dirty="0">
                <a:solidFill>
                  <a:srgbClr val="1E293B"/>
                </a:solidFill>
                <a:latin typeface="Titillium Web" pitchFamily="2" charset="77"/>
              </a:rPr>
              <a:t>MIMIC-IV-ED benchmark.</a:t>
            </a:r>
            <a:endParaRPr lang="en-US" sz="1600" b="1" dirty="0">
              <a:latin typeface="Titillium Web" pitchFamily="2" charset="7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E293B"/>
                </a:solidFill>
                <a:latin typeface="Titillium Web" pitchFamily="2" charset="77"/>
              </a:rPr>
              <a:t>Target: </a:t>
            </a:r>
            <a:r>
              <a:rPr lang="en-US" sz="1600" dirty="0" err="1">
                <a:solidFill>
                  <a:srgbClr val="1E293B"/>
                </a:solidFill>
                <a:latin typeface="Titillium Web" pitchFamily="2" charset="77"/>
              </a:rPr>
              <a:t>ed_los_minutes</a:t>
            </a:r>
            <a:r>
              <a:rPr lang="en-US" sz="1600" dirty="0">
                <a:solidFill>
                  <a:srgbClr val="1E293B"/>
                </a:solidFill>
                <a:latin typeface="Titillium Web" pitchFamily="2" charset="77"/>
              </a:rPr>
              <a:t> (continuous).</a:t>
            </a:r>
            <a:endParaRPr lang="en-US" sz="1600" b="1" dirty="0">
              <a:solidFill>
                <a:srgbClr val="1E293B"/>
              </a:solidFill>
              <a:latin typeface="Titillium Web" pitchFamily="2" charset="7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E293B"/>
                </a:solidFill>
                <a:latin typeface="Titillium Web" pitchFamily="2" charset="77"/>
              </a:rPr>
              <a:t>Distribution: </a:t>
            </a:r>
            <a:r>
              <a:rPr lang="en-US" sz="1600" dirty="0">
                <a:solidFill>
                  <a:srgbClr val="1E293B"/>
                </a:solidFill>
                <a:latin typeface="Titillium Web" pitchFamily="2" charset="77"/>
              </a:rPr>
              <a:t>right-skewed; mean 189.8 min, max 2,644 min.</a:t>
            </a:r>
            <a:endParaRPr lang="en-US" sz="1600" b="1" dirty="0">
              <a:latin typeface="Titillium Web" pitchFamily="2" charset="77"/>
            </a:endParaRPr>
          </a:p>
        </p:txBody>
      </p:sp>
      <p:sp>
        <p:nvSpPr>
          <p:cNvPr id="526" name="Shape 29">
            <a:extLst>
              <a:ext uri="{FF2B5EF4-FFF2-40B4-BE49-F238E27FC236}">
                <a16:creationId xmlns:a16="http://schemas.microsoft.com/office/drawing/2014/main" id="{030890E6-2029-935E-FE4D-1A3DE556A55E}"/>
              </a:ext>
            </a:extLst>
          </p:cNvPr>
          <p:cNvSpPr/>
          <p:nvPr/>
        </p:nvSpPr>
        <p:spPr>
          <a:xfrm>
            <a:off x="4678970" y="2391886"/>
            <a:ext cx="3988047" cy="2207196"/>
          </a:xfrm>
          <a:prstGeom prst="rect">
            <a:avLst/>
          </a:prstGeom>
          <a:solidFill>
            <a:srgbClr val="FFFFFF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dirty="0">
              <a:latin typeface="Titillium Web" pitchFamily="2" charset="77"/>
            </a:endParaRPr>
          </a:p>
        </p:txBody>
      </p:sp>
      <p:sp>
        <p:nvSpPr>
          <p:cNvPr id="527" name="Shape 30">
            <a:extLst>
              <a:ext uri="{FF2B5EF4-FFF2-40B4-BE49-F238E27FC236}">
                <a16:creationId xmlns:a16="http://schemas.microsoft.com/office/drawing/2014/main" id="{8750CC12-1321-8B50-DE2F-B36A2203D99E}"/>
              </a:ext>
            </a:extLst>
          </p:cNvPr>
          <p:cNvSpPr/>
          <p:nvPr/>
        </p:nvSpPr>
        <p:spPr>
          <a:xfrm>
            <a:off x="4678970" y="2391885"/>
            <a:ext cx="3988047" cy="429217"/>
          </a:xfrm>
          <a:prstGeom prst="rect">
            <a:avLst/>
          </a:prstGeom>
          <a:solidFill>
            <a:srgbClr val="0D2B45">
              <a:alpha val="88235"/>
            </a:srgbClr>
          </a:solidFill>
          <a:ln/>
        </p:spPr>
        <p:txBody>
          <a:bodyPr/>
          <a:lstStyle/>
          <a:p>
            <a:endParaRPr lang="en-US" dirty="0">
              <a:latin typeface="Titillium Web" pitchFamily="2" charset="77"/>
            </a:endParaRPr>
          </a:p>
        </p:txBody>
      </p:sp>
      <p:sp>
        <p:nvSpPr>
          <p:cNvPr id="528" name="Text 31">
            <a:extLst>
              <a:ext uri="{FF2B5EF4-FFF2-40B4-BE49-F238E27FC236}">
                <a16:creationId xmlns:a16="http://schemas.microsoft.com/office/drawing/2014/main" id="{1538EA96-433F-7C64-D65B-2BD1324E3FDD}"/>
              </a:ext>
            </a:extLst>
          </p:cNvPr>
          <p:cNvSpPr/>
          <p:nvPr/>
        </p:nvSpPr>
        <p:spPr>
          <a:xfrm>
            <a:off x="4678970" y="2391885"/>
            <a:ext cx="3988047" cy="4292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itillium Web" pitchFamily="2" charset="77"/>
              </a:rPr>
              <a:t>Feature Groups</a:t>
            </a:r>
            <a:endParaRPr lang="en-US" sz="1600" dirty="0">
              <a:latin typeface="Titillium Web" pitchFamily="2" charset="77"/>
            </a:endParaRPr>
          </a:p>
        </p:txBody>
      </p:sp>
      <p:sp>
        <p:nvSpPr>
          <p:cNvPr id="530" name="Text 28">
            <a:extLst>
              <a:ext uri="{FF2B5EF4-FFF2-40B4-BE49-F238E27FC236}">
                <a16:creationId xmlns:a16="http://schemas.microsoft.com/office/drawing/2014/main" id="{2B12C610-ADA9-214F-9113-F5A5A4ACADEC}"/>
              </a:ext>
            </a:extLst>
          </p:cNvPr>
          <p:cNvSpPr/>
          <p:nvPr/>
        </p:nvSpPr>
        <p:spPr>
          <a:xfrm>
            <a:off x="4661387" y="2938113"/>
            <a:ext cx="3974944" cy="15283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E293B"/>
                </a:solidFill>
                <a:latin typeface="Titillium Web" pitchFamily="2" charset="77"/>
              </a:rPr>
              <a:t>Triage: </a:t>
            </a:r>
            <a:r>
              <a:rPr lang="en-US" sz="1600" dirty="0">
                <a:solidFill>
                  <a:srgbClr val="1E293B"/>
                </a:solidFill>
                <a:latin typeface="Titillium Web" pitchFamily="2" charset="77"/>
              </a:rPr>
              <a:t>ESI acuity (1-5), pain score.</a:t>
            </a:r>
            <a:endParaRPr lang="en-US" sz="1600" b="1" dirty="0">
              <a:solidFill>
                <a:srgbClr val="1E293B"/>
              </a:solidFill>
              <a:latin typeface="Titillium Web" pitchFamily="2" charset="7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E293B"/>
                </a:solidFill>
                <a:latin typeface="Titillium Web" pitchFamily="2" charset="77"/>
              </a:rPr>
              <a:t>Vitals: </a:t>
            </a:r>
            <a:r>
              <a:rPr lang="en-US" sz="1600" dirty="0">
                <a:solidFill>
                  <a:srgbClr val="1E293B"/>
                </a:solidFill>
                <a:latin typeface="Titillium Web" pitchFamily="2" charset="77"/>
              </a:rPr>
              <a:t>HR, SBP, DBP, temp, </a:t>
            </a:r>
            <a:r>
              <a:rPr lang="en-US" sz="1600" dirty="0">
                <a:solidFill>
                  <a:srgbClr val="1E293B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O₂, resp rate.</a:t>
            </a:r>
            <a:endParaRPr lang="en-US" sz="1600" b="1" dirty="0">
              <a:latin typeface="Titillium Web" pitchFamily="2" charset="7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E293B"/>
                </a:solidFill>
                <a:latin typeface="Titillium Web" pitchFamily="2" charset="77"/>
              </a:rPr>
              <a:t>Engineered: </a:t>
            </a:r>
            <a:r>
              <a:rPr lang="en-US" sz="1600" dirty="0">
                <a:solidFill>
                  <a:srgbClr val="1E293B"/>
                </a:solidFill>
                <a:latin typeface="Titillium Web" pitchFamily="2" charset="77"/>
              </a:rPr>
              <a:t>Shock index, pulse pressure, age group, arrival shift, is weekend.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E293B"/>
                </a:solidFill>
                <a:latin typeface="Titillium Web" pitchFamily="2" charset="77"/>
              </a:rPr>
              <a:t>Demographics: </a:t>
            </a:r>
            <a:r>
              <a:rPr lang="en-US" sz="1600" dirty="0">
                <a:solidFill>
                  <a:srgbClr val="1E293B"/>
                </a:solidFill>
                <a:latin typeface="Titillium Web" pitchFamily="2" charset="77"/>
              </a:rPr>
              <a:t>Age, gender, race/ethnicity (model + fairness audit).</a:t>
            </a:r>
            <a:endParaRPr lang="en-US" sz="1600" dirty="0">
              <a:latin typeface="Titillium Web" pitchFamily="2" charset="77"/>
            </a:endParaRPr>
          </a:p>
        </p:txBody>
      </p:sp>
      <p:cxnSp>
        <p:nvCxnSpPr>
          <p:cNvPr id="532" name="Straight Connector 531">
            <a:extLst>
              <a:ext uri="{FF2B5EF4-FFF2-40B4-BE49-F238E27FC236}">
                <a16:creationId xmlns:a16="http://schemas.microsoft.com/office/drawing/2014/main" id="{A5752D93-5845-A3C7-C98A-CD63392B7B51}"/>
              </a:ext>
            </a:extLst>
          </p:cNvPr>
          <p:cNvCxnSpPr>
            <a:stCxn id="62" idx="1"/>
            <a:endCxn id="62" idx="3"/>
          </p:cNvCxnSpPr>
          <p:nvPr/>
        </p:nvCxnSpPr>
        <p:spPr>
          <a:xfrm>
            <a:off x="446516" y="1514647"/>
            <a:ext cx="1833417" cy="0"/>
          </a:xfrm>
          <a:prstGeom prst="line">
            <a:avLst/>
          </a:prstGeom>
          <a:ln w="158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Straight Connector 532">
            <a:extLst>
              <a:ext uri="{FF2B5EF4-FFF2-40B4-BE49-F238E27FC236}">
                <a16:creationId xmlns:a16="http://schemas.microsoft.com/office/drawing/2014/main" id="{E221BA7E-8E71-A6F8-1EBF-2B30F9A1D57B}"/>
              </a:ext>
            </a:extLst>
          </p:cNvPr>
          <p:cNvCxnSpPr>
            <a:cxnSpLocks/>
            <a:stCxn id="513" idx="1"/>
            <a:endCxn id="513" idx="3"/>
          </p:cNvCxnSpPr>
          <p:nvPr/>
        </p:nvCxnSpPr>
        <p:spPr>
          <a:xfrm>
            <a:off x="2553951" y="1514647"/>
            <a:ext cx="1833417" cy="0"/>
          </a:xfrm>
          <a:prstGeom prst="line">
            <a:avLst/>
          </a:prstGeom>
          <a:ln w="158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Straight Connector 535">
            <a:extLst>
              <a:ext uri="{FF2B5EF4-FFF2-40B4-BE49-F238E27FC236}">
                <a16:creationId xmlns:a16="http://schemas.microsoft.com/office/drawing/2014/main" id="{D9F67854-4185-53E1-EB89-D98BD485709F}"/>
              </a:ext>
            </a:extLst>
          </p:cNvPr>
          <p:cNvCxnSpPr>
            <a:cxnSpLocks/>
            <a:stCxn id="516" idx="1"/>
            <a:endCxn id="516" idx="3"/>
          </p:cNvCxnSpPr>
          <p:nvPr/>
        </p:nvCxnSpPr>
        <p:spPr>
          <a:xfrm>
            <a:off x="4661386" y="1514647"/>
            <a:ext cx="1833417" cy="0"/>
          </a:xfrm>
          <a:prstGeom prst="line">
            <a:avLst/>
          </a:prstGeom>
          <a:ln w="15875"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9" name="Straight Connector 538">
            <a:extLst>
              <a:ext uri="{FF2B5EF4-FFF2-40B4-BE49-F238E27FC236}">
                <a16:creationId xmlns:a16="http://schemas.microsoft.com/office/drawing/2014/main" id="{FE64B287-D61B-63C5-8DB5-894BF870EF04}"/>
              </a:ext>
            </a:extLst>
          </p:cNvPr>
          <p:cNvCxnSpPr>
            <a:cxnSpLocks/>
            <a:stCxn id="519" idx="1"/>
            <a:endCxn id="519" idx="3"/>
          </p:cNvCxnSpPr>
          <p:nvPr/>
        </p:nvCxnSpPr>
        <p:spPr>
          <a:xfrm>
            <a:off x="6768821" y="1514647"/>
            <a:ext cx="1833417" cy="0"/>
          </a:xfrm>
          <a:prstGeom prst="line">
            <a:avLst/>
          </a:prstGeom>
          <a:ln w="158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p26"/>
          <p:cNvSpPr txBox="1">
            <a:spLocks noGrp="1"/>
          </p:cNvSpPr>
          <p:nvPr>
            <p:ph type="title"/>
          </p:nvPr>
        </p:nvSpPr>
        <p:spPr>
          <a:xfrm>
            <a:off x="850200" y="113192"/>
            <a:ext cx="74436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200" dirty="0"/>
              <a:t>RQ1 - Answer</a:t>
            </a:r>
            <a:endParaRPr sz="3200" dirty="0"/>
          </a:p>
        </p:txBody>
      </p:sp>
      <p:sp>
        <p:nvSpPr>
          <p:cNvPr id="579" name="Google Shape;579;p2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b="1"/>
              <a:t>5</a:t>
            </a:fld>
            <a:endParaRPr b="1"/>
          </a:p>
        </p:txBody>
      </p:sp>
      <p:sp>
        <p:nvSpPr>
          <p:cNvPr id="581" name="Google Shape;581;p26"/>
          <p:cNvSpPr txBox="1"/>
          <p:nvPr/>
        </p:nvSpPr>
        <p:spPr>
          <a:xfrm>
            <a:off x="625425" y="4896800"/>
            <a:ext cx="27351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>
                <a:solidFill>
                  <a:srgbClr val="4AC78F"/>
                </a:solidFill>
                <a:latin typeface="Titillium Web"/>
                <a:ea typeface="Titillium Web"/>
                <a:cs typeface="Titillium Web"/>
                <a:sym typeface="Titillium Web"/>
              </a:rPr>
              <a:t>Team 3 - Georgia Southern University - CSCI 7090 - 2026   </a:t>
            </a:r>
            <a:endParaRPr sz="600" b="1">
              <a:solidFill>
                <a:srgbClr val="4AC78F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grpSp>
        <p:nvGrpSpPr>
          <p:cNvPr id="586" name="Google Shape;586;p26"/>
          <p:cNvGrpSpPr/>
          <p:nvPr/>
        </p:nvGrpSpPr>
        <p:grpSpPr>
          <a:xfrm>
            <a:off x="8191732" y="-314459"/>
            <a:ext cx="954923" cy="1114853"/>
            <a:chOff x="7511876" y="-463868"/>
            <a:chExt cx="1627340" cy="1899886"/>
          </a:xfrm>
        </p:grpSpPr>
        <p:sp>
          <p:nvSpPr>
            <p:cNvPr id="587" name="Google Shape;587;p26"/>
            <p:cNvSpPr/>
            <p:nvPr/>
          </p:nvSpPr>
          <p:spPr>
            <a:xfrm>
              <a:off x="7511876" y="-463868"/>
              <a:ext cx="1594671" cy="1823598"/>
            </a:xfrm>
            <a:custGeom>
              <a:avLst/>
              <a:gdLst/>
              <a:ahLst/>
              <a:cxnLst/>
              <a:rect l="l" t="t" r="r" b="b"/>
              <a:pathLst>
                <a:path w="1822481" h="2084112" extrusionOk="0">
                  <a:moveTo>
                    <a:pt x="1440741" y="2089880"/>
                  </a:moveTo>
                  <a:lnTo>
                    <a:pt x="1211143" y="844745"/>
                  </a:lnTo>
                  <a:lnTo>
                    <a:pt x="1228510" y="841537"/>
                  </a:lnTo>
                  <a:lnTo>
                    <a:pt x="1458113" y="2086671"/>
                  </a:lnTo>
                  <a:close/>
                  <a:moveTo>
                    <a:pt x="1223299" y="852172"/>
                  </a:moveTo>
                  <a:lnTo>
                    <a:pt x="1826542" y="884979"/>
                  </a:lnTo>
                  <a:lnTo>
                    <a:pt x="1827511" y="867351"/>
                  </a:lnTo>
                  <a:lnTo>
                    <a:pt x="1216354" y="834115"/>
                  </a:lnTo>
                  <a:lnTo>
                    <a:pt x="583398" y="1470959"/>
                  </a:lnTo>
                  <a:lnTo>
                    <a:pt x="595919" y="1483411"/>
                  </a:lnTo>
                  <a:close/>
                  <a:moveTo>
                    <a:pt x="928194" y="1527416"/>
                  </a:moveTo>
                  <a:lnTo>
                    <a:pt x="840068" y="1238658"/>
                  </a:lnTo>
                  <a:lnTo>
                    <a:pt x="823184" y="1243816"/>
                  </a:lnTo>
                  <a:lnTo>
                    <a:pt x="911309" y="1532574"/>
                  </a:lnTo>
                  <a:close/>
                  <a:moveTo>
                    <a:pt x="1224796" y="835862"/>
                  </a:moveTo>
                  <a:lnTo>
                    <a:pt x="15015" y="5767"/>
                  </a:lnTo>
                  <a:lnTo>
                    <a:pt x="5030" y="20325"/>
                  </a:lnTo>
                  <a:lnTo>
                    <a:pt x="1214834" y="8504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53675" tIns="26825" rIns="53675" bIns="268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6"/>
                <a:buFont typeface="Arial"/>
                <a:buNone/>
              </a:pPr>
              <a:endParaRPr sz="1056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8" name="Google Shape;588;p26"/>
            <p:cNvSpPr/>
            <p:nvPr/>
          </p:nvSpPr>
          <p:spPr>
            <a:xfrm>
              <a:off x="7991308" y="121335"/>
              <a:ext cx="1147908" cy="1314683"/>
            </a:xfrm>
            <a:custGeom>
              <a:avLst/>
              <a:gdLst/>
              <a:ahLst/>
              <a:cxnLst/>
              <a:rect l="l" t="t" r="r" b="b"/>
              <a:pathLst>
                <a:path w="1311895" h="1502495" extrusionOk="0">
                  <a:moveTo>
                    <a:pt x="666806" y="348752"/>
                  </a:moveTo>
                  <a:cubicBezTo>
                    <a:pt x="572228" y="348752"/>
                    <a:pt x="495313" y="271820"/>
                    <a:pt x="495313" y="177259"/>
                  </a:cubicBezTo>
                  <a:cubicBezTo>
                    <a:pt x="495313" y="82699"/>
                    <a:pt x="572228" y="5767"/>
                    <a:pt x="666806" y="5767"/>
                  </a:cubicBezTo>
                  <a:cubicBezTo>
                    <a:pt x="761383" y="5767"/>
                    <a:pt x="838299" y="82699"/>
                    <a:pt x="838299" y="177259"/>
                  </a:cubicBezTo>
                  <a:cubicBezTo>
                    <a:pt x="838299" y="271820"/>
                    <a:pt x="761383" y="348752"/>
                    <a:pt x="666806" y="348752"/>
                  </a:cubicBezTo>
                  <a:close/>
                  <a:moveTo>
                    <a:pt x="666806" y="23429"/>
                  </a:moveTo>
                  <a:cubicBezTo>
                    <a:pt x="581982" y="23429"/>
                    <a:pt x="512975" y="92436"/>
                    <a:pt x="512975" y="177259"/>
                  </a:cubicBezTo>
                  <a:cubicBezTo>
                    <a:pt x="512975" y="262083"/>
                    <a:pt x="581982" y="331090"/>
                    <a:pt x="666806" y="331090"/>
                  </a:cubicBezTo>
                  <a:cubicBezTo>
                    <a:pt x="751630" y="331090"/>
                    <a:pt x="820637" y="262083"/>
                    <a:pt x="820637" y="177259"/>
                  </a:cubicBezTo>
                  <a:cubicBezTo>
                    <a:pt x="820637" y="92436"/>
                    <a:pt x="751630" y="23429"/>
                    <a:pt x="666806" y="23429"/>
                  </a:cubicBezTo>
                  <a:close/>
                  <a:moveTo>
                    <a:pt x="666806" y="88954"/>
                  </a:moveTo>
                  <a:cubicBezTo>
                    <a:pt x="715574" y="88954"/>
                    <a:pt x="755111" y="128491"/>
                    <a:pt x="755111" y="177259"/>
                  </a:cubicBezTo>
                  <a:cubicBezTo>
                    <a:pt x="755111" y="177259"/>
                    <a:pt x="755111" y="177265"/>
                    <a:pt x="755111" y="177265"/>
                  </a:cubicBezTo>
                  <a:cubicBezTo>
                    <a:pt x="755111" y="226034"/>
                    <a:pt x="715574" y="265571"/>
                    <a:pt x="666806" y="265571"/>
                  </a:cubicBezTo>
                  <a:cubicBezTo>
                    <a:pt x="618037" y="265576"/>
                    <a:pt x="578501" y="226039"/>
                    <a:pt x="578495" y="177271"/>
                  </a:cubicBezTo>
                  <a:cubicBezTo>
                    <a:pt x="578495" y="177271"/>
                    <a:pt x="578495" y="177265"/>
                    <a:pt x="578495" y="177265"/>
                  </a:cubicBezTo>
                  <a:cubicBezTo>
                    <a:pt x="578495" y="128491"/>
                    <a:pt x="618032" y="88954"/>
                    <a:pt x="666806" y="88954"/>
                  </a:cubicBezTo>
                  <a:close/>
                  <a:moveTo>
                    <a:pt x="49179" y="763095"/>
                  </a:moveTo>
                  <a:cubicBezTo>
                    <a:pt x="73567" y="763095"/>
                    <a:pt x="93335" y="782864"/>
                    <a:pt x="93335" y="807251"/>
                  </a:cubicBezTo>
                  <a:cubicBezTo>
                    <a:pt x="93335" y="831638"/>
                    <a:pt x="73567" y="851406"/>
                    <a:pt x="49179" y="851406"/>
                  </a:cubicBezTo>
                  <a:cubicBezTo>
                    <a:pt x="24798" y="851400"/>
                    <a:pt x="5030" y="831638"/>
                    <a:pt x="5030" y="807251"/>
                  </a:cubicBezTo>
                  <a:cubicBezTo>
                    <a:pt x="5030" y="782869"/>
                    <a:pt x="24792" y="763101"/>
                    <a:pt x="49179" y="763095"/>
                  </a:cubicBezTo>
                  <a:close/>
                  <a:moveTo>
                    <a:pt x="1272770" y="163520"/>
                  </a:moveTo>
                  <a:cubicBezTo>
                    <a:pt x="1297157" y="163520"/>
                    <a:pt x="1316919" y="183282"/>
                    <a:pt x="1316925" y="207669"/>
                  </a:cubicBezTo>
                  <a:cubicBezTo>
                    <a:pt x="1316925" y="232057"/>
                    <a:pt x="1297157" y="251825"/>
                    <a:pt x="1272770" y="251825"/>
                  </a:cubicBezTo>
                  <a:cubicBezTo>
                    <a:pt x="1248383" y="251819"/>
                    <a:pt x="1228620" y="232057"/>
                    <a:pt x="1228620" y="207669"/>
                  </a:cubicBezTo>
                  <a:cubicBezTo>
                    <a:pt x="1228620" y="183288"/>
                    <a:pt x="1248388" y="163520"/>
                    <a:pt x="1272770" y="163520"/>
                  </a:cubicBezTo>
                  <a:close/>
                  <a:moveTo>
                    <a:pt x="901880" y="1331651"/>
                  </a:moveTo>
                  <a:cubicBezTo>
                    <a:pt x="950649" y="1331651"/>
                    <a:pt x="990186" y="1371188"/>
                    <a:pt x="990186" y="1419957"/>
                  </a:cubicBezTo>
                  <a:cubicBezTo>
                    <a:pt x="990186" y="1468725"/>
                    <a:pt x="950649" y="1508262"/>
                    <a:pt x="901880" y="1508262"/>
                  </a:cubicBezTo>
                  <a:cubicBezTo>
                    <a:pt x="853112" y="1508268"/>
                    <a:pt x="813575" y="1468731"/>
                    <a:pt x="813569" y="1419963"/>
                  </a:cubicBezTo>
                  <a:cubicBezTo>
                    <a:pt x="813569" y="1419963"/>
                    <a:pt x="813569" y="1419957"/>
                    <a:pt x="813569" y="1419957"/>
                  </a:cubicBezTo>
                  <a:cubicBezTo>
                    <a:pt x="813552" y="1371188"/>
                    <a:pt x="853077" y="1331640"/>
                    <a:pt x="901846" y="1331622"/>
                  </a:cubicBezTo>
                  <a:cubicBezTo>
                    <a:pt x="901857" y="1331622"/>
                    <a:pt x="901869" y="1331622"/>
                    <a:pt x="901880" y="1331622"/>
                  </a:cubicBezTo>
                  <a:close/>
                  <a:moveTo>
                    <a:pt x="357195" y="905298"/>
                  </a:moveTo>
                  <a:cubicBezTo>
                    <a:pt x="333452" y="899745"/>
                    <a:pt x="318702" y="876002"/>
                    <a:pt x="324255" y="852259"/>
                  </a:cubicBezTo>
                  <a:cubicBezTo>
                    <a:pt x="324255" y="852253"/>
                    <a:pt x="324255" y="852253"/>
                    <a:pt x="324255" y="852253"/>
                  </a:cubicBezTo>
                  <a:cubicBezTo>
                    <a:pt x="329814" y="828510"/>
                    <a:pt x="353563" y="813767"/>
                    <a:pt x="377306" y="819314"/>
                  </a:cubicBezTo>
                  <a:cubicBezTo>
                    <a:pt x="401049" y="824866"/>
                    <a:pt x="415798" y="848609"/>
                    <a:pt x="410245" y="872352"/>
                  </a:cubicBezTo>
                  <a:cubicBezTo>
                    <a:pt x="410245" y="872358"/>
                    <a:pt x="410245" y="872358"/>
                    <a:pt x="410245" y="872358"/>
                  </a:cubicBezTo>
                  <a:cubicBezTo>
                    <a:pt x="410245" y="872451"/>
                    <a:pt x="410205" y="872538"/>
                    <a:pt x="410181" y="872625"/>
                  </a:cubicBezTo>
                  <a:cubicBezTo>
                    <a:pt x="404495" y="896223"/>
                    <a:pt x="380828" y="910804"/>
                    <a:pt x="357195" y="9052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53675" tIns="26825" rIns="53675" bIns="268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6"/>
                <a:buFont typeface="Arial"/>
                <a:buNone/>
              </a:pPr>
              <a:endParaRPr sz="1056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" name="Shape 16">
            <a:extLst>
              <a:ext uri="{FF2B5EF4-FFF2-40B4-BE49-F238E27FC236}">
                <a16:creationId xmlns:a16="http://schemas.microsoft.com/office/drawing/2014/main" id="{9E4EE59F-BE76-7234-22D1-D736B97948DF}"/>
              </a:ext>
            </a:extLst>
          </p:cNvPr>
          <p:cNvSpPr/>
          <p:nvPr/>
        </p:nvSpPr>
        <p:spPr>
          <a:xfrm>
            <a:off x="625425" y="817089"/>
            <a:ext cx="7931359" cy="35588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  <a:prstDash val="solid"/>
          </a:ln>
        </p:spPr>
        <p:txBody>
          <a:bodyPr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Yes – but accuracy is not uniform across ESI levels</a:t>
            </a:r>
            <a:endParaRPr lang="en-US" sz="2000" b="1" dirty="0">
              <a:latin typeface="Titillium Web" pitchFamily="2" charset="7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400B915D-AE75-9DED-F7CB-1E23AE67F3EB}"/>
              </a:ext>
            </a:extLst>
          </p:cNvPr>
          <p:cNvSpPr/>
          <p:nvPr/>
        </p:nvSpPr>
        <p:spPr>
          <a:xfrm>
            <a:off x="4479346" y="1412919"/>
            <a:ext cx="4346200" cy="1551346"/>
          </a:xfrm>
          <a:prstGeom prst="rect">
            <a:avLst/>
          </a:prstGeom>
          <a:solidFill>
            <a:srgbClr val="FFFFFF"/>
          </a:solidFill>
          <a:ln w="9525">
            <a:solidFill>
              <a:srgbClr val="4AC78F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dirty="0">
              <a:latin typeface="Titillium Web" pitchFamily="2" charset="77"/>
            </a:endParaRPr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9BF21CDC-6D57-AD95-5B79-766DEAC0EBAB}"/>
              </a:ext>
            </a:extLst>
          </p:cNvPr>
          <p:cNvSpPr/>
          <p:nvPr/>
        </p:nvSpPr>
        <p:spPr>
          <a:xfrm>
            <a:off x="4429750" y="1412919"/>
            <a:ext cx="71304" cy="155134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>
              <a:latin typeface="Titillium Web" pitchFamily="2" charset="77"/>
            </a:endParaRPr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1531FFD0-4401-D723-493D-67E782850290}"/>
              </a:ext>
            </a:extLst>
          </p:cNvPr>
          <p:cNvSpPr/>
          <p:nvPr/>
        </p:nvSpPr>
        <p:spPr>
          <a:xfrm>
            <a:off x="4869153" y="1521968"/>
            <a:ext cx="3841523" cy="207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kern="0" spc="400" dirty="0">
                <a:solidFill>
                  <a:srgbClr val="0D9488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Best model</a:t>
            </a:r>
            <a:endParaRPr lang="en-US" dirty="0">
              <a:latin typeface="Titillium Web" pitchFamily="2" charset="77"/>
            </a:endParaRPr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0873E6DA-349A-5ADA-F960-0645E9C00159}"/>
              </a:ext>
            </a:extLst>
          </p:cNvPr>
          <p:cNvSpPr/>
          <p:nvPr/>
        </p:nvSpPr>
        <p:spPr>
          <a:xfrm>
            <a:off x="4591103" y="1711776"/>
            <a:ext cx="3707729" cy="344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2B45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Ridge — MAE 89.09 min</a:t>
            </a:r>
            <a:endParaRPr lang="en-US" dirty="0">
              <a:latin typeface="Titillium Web" pitchFamily="2" charset="77"/>
            </a:endParaRPr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DD452107-888A-3601-D432-B993870DC333}"/>
              </a:ext>
            </a:extLst>
          </p:cNvPr>
          <p:cNvSpPr/>
          <p:nvPr/>
        </p:nvSpPr>
        <p:spPr>
          <a:xfrm>
            <a:off x="4511790" y="3111363"/>
            <a:ext cx="4313755" cy="1380252"/>
          </a:xfrm>
          <a:prstGeom prst="rect">
            <a:avLst/>
          </a:prstGeom>
          <a:solidFill>
            <a:srgbClr val="FFFFFF"/>
          </a:solidFill>
          <a:ln w="9525">
            <a:solidFill>
              <a:srgbClr val="0D2B45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>
              <a:latin typeface="Titillium Web" pitchFamily="2" charset="77"/>
            </a:endParaRPr>
          </a:p>
        </p:txBody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96DA3FF6-38D0-E2CE-7970-954D92964843}"/>
              </a:ext>
            </a:extLst>
          </p:cNvPr>
          <p:cNvSpPr/>
          <p:nvPr/>
        </p:nvSpPr>
        <p:spPr>
          <a:xfrm>
            <a:off x="4429751" y="3111363"/>
            <a:ext cx="82038" cy="1380252"/>
          </a:xfrm>
          <a:prstGeom prst="rect">
            <a:avLst/>
          </a:prstGeom>
          <a:solidFill>
            <a:srgbClr val="0D2B45">
              <a:alpha val="88235"/>
            </a:srgbClr>
          </a:solidFill>
          <a:ln w="12700">
            <a:solidFill>
              <a:srgbClr val="0D2B45"/>
            </a:solidFill>
            <a:prstDash val="solid"/>
          </a:ln>
        </p:spPr>
        <p:txBody>
          <a:bodyPr/>
          <a:lstStyle/>
          <a:p>
            <a:endParaRPr lang="en-US">
              <a:latin typeface="Titillium Web" pitchFamily="2" charset="77"/>
            </a:endParaRPr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DB5BDA13-269B-5244-2766-4EE3C1929EF0}"/>
              </a:ext>
            </a:extLst>
          </p:cNvPr>
          <p:cNvSpPr/>
          <p:nvPr/>
        </p:nvSpPr>
        <p:spPr>
          <a:xfrm>
            <a:off x="4713217" y="3200031"/>
            <a:ext cx="3910900" cy="2346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kern="0" spc="400" dirty="0">
                <a:solidFill>
                  <a:srgbClr val="0D9488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ESI stratification reveals</a:t>
            </a:r>
            <a:endParaRPr lang="en-US" dirty="0">
              <a:latin typeface="Titillium Web" pitchFamily="2" charset="77"/>
            </a:endParaRPr>
          </a:p>
        </p:txBody>
      </p:sp>
      <p:sp>
        <p:nvSpPr>
          <p:cNvPr id="26" name="Text 12">
            <a:extLst>
              <a:ext uri="{FF2B5EF4-FFF2-40B4-BE49-F238E27FC236}">
                <a16:creationId xmlns:a16="http://schemas.microsoft.com/office/drawing/2014/main" id="{8CF3BD0C-B371-AFD8-D874-B3202FBFFED1}"/>
              </a:ext>
            </a:extLst>
          </p:cNvPr>
          <p:cNvSpPr/>
          <p:nvPr/>
        </p:nvSpPr>
        <p:spPr>
          <a:xfrm>
            <a:off x="4591103" y="3515662"/>
            <a:ext cx="3824221" cy="2346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2B45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3.5× MAE spread by acuity</a:t>
            </a:r>
            <a:endParaRPr lang="en-US" dirty="0">
              <a:latin typeface="Titillium Web" pitchFamily="2" charset="77"/>
            </a:endParaRPr>
          </a:p>
        </p:txBody>
      </p:sp>
      <p:graphicFrame>
        <p:nvGraphicFramePr>
          <p:cNvPr id="29" name="Chart 0">
            <a:extLst>
              <a:ext uri="{FF2B5EF4-FFF2-40B4-BE49-F238E27FC236}">
                <a16:creationId xmlns:a16="http://schemas.microsoft.com/office/drawing/2014/main" id="{B7B82E14-EA82-D962-67BF-1255D62E80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8633731"/>
              </p:ext>
            </p:extLst>
          </p:nvPr>
        </p:nvGraphicFramePr>
        <p:xfrm>
          <a:off x="318455" y="1407192"/>
          <a:ext cx="3991908" cy="308442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0" name="Text 13">
            <a:extLst>
              <a:ext uri="{FF2B5EF4-FFF2-40B4-BE49-F238E27FC236}">
                <a16:creationId xmlns:a16="http://schemas.microsoft.com/office/drawing/2014/main" id="{DC0018E2-9AEF-2728-7E4D-A8EA8D785811}"/>
              </a:ext>
            </a:extLst>
          </p:cNvPr>
          <p:cNvSpPr/>
          <p:nvPr/>
        </p:nvSpPr>
        <p:spPr>
          <a:xfrm>
            <a:off x="582302" y="1494536"/>
            <a:ext cx="3464214" cy="338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4748B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Held-out Test MAE by Model (lower is better)</a:t>
            </a:r>
            <a:endParaRPr lang="en-US" sz="1200" b="1" dirty="0">
              <a:solidFill>
                <a:srgbClr val="64748B"/>
              </a:solidFill>
              <a:latin typeface="Titillium Web" pitchFamily="2" charset="77"/>
            </a:endParaRPr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8367906A-CA0D-880F-62B3-8B0BD29BC787}"/>
              </a:ext>
            </a:extLst>
          </p:cNvPr>
          <p:cNvSpPr/>
          <p:nvPr/>
        </p:nvSpPr>
        <p:spPr>
          <a:xfrm>
            <a:off x="4591103" y="2013869"/>
            <a:ext cx="4199686" cy="8891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Lowest test MAE at 89.09 min and highest test R² at 0.141. CV metrics tracked the held-out ranking within ±1 MAE point — ruling out overfitting. Naive baseline sanity floor: 98.71 min.</a:t>
            </a:r>
            <a:endParaRPr lang="en-US" dirty="0">
              <a:latin typeface="Titillium Web" pitchFamily="2" charset="77"/>
            </a:endParaRPr>
          </a:p>
        </p:txBody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5D16531A-C8F1-8773-2E9E-47E5FDB83E91}"/>
              </a:ext>
            </a:extLst>
          </p:cNvPr>
          <p:cNvSpPr/>
          <p:nvPr/>
        </p:nvSpPr>
        <p:spPr>
          <a:xfrm>
            <a:off x="4572000" y="3812148"/>
            <a:ext cx="4138676" cy="618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ESI-5 (mean LOS 91 min): MAE 36.96 min. ESI-2 (mean LOS 265 min): MAE 130.28 min. A 3.5× ratio that the single pooled MAE of 89 min would never reveal.</a:t>
            </a:r>
            <a:endParaRPr lang="en-US" dirty="0">
              <a:latin typeface="Titillium Web" pitchFamily="2" charset="7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27"/>
          <p:cNvSpPr txBox="1"/>
          <p:nvPr/>
        </p:nvSpPr>
        <p:spPr>
          <a:xfrm>
            <a:off x="625425" y="4896800"/>
            <a:ext cx="27351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>
                <a:solidFill>
                  <a:srgbClr val="4AC78F"/>
                </a:solidFill>
                <a:latin typeface="Titillium Web"/>
                <a:ea typeface="Titillium Web"/>
                <a:cs typeface="Titillium Web"/>
                <a:sym typeface="Titillium Web"/>
              </a:rPr>
              <a:t>Team 3 - Georgia Southern University - CSCI 7090 - 2026   </a:t>
            </a:r>
            <a:endParaRPr sz="600" b="1">
              <a:solidFill>
                <a:srgbClr val="4AC78F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grpSp>
        <p:nvGrpSpPr>
          <p:cNvPr id="602" name="Google Shape;602;p27"/>
          <p:cNvGrpSpPr/>
          <p:nvPr/>
        </p:nvGrpSpPr>
        <p:grpSpPr>
          <a:xfrm>
            <a:off x="8191732" y="-314459"/>
            <a:ext cx="954923" cy="1114853"/>
            <a:chOff x="7511876" y="-463868"/>
            <a:chExt cx="1627340" cy="1899886"/>
          </a:xfrm>
        </p:grpSpPr>
        <p:sp>
          <p:nvSpPr>
            <p:cNvPr id="603" name="Google Shape;603;p27"/>
            <p:cNvSpPr/>
            <p:nvPr/>
          </p:nvSpPr>
          <p:spPr>
            <a:xfrm>
              <a:off x="7511876" y="-463868"/>
              <a:ext cx="1594671" cy="1823598"/>
            </a:xfrm>
            <a:custGeom>
              <a:avLst/>
              <a:gdLst/>
              <a:ahLst/>
              <a:cxnLst/>
              <a:rect l="l" t="t" r="r" b="b"/>
              <a:pathLst>
                <a:path w="1822481" h="2084112" extrusionOk="0">
                  <a:moveTo>
                    <a:pt x="1440741" y="2089880"/>
                  </a:moveTo>
                  <a:lnTo>
                    <a:pt x="1211143" y="844745"/>
                  </a:lnTo>
                  <a:lnTo>
                    <a:pt x="1228510" y="841537"/>
                  </a:lnTo>
                  <a:lnTo>
                    <a:pt x="1458113" y="2086671"/>
                  </a:lnTo>
                  <a:close/>
                  <a:moveTo>
                    <a:pt x="1223299" y="852172"/>
                  </a:moveTo>
                  <a:lnTo>
                    <a:pt x="1826542" y="884979"/>
                  </a:lnTo>
                  <a:lnTo>
                    <a:pt x="1827511" y="867351"/>
                  </a:lnTo>
                  <a:lnTo>
                    <a:pt x="1216354" y="834115"/>
                  </a:lnTo>
                  <a:lnTo>
                    <a:pt x="583398" y="1470959"/>
                  </a:lnTo>
                  <a:lnTo>
                    <a:pt x="595919" y="1483411"/>
                  </a:lnTo>
                  <a:close/>
                  <a:moveTo>
                    <a:pt x="928194" y="1527416"/>
                  </a:moveTo>
                  <a:lnTo>
                    <a:pt x="840068" y="1238658"/>
                  </a:lnTo>
                  <a:lnTo>
                    <a:pt x="823184" y="1243816"/>
                  </a:lnTo>
                  <a:lnTo>
                    <a:pt x="911309" y="1532574"/>
                  </a:lnTo>
                  <a:close/>
                  <a:moveTo>
                    <a:pt x="1224796" y="835862"/>
                  </a:moveTo>
                  <a:lnTo>
                    <a:pt x="15015" y="5767"/>
                  </a:lnTo>
                  <a:lnTo>
                    <a:pt x="5030" y="20325"/>
                  </a:lnTo>
                  <a:lnTo>
                    <a:pt x="1214834" y="8504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53675" tIns="26825" rIns="53675" bIns="268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6"/>
                <a:buFont typeface="Arial"/>
                <a:buNone/>
              </a:pPr>
              <a:endParaRPr sz="1056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4" name="Google Shape;604;p27"/>
            <p:cNvSpPr/>
            <p:nvPr/>
          </p:nvSpPr>
          <p:spPr>
            <a:xfrm>
              <a:off x="7991308" y="121335"/>
              <a:ext cx="1147908" cy="1314683"/>
            </a:xfrm>
            <a:custGeom>
              <a:avLst/>
              <a:gdLst/>
              <a:ahLst/>
              <a:cxnLst/>
              <a:rect l="l" t="t" r="r" b="b"/>
              <a:pathLst>
                <a:path w="1311895" h="1502495" extrusionOk="0">
                  <a:moveTo>
                    <a:pt x="666806" y="348752"/>
                  </a:moveTo>
                  <a:cubicBezTo>
                    <a:pt x="572228" y="348752"/>
                    <a:pt x="495313" y="271820"/>
                    <a:pt x="495313" y="177259"/>
                  </a:cubicBezTo>
                  <a:cubicBezTo>
                    <a:pt x="495313" y="82699"/>
                    <a:pt x="572228" y="5767"/>
                    <a:pt x="666806" y="5767"/>
                  </a:cubicBezTo>
                  <a:cubicBezTo>
                    <a:pt x="761383" y="5767"/>
                    <a:pt x="838299" y="82699"/>
                    <a:pt x="838299" y="177259"/>
                  </a:cubicBezTo>
                  <a:cubicBezTo>
                    <a:pt x="838299" y="271820"/>
                    <a:pt x="761383" y="348752"/>
                    <a:pt x="666806" y="348752"/>
                  </a:cubicBezTo>
                  <a:close/>
                  <a:moveTo>
                    <a:pt x="666806" y="23429"/>
                  </a:moveTo>
                  <a:cubicBezTo>
                    <a:pt x="581982" y="23429"/>
                    <a:pt x="512975" y="92436"/>
                    <a:pt x="512975" y="177259"/>
                  </a:cubicBezTo>
                  <a:cubicBezTo>
                    <a:pt x="512975" y="262083"/>
                    <a:pt x="581982" y="331090"/>
                    <a:pt x="666806" y="331090"/>
                  </a:cubicBezTo>
                  <a:cubicBezTo>
                    <a:pt x="751630" y="331090"/>
                    <a:pt x="820637" y="262083"/>
                    <a:pt x="820637" y="177259"/>
                  </a:cubicBezTo>
                  <a:cubicBezTo>
                    <a:pt x="820637" y="92436"/>
                    <a:pt x="751630" y="23429"/>
                    <a:pt x="666806" y="23429"/>
                  </a:cubicBezTo>
                  <a:close/>
                  <a:moveTo>
                    <a:pt x="666806" y="88954"/>
                  </a:moveTo>
                  <a:cubicBezTo>
                    <a:pt x="715574" y="88954"/>
                    <a:pt x="755111" y="128491"/>
                    <a:pt x="755111" y="177259"/>
                  </a:cubicBezTo>
                  <a:cubicBezTo>
                    <a:pt x="755111" y="177259"/>
                    <a:pt x="755111" y="177265"/>
                    <a:pt x="755111" y="177265"/>
                  </a:cubicBezTo>
                  <a:cubicBezTo>
                    <a:pt x="755111" y="226034"/>
                    <a:pt x="715574" y="265571"/>
                    <a:pt x="666806" y="265571"/>
                  </a:cubicBezTo>
                  <a:cubicBezTo>
                    <a:pt x="618037" y="265576"/>
                    <a:pt x="578501" y="226039"/>
                    <a:pt x="578495" y="177271"/>
                  </a:cubicBezTo>
                  <a:cubicBezTo>
                    <a:pt x="578495" y="177271"/>
                    <a:pt x="578495" y="177265"/>
                    <a:pt x="578495" y="177265"/>
                  </a:cubicBezTo>
                  <a:cubicBezTo>
                    <a:pt x="578495" y="128491"/>
                    <a:pt x="618032" y="88954"/>
                    <a:pt x="666806" y="88954"/>
                  </a:cubicBezTo>
                  <a:close/>
                  <a:moveTo>
                    <a:pt x="49179" y="763095"/>
                  </a:moveTo>
                  <a:cubicBezTo>
                    <a:pt x="73567" y="763095"/>
                    <a:pt x="93335" y="782864"/>
                    <a:pt x="93335" y="807251"/>
                  </a:cubicBezTo>
                  <a:cubicBezTo>
                    <a:pt x="93335" y="831638"/>
                    <a:pt x="73567" y="851406"/>
                    <a:pt x="49179" y="851406"/>
                  </a:cubicBezTo>
                  <a:cubicBezTo>
                    <a:pt x="24798" y="851400"/>
                    <a:pt x="5030" y="831638"/>
                    <a:pt x="5030" y="807251"/>
                  </a:cubicBezTo>
                  <a:cubicBezTo>
                    <a:pt x="5030" y="782869"/>
                    <a:pt x="24792" y="763101"/>
                    <a:pt x="49179" y="763095"/>
                  </a:cubicBezTo>
                  <a:close/>
                  <a:moveTo>
                    <a:pt x="1272770" y="163520"/>
                  </a:moveTo>
                  <a:cubicBezTo>
                    <a:pt x="1297157" y="163520"/>
                    <a:pt x="1316919" y="183282"/>
                    <a:pt x="1316925" y="207669"/>
                  </a:cubicBezTo>
                  <a:cubicBezTo>
                    <a:pt x="1316925" y="232057"/>
                    <a:pt x="1297157" y="251825"/>
                    <a:pt x="1272770" y="251825"/>
                  </a:cubicBezTo>
                  <a:cubicBezTo>
                    <a:pt x="1248383" y="251819"/>
                    <a:pt x="1228620" y="232057"/>
                    <a:pt x="1228620" y="207669"/>
                  </a:cubicBezTo>
                  <a:cubicBezTo>
                    <a:pt x="1228620" y="183288"/>
                    <a:pt x="1248388" y="163520"/>
                    <a:pt x="1272770" y="163520"/>
                  </a:cubicBezTo>
                  <a:close/>
                  <a:moveTo>
                    <a:pt x="901880" y="1331651"/>
                  </a:moveTo>
                  <a:cubicBezTo>
                    <a:pt x="950649" y="1331651"/>
                    <a:pt x="990186" y="1371188"/>
                    <a:pt x="990186" y="1419957"/>
                  </a:cubicBezTo>
                  <a:cubicBezTo>
                    <a:pt x="990186" y="1468725"/>
                    <a:pt x="950649" y="1508262"/>
                    <a:pt x="901880" y="1508262"/>
                  </a:cubicBezTo>
                  <a:cubicBezTo>
                    <a:pt x="853112" y="1508268"/>
                    <a:pt x="813575" y="1468731"/>
                    <a:pt x="813569" y="1419963"/>
                  </a:cubicBezTo>
                  <a:cubicBezTo>
                    <a:pt x="813569" y="1419963"/>
                    <a:pt x="813569" y="1419957"/>
                    <a:pt x="813569" y="1419957"/>
                  </a:cubicBezTo>
                  <a:cubicBezTo>
                    <a:pt x="813552" y="1371188"/>
                    <a:pt x="853077" y="1331640"/>
                    <a:pt x="901846" y="1331622"/>
                  </a:cubicBezTo>
                  <a:cubicBezTo>
                    <a:pt x="901857" y="1331622"/>
                    <a:pt x="901869" y="1331622"/>
                    <a:pt x="901880" y="1331622"/>
                  </a:cubicBezTo>
                  <a:close/>
                  <a:moveTo>
                    <a:pt x="357195" y="905298"/>
                  </a:moveTo>
                  <a:cubicBezTo>
                    <a:pt x="333452" y="899745"/>
                    <a:pt x="318702" y="876002"/>
                    <a:pt x="324255" y="852259"/>
                  </a:cubicBezTo>
                  <a:cubicBezTo>
                    <a:pt x="324255" y="852253"/>
                    <a:pt x="324255" y="852253"/>
                    <a:pt x="324255" y="852253"/>
                  </a:cubicBezTo>
                  <a:cubicBezTo>
                    <a:pt x="329814" y="828510"/>
                    <a:pt x="353563" y="813767"/>
                    <a:pt x="377306" y="819314"/>
                  </a:cubicBezTo>
                  <a:cubicBezTo>
                    <a:pt x="401049" y="824866"/>
                    <a:pt x="415798" y="848609"/>
                    <a:pt x="410245" y="872352"/>
                  </a:cubicBezTo>
                  <a:cubicBezTo>
                    <a:pt x="410245" y="872358"/>
                    <a:pt x="410245" y="872358"/>
                    <a:pt x="410245" y="872358"/>
                  </a:cubicBezTo>
                  <a:cubicBezTo>
                    <a:pt x="410245" y="872451"/>
                    <a:pt x="410205" y="872538"/>
                    <a:pt x="410181" y="872625"/>
                  </a:cubicBezTo>
                  <a:cubicBezTo>
                    <a:pt x="404495" y="896223"/>
                    <a:pt x="380828" y="910804"/>
                    <a:pt x="357195" y="9052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53675" tIns="26825" rIns="53675" bIns="268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6"/>
                <a:buFont typeface="Arial"/>
                <a:buNone/>
              </a:pPr>
              <a:endParaRPr sz="1056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" name="Google Shape;577;p26">
            <a:extLst>
              <a:ext uri="{FF2B5EF4-FFF2-40B4-BE49-F238E27FC236}">
                <a16:creationId xmlns:a16="http://schemas.microsoft.com/office/drawing/2014/main" id="{3975ED75-8D55-5BD0-120D-1108840B6A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50200" y="113192"/>
            <a:ext cx="74436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200" dirty="0"/>
              <a:t>RQ2 - Answer</a:t>
            </a:r>
            <a:endParaRPr sz="3200" dirty="0"/>
          </a:p>
        </p:txBody>
      </p:sp>
      <p:sp>
        <p:nvSpPr>
          <p:cNvPr id="25" name="Shape 16">
            <a:extLst>
              <a:ext uri="{FF2B5EF4-FFF2-40B4-BE49-F238E27FC236}">
                <a16:creationId xmlns:a16="http://schemas.microsoft.com/office/drawing/2014/main" id="{11F21643-82AC-49D7-52F0-82F41D784F28}"/>
              </a:ext>
            </a:extLst>
          </p:cNvPr>
          <p:cNvSpPr/>
          <p:nvPr/>
        </p:nvSpPr>
        <p:spPr>
          <a:xfrm>
            <a:off x="625425" y="817089"/>
            <a:ext cx="7931359" cy="35588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  <a:prstDash val="solid"/>
          </a:ln>
        </p:spPr>
        <p:txBody>
          <a:bodyPr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Acuity dominates; race / age gaps are real</a:t>
            </a:r>
            <a:endParaRPr lang="en-US" sz="2000" b="1" dirty="0">
              <a:latin typeface="Titillium Web" pitchFamily="2" charset="77"/>
            </a:endParaRPr>
          </a:p>
        </p:txBody>
      </p:sp>
      <p:graphicFrame>
        <p:nvGraphicFramePr>
          <p:cNvPr id="26" name="Chart 0">
            <a:extLst>
              <a:ext uri="{FF2B5EF4-FFF2-40B4-BE49-F238E27FC236}">
                <a16:creationId xmlns:a16="http://schemas.microsoft.com/office/drawing/2014/main" id="{1E3CFA7D-4334-6B59-0E01-BE240C1BF1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61177584"/>
              </p:ext>
            </p:extLst>
          </p:nvPr>
        </p:nvGraphicFramePr>
        <p:xfrm>
          <a:off x="502735" y="1318084"/>
          <a:ext cx="3892802" cy="32824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Text 13">
            <a:extLst>
              <a:ext uri="{FF2B5EF4-FFF2-40B4-BE49-F238E27FC236}">
                <a16:creationId xmlns:a16="http://schemas.microsoft.com/office/drawing/2014/main" id="{D5044059-37BE-1747-6447-EDA2022D2C78}"/>
              </a:ext>
            </a:extLst>
          </p:cNvPr>
          <p:cNvSpPr/>
          <p:nvPr/>
        </p:nvSpPr>
        <p:spPr>
          <a:xfrm>
            <a:off x="717029" y="1424887"/>
            <a:ext cx="3464214" cy="338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4748B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Global Feature importance (top 15) – </a:t>
            </a:r>
            <a:r>
              <a:rPr lang="en-US" sz="1200" b="1" dirty="0" err="1">
                <a:solidFill>
                  <a:srgbClr val="64748B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1200" b="1" dirty="0">
                <a:solidFill>
                  <a:srgbClr val="64748B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, SHAP </a:t>
            </a:r>
            <a:r>
              <a:rPr lang="en-US" sz="1200" b="1" dirty="0" err="1">
                <a:solidFill>
                  <a:srgbClr val="64748B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TreeExplainer</a:t>
            </a:r>
            <a:endParaRPr lang="en-US" sz="1200" b="1" dirty="0">
              <a:solidFill>
                <a:srgbClr val="64748B"/>
              </a:solidFill>
              <a:latin typeface="Titillium Web" pitchFamily="2" charset="77"/>
            </a:endParaRPr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D954DD25-02C7-6827-CB77-7A0A1C78A321}"/>
              </a:ext>
            </a:extLst>
          </p:cNvPr>
          <p:cNvSpPr/>
          <p:nvPr/>
        </p:nvSpPr>
        <p:spPr>
          <a:xfrm>
            <a:off x="4532697" y="1280908"/>
            <a:ext cx="4382703" cy="1537985"/>
          </a:xfrm>
          <a:prstGeom prst="rect">
            <a:avLst/>
          </a:prstGeom>
          <a:solidFill>
            <a:srgbClr val="FFFFFF"/>
          </a:solidFill>
          <a:ln w="9525">
            <a:solidFill>
              <a:srgbClr val="4AC78F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>
              <a:latin typeface="Titillium Web" pitchFamily="2" charset="77"/>
            </a:endParaRPr>
          </a:p>
        </p:txBody>
      </p:sp>
      <p:sp>
        <p:nvSpPr>
          <p:cNvPr id="29" name="Shape 5">
            <a:extLst>
              <a:ext uri="{FF2B5EF4-FFF2-40B4-BE49-F238E27FC236}">
                <a16:creationId xmlns:a16="http://schemas.microsoft.com/office/drawing/2014/main" id="{822EFCD3-9BA7-6034-0DA0-BCE837D058D8}"/>
              </a:ext>
            </a:extLst>
          </p:cNvPr>
          <p:cNvSpPr/>
          <p:nvPr/>
        </p:nvSpPr>
        <p:spPr>
          <a:xfrm>
            <a:off x="4533437" y="1280908"/>
            <a:ext cx="71846" cy="1537985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>
              <a:latin typeface="Titillium Web" pitchFamily="2" charset="77"/>
            </a:endParaRPr>
          </a:p>
        </p:txBody>
      </p:sp>
      <p:sp>
        <p:nvSpPr>
          <p:cNvPr id="30" name="Text 6">
            <a:extLst>
              <a:ext uri="{FF2B5EF4-FFF2-40B4-BE49-F238E27FC236}">
                <a16:creationId xmlns:a16="http://schemas.microsoft.com/office/drawing/2014/main" id="{ABB8AD99-F794-730C-FF81-596EBE90DBA2}"/>
              </a:ext>
            </a:extLst>
          </p:cNvPr>
          <p:cNvSpPr/>
          <p:nvPr/>
        </p:nvSpPr>
        <p:spPr>
          <a:xfrm>
            <a:off x="5169568" y="1353521"/>
            <a:ext cx="3200400" cy="2952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kern="0" spc="400" dirty="0">
                <a:solidFill>
                  <a:srgbClr val="0D9488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SHAP says</a:t>
            </a:r>
            <a:endParaRPr lang="en-US" dirty="0">
              <a:latin typeface="Titillium Web" pitchFamily="2" charset="77"/>
            </a:endParaRPr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A37F43DB-12FF-8B2B-A2B1-F9A14376C13B}"/>
              </a:ext>
            </a:extLst>
          </p:cNvPr>
          <p:cNvSpPr/>
          <p:nvPr/>
        </p:nvSpPr>
        <p:spPr>
          <a:xfrm>
            <a:off x="4715577" y="1615455"/>
            <a:ext cx="4052866" cy="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2B45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acuity carries ~6.4× the weight</a:t>
            </a:r>
            <a:endParaRPr lang="en-US" dirty="0">
              <a:latin typeface="Titillium Web" pitchFamily="2" charset="77"/>
            </a:endParaRPr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591DF6C4-C5CF-13BB-159B-91829CDE1AC5}"/>
              </a:ext>
            </a:extLst>
          </p:cNvPr>
          <p:cNvSpPr/>
          <p:nvPr/>
        </p:nvSpPr>
        <p:spPr>
          <a:xfrm>
            <a:off x="4699248" y="1940349"/>
            <a:ext cx="414104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Vital signs (o2sat, dbp, temperature) follow. Demographics, arrival context, and disposition occupy the bottom of the ranking — physiological severity drives LOS more than identity does.</a:t>
            </a:r>
            <a:endParaRPr lang="en-US" dirty="0">
              <a:latin typeface="Titillium Web" pitchFamily="2" charset="77"/>
            </a:endParaRPr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EAA04018-D2EC-1A92-3B96-0C87F3B56DD1}"/>
              </a:ext>
            </a:extLst>
          </p:cNvPr>
          <p:cNvSpPr/>
          <p:nvPr/>
        </p:nvSpPr>
        <p:spPr>
          <a:xfrm>
            <a:off x="4605283" y="2950620"/>
            <a:ext cx="4245543" cy="1649872"/>
          </a:xfrm>
          <a:prstGeom prst="rect">
            <a:avLst/>
          </a:prstGeom>
          <a:solidFill>
            <a:srgbClr val="0D2B45">
              <a:alpha val="87843"/>
            </a:srgbClr>
          </a:solidFill>
          <a:ln w="12700">
            <a:solidFill>
              <a:srgbClr val="566478">
                <a:alpha val="80392"/>
              </a:srgbClr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dirty="0">
              <a:latin typeface="Titillium Web" pitchFamily="2" charset="77"/>
            </a:endParaRPr>
          </a:p>
        </p:txBody>
      </p:sp>
      <p:sp>
        <p:nvSpPr>
          <p:cNvPr id="34" name="Text 10">
            <a:extLst>
              <a:ext uri="{FF2B5EF4-FFF2-40B4-BE49-F238E27FC236}">
                <a16:creationId xmlns:a16="http://schemas.microsoft.com/office/drawing/2014/main" id="{3389750F-11B2-9FE2-CF55-7286368457B7}"/>
              </a:ext>
            </a:extLst>
          </p:cNvPr>
          <p:cNvSpPr/>
          <p:nvPr/>
        </p:nvSpPr>
        <p:spPr>
          <a:xfrm>
            <a:off x="5043259" y="3000674"/>
            <a:ext cx="3475974" cy="280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0D9488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Fairness gaps (MAE in min)</a:t>
            </a:r>
            <a:endParaRPr lang="en-US" dirty="0">
              <a:latin typeface="Titillium Web" pitchFamily="2" charset="77"/>
            </a:endParaRPr>
          </a:p>
        </p:txBody>
      </p:sp>
      <p:sp>
        <p:nvSpPr>
          <p:cNvPr id="35" name="Text 11">
            <a:extLst>
              <a:ext uri="{FF2B5EF4-FFF2-40B4-BE49-F238E27FC236}">
                <a16:creationId xmlns:a16="http://schemas.microsoft.com/office/drawing/2014/main" id="{9898D5DE-A5C4-5299-8FFC-44651D866AB0}"/>
              </a:ext>
            </a:extLst>
          </p:cNvPr>
          <p:cNvSpPr/>
          <p:nvPr/>
        </p:nvSpPr>
        <p:spPr>
          <a:xfrm>
            <a:off x="5470845" y="3356528"/>
            <a:ext cx="1417635" cy="2608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Race / ethnicity</a:t>
            </a:r>
            <a:endParaRPr lang="en-US" dirty="0">
              <a:latin typeface="Titillium Web" pitchFamily="2" charset="77"/>
            </a:endParaRPr>
          </a:p>
        </p:txBody>
      </p:sp>
      <p:sp>
        <p:nvSpPr>
          <p:cNvPr id="36" name="Text 12">
            <a:extLst>
              <a:ext uri="{FF2B5EF4-FFF2-40B4-BE49-F238E27FC236}">
                <a16:creationId xmlns:a16="http://schemas.microsoft.com/office/drawing/2014/main" id="{7EF2A6AB-B179-8F19-DA4C-39F6DD0D9199}"/>
              </a:ext>
            </a:extLst>
          </p:cNvPr>
          <p:cNvSpPr/>
          <p:nvPr/>
        </p:nvSpPr>
        <p:spPr>
          <a:xfrm>
            <a:off x="6642769" y="3335945"/>
            <a:ext cx="1206016" cy="280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FFAB87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15.3 min</a:t>
            </a:r>
            <a:endParaRPr lang="en-US" dirty="0">
              <a:latin typeface="Titillium Web" pitchFamily="2" charset="77"/>
            </a:endParaRPr>
          </a:p>
        </p:txBody>
      </p:sp>
      <p:sp>
        <p:nvSpPr>
          <p:cNvPr id="37" name="Text 13">
            <a:extLst>
              <a:ext uri="{FF2B5EF4-FFF2-40B4-BE49-F238E27FC236}">
                <a16:creationId xmlns:a16="http://schemas.microsoft.com/office/drawing/2014/main" id="{948A1F64-935B-D970-AC6F-38BB43CD1A43}"/>
              </a:ext>
            </a:extLst>
          </p:cNvPr>
          <p:cNvSpPr/>
          <p:nvPr/>
        </p:nvSpPr>
        <p:spPr>
          <a:xfrm>
            <a:off x="5453117" y="3655932"/>
            <a:ext cx="1417635" cy="2608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Age group</a:t>
            </a:r>
            <a:endParaRPr lang="en-US" dirty="0">
              <a:latin typeface="Titillium Web" pitchFamily="2" charset="77"/>
            </a:endParaRPr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A2FD6F1A-60EC-A0D8-2CAB-395A748CE54D}"/>
              </a:ext>
            </a:extLst>
          </p:cNvPr>
          <p:cNvSpPr/>
          <p:nvPr/>
        </p:nvSpPr>
        <p:spPr>
          <a:xfrm>
            <a:off x="5470845" y="3989411"/>
            <a:ext cx="1417635" cy="2608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Gender</a:t>
            </a:r>
            <a:endParaRPr lang="en-US" dirty="0">
              <a:latin typeface="Titillium Web" pitchFamily="2" charset="77"/>
            </a:endParaRPr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F770BED3-1859-8232-3238-B0FE86D510BA}"/>
              </a:ext>
            </a:extLst>
          </p:cNvPr>
          <p:cNvSpPr/>
          <p:nvPr/>
        </p:nvSpPr>
        <p:spPr>
          <a:xfrm>
            <a:off x="6655301" y="4003563"/>
            <a:ext cx="1206015" cy="2608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4AC78F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1.0 min</a:t>
            </a:r>
            <a:endParaRPr lang="en-US" dirty="0">
              <a:latin typeface="Titillium Web" pitchFamily="2" charset="77"/>
            </a:endParaRPr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CB9243F4-9873-EC83-3A55-233786951310}"/>
              </a:ext>
            </a:extLst>
          </p:cNvPr>
          <p:cNvSpPr/>
          <p:nvPr/>
        </p:nvSpPr>
        <p:spPr>
          <a:xfrm>
            <a:off x="4711437" y="4311257"/>
            <a:ext cx="4139389" cy="2282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F0FDF8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→ subgroup auditing must be a default, not an extension.</a:t>
            </a:r>
            <a:endParaRPr lang="en-US" i="1" dirty="0">
              <a:latin typeface="Titillium Web" pitchFamily="2" charset="77"/>
            </a:endParaRPr>
          </a:p>
        </p:txBody>
      </p:sp>
      <p:sp>
        <p:nvSpPr>
          <p:cNvPr id="43" name="Text 12">
            <a:extLst>
              <a:ext uri="{FF2B5EF4-FFF2-40B4-BE49-F238E27FC236}">
                <a16:creationId xmlns:a16="http://schemas.microsoft.com/office/drawing/2014/main" id="{9DE0AF94-4648-3CFA-CF5B-D8720E5B870D}"/>
              </a:ext>
            </a:extLst>
          </p:cNvPr>
          <p:cNvSpPr/>
          <p:nvPr/>
        </p:nvSpPr>
        <p:spPr>
          <a:xfrm>
            <a:off x="6655301" y="3661861"/>
            <a:ext cx="1206016" cy="280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FFAB87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11.5 min</a:t>
            </a:r>
            <a:endParaRPr lang="en-US" dirty="0">
              <a:latin typeface="Titillium Web" pitchFamily="2" charset="77"/>
            </a:endParaRPr>
          </a:p>
        </p:txBody>
      </p:sp>
      <p:sp>
        <p:nvSpPr>
          <p:cNvPr id="45" name="Google Shape;579;p26">
            <a:extLst>
              <a:ext uri="{FF2B5EF4-FFF2-40B4-BE49-F238E27FC236}">
                <a16:creationId xmlns:a16="http://schemas.microsoft.com/office/drawing/2014/main" id="{691D25C0-4F08-B5C4-6A57-30656CA5FD4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b="1"/>
              <a:t>6</a:t>
            </a:fld>
            <a:endParaRPr b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28"/>
          <p:cNvSpPr txBox="1">
            <a:spLocks noGrp="1"/>
          </p:cNvSpPr>
          <p:nvPr>
            <p:ph type="title"/>
          </p:nvPr>
        </p:nvSpPr>
        <p:spPr>
          <a:xfrm>
            <a:off x="687193" y="103288"/>
            <a:ext cx="7766700" cy="58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dirty="0"/>
              <a:t>What Makes Our Project Different</a:t>
            </a:r>
            <a:endParaRPr dirty="0"/>
          </a:p>
        </p:txBody>
      </p:sp>
      <p:grpSp>
        <p:nvGrpSpPr>
          <p:cNvPr id="614" name="Google Shape;614;p28"/>
          <p:cNvGrpSpPr/>
          <p:nvPr/>
        </p:nvGrpSpPr>
        <p:grpSpPr>
          <a:xfrm>
            <a:off x="8191732" y="-314459"/>
            <a:ext cx="954923" cy="1114853"/>
            <a:chOff x="7511876" y="-463868"/>
            <a:chExt cx="1627340" cy="1899886"/>
          </a:xfrm>
        </p:grpSpPr>
        <p:sp>
          <p:nvSpPr>
            <p:cNvPr id="615" name="Google Shape;615;p28"/>
            <p:cNvSpPr/>
            <p:nvPr/>
          </p:nvSpPr>
          <p:spPr>
            <a:xfrm>
              <a:off x="7511876" y="-463868"/>
              <a:ext cx="1594671" cy="1823598"/>
            </a:xfrm>
            <a:custGeom>
              <a:avLst/>
              <a:gdLst/>
              <a:ahLst/>
              <a:cxnLst/>
              <a:rect l="l" t="t" r="r" b="b"/>
              <a:pathLst>
                <a:path w="1822481" h="2084112" extrusionOk="0">
                  <a:moveTo>
                    <a:pt x="1440741" y="2089880"/>
                  </a:moveTo>
                  <a:lnTo>
                    <a:pt x="1211143" y="844745"/>
                  </a:lnTo>
                  <a:lnTo>
                    <a:pt x="1228510" y="841537"/>
                  </a:lnTo>
                  <a:lnTo>
                    <a:pt x="1458113" y="2086671"/>
                  </a:lnTo>
                  <a:close/>
                  <a:moveTo>
                    <a:pt x="1223299" y="852172"/>
                  </a:moveTo>
                  <a:lnTo>
                    <a:pt x="1826542" y="884979"/>
                  </a:lnTo>
                  <a:lnTo>
                    <a:pt x="1827511" y="867351"/>
                  </a:lnTo>
                  <a:lnTo>
                    <a:pt x="1216354" y="834115"/>
                  </a:lnTo>
                  <a:lnTo>
                    <a:pt x="583398" y="1470959"/>
                  </a:lnTo>
                  <a:lnTo>
                    <a:pt x="595919" y="1483411"/>
                  </a:lnTo>
                  <a:close/>
                  <a:moveTo>
                    <a:pt x="928194" y="1527416"/>
                  </a:moveTo>
                  <a:lnTo>
                    <a:pt x="840068" y="1238658"/>
                  </a:lnTo>
                  <a:lnTo>
                    <a:pt x="823184" y="1243816"/>
                  </a:lnTo>
                  <a:lnTo>
                    <a:pt x="911309" y="1532574"/>
                  </a:lnTo>
                  <a:close/>
                  <a:moveTo>
                    <a:pt x="1224796" y="835862"/>
                  </a:moveTo>
                  <a:lnTo>
                    <a:pt x="15015" y="5767"/>
                  </a:lnTo>
                  <a:lnTo>
                    <a:pt x="5030" y="20325"/>
                  </a:lnTo>
                  <a:lnTo>
                    <a:pt x="1214834" y="8504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53675" tIns="26825" rIns="53675" bIns="268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6"/>
                <a:buFont typeface="Arial"/>
                <a:buNone/>
              </a:pPr>
              <a:endParaRPr sz="1056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6" name="Google Shape;616;p28"/>
            <p:cNvSpPr/>
            <p:nvPr/>
          </p:nvSpPr>
          <p:spPr>
            <a:xfrm>
              <a:off x="7991308" y="121335"/>
              <a:ext cx="1147908" cy="1314683"/>
            </a:xfrm>
            <a:custGeom>
              <a:avLst/>
              <a:gdLst/>
              <a:ahLst/>
              <a:cxnLst/>
              <a:rect l="l" t="t" r="r" b="b"/>
              <a:pathLst>
                <a:path w="1311895" h="1502495" extrusionOk="0">
                  <a:moveTo>
                    <a:pt x="666806" y="348752"/>
                  </a:moveTo>
                  <a:cubicBezTo>
                    <a:pt x="572228" y="348752"/>
                    <a:pt x="495313" y="271820"/>
                    <a:pt x="495313" y="177259"/>
                  </a:cubicBezTo>
                  <a:cubicBezTo>
                    <a:pt x="495313" y="82699"/>
                    <a:pt x="572228" y="5767"/>
                    <a:pt x="666806" y="5767"/>
                  </a:cubicBezTo>
                  <a:cubicBezTo>
                    <a:pt x="761383" y="5767"/>
                    <a:pt x="838299" y="82699"/>
                    <a:pt x="838299" y="177259"/>
                  </a:cubicBezTo>
                  <a:cubicBezTo>
                    <a:pt x="838299" y="271820"/>
                    <a:pt x="761383" y="348752"/>
                    <a:pt x="666806" y="348752"/>
                  </a:cubicBezTo>
                  <a:close/>
                  <a:moveTo>
                    <a:pt x="666806" y="23429"/>
                  </a:moveTo>
                  <a:cubicBezTo>
                    <a:pt x="581982" y="23429"/>
                    <a:pt x="512975" y="92436"/>
                    <a:pt x="512975" y="177259"/>
                  </a:cubicBezTo>
                  <a:cubicBezTo>
                    <a:pt x="512975" y="262083"/>
                    <a:pt x="581982" y="331090"/>
                    <a:pt x="666806" y="331090"/>
                  </a:cubicBezTo>
                  <a:cubicBezTo>
                    <a:pt x="751630" y="331090"/>
                    <a:pt x="820637" y="262083"/>
                    <a:pt x="820637" y="177259"/>
                  </a:cubicBezTo>
                  <a:cubicBezTo>
                    <a:pt x="820637" y="92436"/>
                    <a:pt x="751630" y="23429"/>
                    <a:pt x="666806" y="23429"/>
                  </a:cubicBezTo>
                  <a:close/>
                  <a:moveTo>
                    <a:pt x="666806" y="88954"/>
                  </a:moveTo>
                  <a:cubicBezTo>
                    <a:pt x="715574" y="88954"/>
                    <a:pt x="755111" y="128491"/>
                    <a:pt x="755111" y="177259"/>
                  </a:cubicBezTo>
                  <a:cubicBezTo>
                    <a:pt x="755111" y="177259"/>
                    <a:pt x="755111" y="177265"/>
                    <a:pt x="755111" y="177265"/>
                  </a:cubicBezTo>
                  <a:cubicBezTo>
                    <a:pt x="755111" y="226034"/>
                    <a:pt x="715574" y="265571"/>
                    <a:pt x="666806" y="265571"/>
                  </a:cubicBezTo>
                  <a:cubicBezTo>
                    <a:pt x="618037" y="265576"/>
                    <a:pt x="578501" y="226039"/>
                    <a:pt x="578495" y="177271"/>
                  </a:cubicBezTo>
                  <a:cubicBezTo>
                    <a:pt x="578495" y="177271"/>
                    <a:pt x="578495" y="177265"/>
                    <a:pt x="578495" y="177265"/>
                  </a:cubicBezTo>
                  <a:cubicBezTo>
                    <a:pt x="578495" y="128491"/>
                    <a:pt x="618032" y="88954"/>
                    <a:pt x="666806" y="88954"/>
                  </a:cubicBezTo>
                  <a:close/>
                  <a:moveTo>
                    <a:pt x="49179" y="763095"/>
                  </a:moveTo>
                  <a:cubicBezTo>
                    <a:pt x="73567" y="763095"/>
                    <a:pt x="93335" y="782864"/>
                    <a:pt x="93335" y="807251"/>
                  </a:cubicBezTo>
                  <a:cubicBezTo>
                    <a:pt x="93335" y="831638"/>
                    <a:pt x="73567" y="851406"/>
                    <a:pt x="49179" y="851406"/>
                  </a:cubicBezTo>
                  <a:cubicBezTo>
                    <a:pt x="24798" y="851400"/>
                    <a:pt x="5030" y="831638"/>
                    <a:pt x="5030" y="807251"/>
                  </a:cubicBezTo>
                  <a:cubicBezTo>
                    <a:pt x="5030" y="782869"/>
                    <a:pt x="24792" y="763101"/>
                    <a:pt x="49179" y="763095"/>
                  </a:cubicBezTo>
                  <a:close/>
                  <a:moveTo>
                    <a:pt x="1272770" y="163520"/>
                  </a:moveTo>
                  <a:cubicBezTo>
                    <a:pt x="1297157" y="163520"/>
                    <a:pt x="1316919" y="183282"/>
                    <a:pt x="1316925" y="207669"/>
                  </a:cubicBezTo>
                  <a:cubicBezTo>
                    <a:pt x="1316925" y="232057"/>
                    <a:pt x="1297157" y="251825"/>
                    <a:pt x="1272770" y="251825"/>
                  </a:cubicBezTo>
                  <a:cubicBezTo>
                    <a:pt x="1248383" y="251819"/>
                    <a:pt x="1228620" y="232057"/>
                    <a:pt x="1228620" y="207669"/>
                  </a:cubicBezTo>
                  <a:cubicBezTo>
                    <a:pt x="1228620" y="183288"/>
                    <a:pt x="1248388" y="163520"/>
                    <a:pt x="1272770" y="163520"/>
                  </a:cubicBezTo>
                  <a:close/>
                  <a:moveTo>
                    <a:pt x="901880" y="1331651"/>
                  </a:moveTo>
                  <a:cubicBezTo>
                    <a:pt x="950649" y="1331651"/>
                    <a:pt x="990186" y="1371188"/>
                    <a:pt x="990186" y="1419957"/>
                  </a:cubicBezTo>
                  <a:cubicBezTo>
                    <a:pt x="990186" y="1468725"/>
                    <a:pt x="950649" y="1508262"/>
                    <a:pt x="901880" y="1508262"/>
                  </a:cubicBezTo>
                  <a:cubicBezTo>
                    <a:pt x="853112" y="1508268"/>
                    <a:pt x="813575" y="1468731"/>
                    <a:pt x="813569" y="1419963"/>
                  </a:cubicBezTo>
                  <a:cubicBezTo>
                    <a:pt x="813569" y="1419963"/>
                    <a:pt x="813569" y="1419957"/>
                    <a:pt x="813569" y="1419957"/>
                  </a:cubicBezTo>
                  <a:cubicBezTo>
                    <a:pt x="813552" y="1371188"/>
                    <a:pt x="853077" y="1331640"/>
                    <a:pt x="901846" y="1331622"/>
                  </a:cubicBezTo>
                  <a:cubicBezTo>
                    <a:pt x="901857" y="1331622"/>
                    <a:pt x="901869" y="1331622"/>
                    <a:pt x="901880" y="1331622"/>
                  </a:cubicBezTo>
                  <a:close/>
                  <a:moveTo>
                    <a:pt x="357195" y="905298"/>
                  </a:moveTo>
                  <a:cubicBezTo>
                    <a:pt x="333452" y="899745"/>
                    <a:pt x="318702" y="876002"/>
                    <a:pt x="324255" y="852259"/>
                  </a:cubicBezTo>
                  <a:cubicBezTo>
                    <a:pt x="324255" y="852253"/>
                    <a:pt x="324255" y="852253"/>
                    <a:pt x="324255" y="852253"/>
                  </a:cubicBezTo>
                  <a:cubicBezTo>
                    <a:pt x="329814" y="828510"/>
                    <a:pt x="353563" y="813767"/>
                    <a:pt x="377306" y="819314"/>
                  </a:cubicBezTo>
                  <a:cubicBezTo>
                    <a:pt x="401049" y="824866"/>
                    <a:pt x="415798" y="848609"/>
                    <a:pt x="410245" y="872352"/>
                  </a:cubicBezTo>
                  <a:cubicBezTo>
                    <a:pt x="410245" y="872358"/>
                    <a:pt x="410245" y="872358"/>
                    <a:pt x="410245" y="872358"/>
                  </a:cubicBezTo>
                  <a:cubicBezTo>
                    <a:pt x="410245" y="872451"/>
                    <a:pt x="410205" y="872538"/>
                    <a:pt x="410181" y="872625"/>
                  </a:cubicBezTo>
                  <a:cubicBezTo>
                    <a:pt x="404495" y="896223"/>
                    <a:pt x="380828" y="910804"/>
                    <a:pt x="357195" y="9052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53675" tIns="26825" rIns="53675" bIns="268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6"/>
                <a:buFont typeface="Arial"/>
                <a:buNone/>
              </a:pPr>
              <a:endParaRPr sz="1056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" name="Shape 16">
            <a:extLst>
              <a:ext uri="{FF2B5EF4-FFF2-40B4-BE49-F238E27FC236}">
                <a16:creationId xmlns:a16="http://schemas.microsoft.com/office/drawing/2014/main" id="{31E11D11-C1E9-9D87-879F-21B43FA0424F}"/>
              </a:ext>
            </a:extLst>
          </p:cNvPr>
          <p:cNvSpPr/>
          <p:nvPr/>
        </p:nvSpPr>
        <p:spPr>
          <a:xfrm>
            <a:off x="625424" y="695992"/>
            <a:ext cx="7931359" cy="32918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  <a:prstDash val="solid"/>
          </a:ln>
        </p:spPr>
        <p:txBody>
          <a:bodyPr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Five things together that no prior study delivers</a:t>
            </a:r>
            <a:endParaRPr lang="en-US" sz="2000" b="1" dirty="0">
              <a:latin typeface="Titillium Web" pitchFamily="2" charset="77"/>
            </a:endParaRPr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91261AA4-98C3-830C-0E9E-3D0466E64C36}"/>
              </a:ext>
            </a:extLst>
          </p:cNvPr>
          <p:cNvSpPr/>
          <p:nvPr/>
        </p:nvSpPr>
        <p:spPr>
          <a:xfrm>
            <a:off x="446351" y="1111244"/>
            <a:ext cx="4001664" cy="1115218"/>
          </a:xfrm>
          <a:prstGeom prst="rect">
            <a:avLst/>
          </a:prstGeom>
          <a:solidFill>
            <a:srgbClr val="FFFFFF"/>
          </a:solidFill>
          <a:ln w="6350">
            <a:solidFill>
              <a:srgbClr val="4AC78F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1600">
              <a:latin typeface="Titillium Web" pitchFamily="2" charset="77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676E179-29A3-A815-9B8F-9BE3E73CCEEF}"/>
              </a:ext>
            </a:extLst>
          </p:cNvPr>
          <p:cNvGrpSpPr/>
          <p:nvPr/>
        </p:nvGrpSpPr>
        <p:grpSpPr>
          <a:xfrm>
            <a:off x="558703" y="1380839"/>
            <a:ext cx="563635" cy="568170"/>
            <a:chOff x="-3036506" y="1144218"/>
            <a:chExt cx="663481" cy="68580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B884227F-BCAA-919C-E314-1C032E071BAA}"/>
                </a:ext>
              </a:extLst>
            </p:cNvPr>
            <p:cNvSpPr/>
            <p:nvPr/>
          </p:nvSpPr>
          <p:spPr>
            <a:xfrm>
              <a:off x="-3036506" y="1144218"/>
              <a:ext cx="663481" cy="68580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US" sz="1600">
                <a:latin typeface="Titillium Web" pitchFamily="2" charset="77"/>
              </a:endParaRPr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7C7AE1DE-7025-4DEC-3D85-124B447A56AF}"/>
                </a:ext>
              </a:extLst>
            </p:cNvPr>
            <p:cNvSpPr/>
            <p:nvPr/>
          </p:nvSpPr>
          <p:spPr>
            <a:xfrm>
              <a:off x="-3036506" y="1144218"/>
              <a:ext cx="663481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Titillium Web" pitchFamily="2" charset="77"/>
                  <a:ea typeface="Calibri" pitchFamily="34" charset="-122"/>
                  <a:cs typeface="Calibri" pitchFamily="34" charset="-120"/>
                </a:rPr>
                <a:t>01</a:t>
              </a:r>
              <a:endParaRPr lang="en-US" sz="1600" dirty="0">
                <a:latin typeface="Titillium Web" pitchFamily="2" charset="77"/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6F817B7-904F-BD61-2042-6589C55484D1}"/>
              </a:ext>
            </a:extLst>
          </p:cNvPr>
          <p:cNvGrpSpPr/>
          <p:nvPr/>
        </p:nvGrpSpPr>
        <p:grpSpPr>
          <a:xfrm>
            <a:off x="1241803" y="1044416"/>
            <a:ext cx="3206212" cy="1115217"/>
            <a:chOff x="1257300" y="1359413"/>
            <a:chExt cx="4025115" cy="1066127"/>
          </a:xfrm>
        </p:grpSpPr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3F9B2546-0225-8B34-7109-0295E1E7BAB7}"/>
                </a:ext>
              </a:extLst>
            </p:cNvPr>
            <p:cNvSpPr/>
            <p:nvPr/>
          </p:nvSpPr>
          <p:spPr>
            <a:xfrm>
              <a:off x="1257300" y="1359413"/>
              <a:ext cx="4025115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B45"/>
                  </a:solidFill>
                  <a:latin typeface="Titillium Web" pitchFamily="2" charset="77"/>
                  <a:ea typeface="Calibri" pitchFamily="34" charset="-122"/>
                  <a:cs typeface="Calibri" pitchFamily="34" charset="-120"/>
                </a:rPr>
                <a:t>Continuous regression</a:t>
              </a:r>
              <a:endParaRPr lang="en-US" sz="1600" dirty="0">
                <a:latin typeface="Titillium Web" pitchFamily="2" charset="77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5F9D2EF4-778F-7BD8-5673-1972472A8023}"/>
                </a:ext>
              </a:extLst>
            </p:cNvPr>
            <p:cNvSpPr/>
            <p:nvPr/>
          </p:nvSpPr>
          <p:spPr>
            <a:xfrm>
              <a:off x="1257300" y="1739740"/>
              <a:ext cx="4025115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E293B"/>
                  </a:solidFill>
                  <a:latin typeface="Titillium Web" pitchFamily="2" charset="77"/>
                  <a:ea typeface="Calibri" pitchFamily="34" charset="-122"/>
                  <a:cs typeface="Calibri" pitchFamily="34" charset="-120"/>
                </a:rPr>
                <a:t>Predicting LOS in minutes — not the binary "prolonged vs. not" used in 10/12 reviewed studies.</a:t>
              </a:r>
              <a:endParaRPr lang="en-US" sz="1600" dirty="0">
                <a:latin typeface="Titillium Web" pitchFamily="2" charset="77"/>
              </a:endParaRPr>
            </a:p>
          </p:txBody>
        </p:sp>
      </p:grpSp>
      <p:sp>
        <p:nvSpPr>
          <p:cNvPr id="10" name="Shape 8">
            <a:extLst>
              <a:ext uri="{FF2B5EF4-FFF2-40B4-BE49-F238E27FC236}">
                <a16:creationId xmlns:a16="http://schemas.microsoft.com/office/drawing/2014/main" id="{1579374D-26B1-0912-B025-91DF3A326092}"/>
              </a:ext>
            </a:extLst>
          </p:cNvPr>
          <p:cNvSpPr/>
          <p:nvPr/>
        </p:nvSpPr>
        <p:spPr>
          <a:xfrm>
            <a:off x="4645738" y="1111244"/>
            <a:ext cx="4001665" cy="1115218"/>
          </a:xfrm>
          <a:prstGeom prst="rect">
            <a:avLst/>
          </a:prstGeom>
          <a:solidFill>
            <a:srgbClr val="FFFFFF"/>
          </a:solidFill>
          <a:ln w="6350">
            <a:solidFill>
              <a:srgbClr val="4AC78F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1600">
              <a:latin typeface="Titillium Web" pitchFamily="2" charset="77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C54CD38-D165-234D-0FF5-450C08890334}"/>
              </a:ext>
            </a:extLst>
          </p:cNvPr>
          <p:cNvGrpSpPr/>
          <p:nvPr/>
        </p:nvGrpSpPr>
        <p:grpSpPr>
          <a:xfrm>
            <a:off x="5425039" y="1100322"/>
            <a:ext cx="3314699" cy="1026875"/>
            <a:chOff x="7269480" y="2011680"/>
            <a:chExt cx="4160520" cy="1143000"/>
          </a:xfrm>
        </p:grpSpPr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0B273415-4E6A-DC5A-ED32-B0516BED5C78}"/>
                </a:ext>
              </a:extLst>
            </p:cNvPr>
            <p:cNvSpPr/>
            <p:nvPr/>
          </p:nvSpPr>
          <p:spPr>
            <a:xfrm>
              <a:off x="7269480" y="2011680"/>
              <a:ext cx="4160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B45"/>
                  </a:solidFill>
                  <a:latin typeface="Titillium Web" pitchFamily="2" charset="77"/>
                  <a:ea typeface="Calibri" pitchFamily="34" charset="-122"/>
                  <a:cs typeface="Calibri" pitchFamily="34" charset="-120"/>
                </a:rPr>
                <a:t>All five ESI levels</a:t>
              </a:r>
              <a:endParaRPr lang="en-US" sz="1600" dirty="0">
                <a:latin typeface="Titillium Web" pitchFamily="2" charset="77"/>
              </a:endParaRPr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10856EBA-7350-F67C-A8B2-795DEEC7688B}"/>
                </a:ext>
              </a:extLst>
            </p:cNvPr>
            <p:cNvSpPr/>
            <p:nvPr/>
          </p:nvSpPr>
          <p:spPr>
            <a:xfrm>
              <a:off x="7269480" y="2468880"/>
              <a:ext cx="416052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E293B"/>
                  </a:solidFill>
                  <a:latin typeface="Titillium Web" pitchFamily="2" charset="77"/>
                  <a:ea typeface="Calibri" pitchFamily="34" charset="-122"/>
                  <a:cs typeface="Calibri" pitchFamily="34" charset="-120"/>
                </a:rPr>
                <a:t>Per-acuity-level evaluation. Most studies report a single pooled metric or only ESI-3.</a:t>
              </a:r>
              <a:endParaRPr lang="en-US" sz="1600" dirty="0">
                <a:latin typeface="Titillium Web" pitchFamily="2" charset="77"/>
              </a:endParaRPr>
            </a:p>
          </p:txBody>
        </p:sp>
      </p:grpSp>
      <p:sp>
        <p:nvSpPr>
          <p:cNvPr id="15" name="Shape 13">
            <a:extLst>
              <a:ext uri="{FF2B5EF4-FFF2-40B4-BE49-F238E27FC236}">
                <a16:creationId xmlns:a16="http://schemas.microsoft.com/office/drawing/2014/main" id="{2C46031B-DA40-A9D2-F112-BD2F12579871}"/>
              </a:ext>
            </a:extLst>
          </p:cNvPr>
          <p:cNvSpPr/>
          <p:nvPr/>
        </p:nvSpPr>
        <p:spPr>
          <a:xfrm>
            <a:off x="446351" y="2368244"/>
            <a:ext cx="4001664" cy="1115218"/>
          </a:xfrm>
          <a:prstGeom prst="rect">
            <a:avLst/>
          </a:prstGeom>
          <a:solidFill>
            <a:srgbClr val="FFFFFF"/>
          </a:solidFill>
          <a:ln w="6350">
            <a:solidFill>
              <a:srgbClr val="4AC78F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1600">
              <a:latin typeface="Titillium Web" pitchFamily="2" charset="77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576AF99D-F495-FD01-0EAA-68EE9AC5A088}"/>
              </a:ext>
            </a:extLst>
          </p:cNvPr>
          <p:cNvGrpSpPr/>
          <p:nvPr/>
        </p:nvGrpSpPr>
        <p:grpSpPr>
          <a:xfrm>
            <a:off x="1242614" y="2338300"/>
            <a:ext cx="2988775" cy="1074569"/>
            <a:chOff x="1691640" y="3611880"/>
            <a:chExt cx="4160520" cy="1143000"/>
          </a:xfrm>
        </p:grpSpPr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775B9F81-BE07-E909-7E85-E5DD1AEED458}"/>
                </a:ext>
              </a:extLst>
            </p:cNvPr>
            <p:cNvSpPr/>
            <p:nvPr/>
          </p:nvSpPr>
          <p:spPr>
            <a:xfrm>
              <a:off x="1691640" y="3611880"/>
              <a:ext cx="4160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B45"/>
                  </a:solidFill>
                  <a:latin typeface="Titillium Web" pitchFamily="2" charset="77"/>
                  <a:ea typeface="Calibri" pitchFamily="34" charset="-122"/>
                  <a:cs typeface="Calibri" pitchFamily="34" charset="-120"/>
                </a:rPr>
                <a:t>SHAP interpretability</a:t>
              </a:r>
              <a:endParaRPr lang="en-US" sz="1600" dirty="0">
                <a:latin typeface="Titillium Web" pitchFamily="2" charset="77"/>
              </a:endParaRPr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CC8454D1-9812-DF5C-C782-01BBEED27808}"/>
                </a:ext>
              </a:extLst>
            </p:cNvPr>
            <p:cNvSpPr/>
            <p:nvPr/>
          </p:nvSpPr>
          <p:spPr>
            <a:xfrm>
              <a:off x="1691640" y="4069080"/>
              <a:ext cx="416052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E293B"/>
                  </a:solidFill>
                  <a:latin typeface="Titillium Web" pitchFamily="2" charset="77"/>
                  <a:ea typeface="Calibri" pitchFamily="34" charset="-122"/>
                  <a:cs typeface="Calibri" pitchFamily="34" charset="-120"/>
                </a:rPr>
                <a:t>Global feature ranking on LightGBM. Only 4/12 reviewed studies do this rigorously.</a:t>
              </a:r>
              <a:endParaRPr lang="en-US" sz="1600" dirty="0">
                <a:latin typeface="Titillium Web" pitchFamily="2" charset="77"/>
              </a:endParaRPr>
            </a:p>
          </p:txBody>
        </p:sp>
      </p:grpSp>
      <p:sp>
        <p:nvSpPr>
          <p:cNvPr id="20" name="Shape 18">
            <a:extLst>
              <a:ext uri="{FF2B5EF4-FFF2-40B4-BE49-F238E27FC236}">
                <a16:creationId xmlns:a16="http://schemas.microsoft.com/office/drawing/2014/main" id="{27700BCC-40EE-8A38-4EFD-A3DE3EC9DEA5}"/>
              </a:ext>
            </a:extLst>
          </p:cNvPr>
          <p:cNvSpPr/>
          <p:nvPr/>
        </p:nvSpPr>
        <p:spPr>
          <a:xfrm>
            <a:off x="4645738" y="2368244"/>
            <a:ext cx="4001664" cy="1115218"/>
          </a:xfrm>
          <a:prstGeom prst="rect">
            <a:avLst/>
          </a:prstGeom>
          <a:solidFill>
            <a:srgbClr val="FFFFFF"/>
          </a:solidFill>
          <a:ln w="6350">
            <a:solidFill>
              <a:srgbClr val="4AC78F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1600">
              <a:latin typeface="Titillium Web" pitchFamily="2" charset="77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B0F49604-8CB6-AC41-49A1-658371799D06}"/>
              </a:ext>
            </a:extLst>
          </p:cNvPr>
          <p:cNvGrpSpPr/>
          <p:nvPr/>
        </p:nvGrpSpPr>
        <p:grpSpPr>
          <a:xfrm>
            <a:off x="5406903" y="2321833"/>
            <a:ext cx="3283704" cy="1102096"/>
            <a:chOff x="7269480" y="3611880"/>
            <a:chExt cx="4160520" cy="1143000"/>
          </a:xfrm>
        </p:grpSpPr>
        <p:sp>
          <p:nvSpPr>
            <p:cNvPr id="23" name="Text 21">
              <a:extLst>
                <a:ext uri="{FF2B5EF4-FFF2-40B4-BE49-F238E27FC236}">
                  <a16:creationId xmlns:a16="http://schemas.microsoft.com/office/drawing/2014/main" id="{44740149-44B8-8924-5C30-60629050D9DB}"/>
                </a:ext>
              </a:extLst>
            </p:cNvPr>
            <p:cNvSpPr/>
            <p:nvPr/>
          </p:nvSpPr>
          <p:spPr>
            <a:xfrm>
              <a:off x="7269480" y="3611880"/>
              <a:ext cx="4160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B45"/>
                  </a:solidFill>
                  <a:latin typeface="Titillium Web" pitchFamily="2" charset="77"/>
                  <a:ea typeface="Calibri" pitchFamily="34" charset="-122"/>
                  <a:cs typeface="Calibri" pitchFamily="34" charset="-120"/>
                </a:rPr>
                <a:t>Demographic fairness</a:t>
              </a:r>
              <a:endParaRPr lang="en-US" sz="1600" dirty="0">
                <a:latin typeface="Titillium Web" pitchFamily="2" charset="77"/>
              </a:endParaRPr>
            </a:p>
          </p:txBody>
        </p:sp>
        <p:sp>
          <p:nvSpPr>
            <p:cNvPr id="24" name="Text 22">
              <a:extLst>
                <a:ext uri="{FF2B5EF4-FFF2-40B4-BE49-F238E27FC236}">
                  <a16:creationId xmlns:a16="http://schemas.microsoft.com/office/drawing/2014/main" id="{67A8A554-741E-BBE6-CEF0-A3D948400835}"/>
                </a:ext>
              </a:extLst>
            </p:cNvPr>
            <p:cNvSpPr/>
            <p:nvPr/>
          </p:nvSpPr>
          <p:spPr>
            <a:xfrm>
              <a:off x="7269480" y="4069080"/>
              <a:ext cx="416052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E293B"/>
                  </a:solidFill>
                  <a:latin typeface="Titillium Web" pitchFamily="2" charset="77"/>
                  <a:ea typeface="Calibri" pitchFamily="34" charset="-122"/>
                  <a:cs typeface="Calibri" pitchFamily="34" charset="-120"/>
                </a:rPr>
                <a:t>MAE/RMSE disaggregated by race, gender, age. Only 2/12 do any fairness audit.</a:t>
              </a:r>
              <a:endParaRPr lang="en-US" sz="1600" dirty="0">
                <a:latin typeface="Titillium Web" pitchFamily="2" charset="77"/>
              </a:endParaRPr>
            </a:p>
          </p:txBody>
        </p:sp>
      </p:grpSp>
      <p:sp>
        <p:nvSpPr>
          <p:cNvPr id="25" name="Shape 23">
            <a:extLst>
              <a:ext uri="{FF2B5EF4-FFF2-40B4-BE49-F238E27FC236}">
                <a16:creationId xmlns:a16="http://schemas.microsoft.com/office/drawing/2014/main" id="{28C67699-BA6F-EEA6-144A-12A845276B0F}"/>
              </a:ext>
            </a:extLst>
          </p:cNvPr>
          <p:cNvSpPr/>
          <p:nvPr/>
        </p:nvSpPr>
        <p:spPr>
          <a:xfrm>
            <a:off x="1252260" y="3631218"/>
            <a:ext cx="6310911" cy="897374"/>
          </a:xfrm>
          <a:prstGeom prst="rect">
            <a:avLst/>
          </a:prstGeom>
          <a:solidFill>
            <a:srgbClr val="0D2B45">
              <a:alpha val="87843"/>
            </a:srgbClr>
          </a:solidFill>
          <a:ln w="12700">
            <a:solidFill>
              <a:srgbClr val="0D2B45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1600" dirty="0">
              <a:latin typeface="Titillium Web" pitchFamily="2" charset="77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38D1A4C-B422-DDB0-C6D2-046AFA8FFCA0}"/>
              </a:ext>
            </a:extLst>
          </p:cNvPr>
          <p:cNvGrpSpPr/>
          <p:nvPr/>
        </p:nvGrpSpPr>
        <p:grpSpPr>
          <a:xfrm>
            <a:off x="1580829" y="3832224"/>
            <a:ext cx="621900" cy="561946"/>
            <a:chOff x="777240" y="5276088"/>
            <a:chExt cx="640080" cy="640080"/>
          </a:xfrm>
        </p:grpSpPr>
        <p:sp>
          <p:nvSpPr>
            <p:cNvPr id="26" name="Shape 24">
              <a:extLst>
                <a:ext uri="{FF2B5EF4-FFF2-40B4-BE49-F238E27FC236}">
                  <a16:creationId xmlns:a16="http://schemas.microsoft.com/office/drawing/2014/main" id="{0B93A317-B795-1C8C-DCA9-D707552507AA}"/>
                </a:ext>
              </a:extLst>
            </p:cNvPr>
            <p:cNvSpPr/>
            <p:nvPr/>
          </p:nvSpPr>
          <p:spPr>
            <a:xfrm>
              <a:off x="777240" y="5276088"/>
              <a:ext cx="640080" cy="640080"/>
            </a:xfrm>
            <a:prstGeom prst="ellipse">
              <a:avLst/>
            </a:prstGeom>
            <a:solidFill>
              <a:srgbClr val="4AC78F"/>
            </a:solidFill>
            <a:ln w="12700">
              <a:solidFill>
                <a:srgbClr val="4AC78F"/>
              </a:solidFill>
              <a:prstDash val="solid"/>
            </a:ln>
          </p:spPr>
          <p:txBody>
            <a:bodyPr/>
            <a:lstStyle/>
            <a:p>
              <a:endParaRPr lang="en-US" sz="1600">
                <a:latin typeface="Titillium Web" pitchFamily="2" charset="77"/>
              </a:endParaRPr>
            </a:p>
          </p:txBody>
        </p:sp>
        <p:sp>
          <p:nvSpPr>
            <p:cNvPr id="29" name="Text 25">
              <a:extLst>
                <a:ext uri="{FF2B5EF4-FFF2-40B4-BE49-F238E27FC236}">
                  <a16:creationId xmlns:a16="http://schemas.microsoft.com/office/drawing/2014/main" id="{E855A777-33E5-53D5-7CB5-192ACE7BEBFD}"/>
                </a:ext>
              </a:extLst>
            </p:cNvPr>
            <p:cNvSpPr/>
            <p:nvPr/>
          </p:nvSpPr>
          <p:spPr>
            <a:xfrm>
              <a:off x="777240" y="5276088"/>
              <a:ext cx="6400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0D2B45"/>
                  </a:solidFill>
                  <a:latin typeface="Titillium Web" pitchFamily="2" charset="77"/>
                  <a:ea typeface="Calibri" pitchFamily="34" charset="-122"/>
                  <a:cs typeface="Calibri" pitchFamily="34" charset="-120"/>
                </a:rPr>
                <a:t>05</a:t>
              </a:r>
              <a:endParaRPr lang="en-US" sz="1600" dirty="0">
                <a:latin typeface="Titillium Web" pitchFamily="2" charset="77"/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E21AB40-8731-6D79-E7E1-9A499AFF333E}"/>
              </a:ext>
            </a:extLst>
          </p:cNvPr>
          <p:cNvGrpSpPr/>
          <p:nvPr/>
        </p:nvGrpSpPr>
        <p:grpSpPr>
          <a:xfrm>
            <a:off x="2402540" y="3719746"/>
            <a:ext cx="5160631" cy="708768"/>
            <a:chOff x="1964556" y="3525240"/>
            <a:chExt cx="9281160" cy="1588510"/>
          </a:xfrm>
        </p:grpSpPr>
        <p:sp>
          <p:nvSpPr>
            <p:cNvPr id="30" name="Text 26">
              <a:extLst>
                <a:ext uri="{FF2B5EF4-FFF2-40B4-BE49-F238E27FC236}">
                  <a16:creationId xmlns:a16="http://schemas.microsoft.com/office/drawing/2014/main" id="{49B3F156-296A-FC04-515F-A80E2EC8FD31}"/>
                </a:ext>
              </a:extLst>
            </p:cNvPr>
            <p:cNvSpPr/>
            <p:nvPr/>
          </p:nvSpPr>
          <p:spPr>
            <a:xfrm>
              <a:off x="1964556" y="3525240"/>
              <a:ext cx="9281160" cy="3657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Titillium Web" pitchFamily="2" charset="77"/>
                  <a:ea typeface="Calibri" pitchFamily="34" charset="-122"/>
                  <a:cs typeface="Calibri" pitchFamily="34" charset="-120"/>
                </a:rPr>
                <a:t>Fully reproducible on public data</a:t>
              </a:r>
              <a:endParaRPr lang="en-US" sz="1600" dirty="0">
                <a:latin typeface="Titillium Web" pitchFamily="2" charset="77"/>
              </a:endParaRPr>
            </a:p>
          </p:txBody>
        </p:sp>
        <p:sp>
          <p:nvSpPr>
            <p:cNvPr id="31" name="Text 27">
              <a:extLst>
                <a:ext uri="{FF2B5EF4-FFF2-40B4-BE49-F238E27FC236}">
                  <a16:creationId xmlns:a16="http://schemas.microsoft.com/office/drawing/2014/main" id="{7C956C64-39BF-D421-0807-15F4A4981373}"/>
                </a:ext>
              </a:extLst>
            </p:cNvPr>
            <p:cNvSpPr/>
            <p:nvPr/>
          </p:nvSpPr>
          <p:spPr>
            <a:xfrm>
              <a:off x="1964558" y="4231603"/>
              <a:ext cx="9281158" cy="88214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F0FDF8"/>
                  </a:solidFill>
                  <a:latin typeface="Titillium Web" pitchFamily="2" charset="77"/>
                  <a:ea typeface="Calibri" pitchFamily="34" charset="-122"/>
                  <a:cs typeface="Calibri" pitchFamily="34" charset="-120"/>
                </a:rPr>
                <a:t>CC0 dataset, fixed seed, GitHub-published notebook. 9/12 reviewed studies use proprietary single-center data.</a:t>
              </a:r>
              <a:endParaRPr lang="en-US" sz="1600" dirty="0">
                <a:latin typeface="Titillium Web" pitchFamily="2" charset="77"/>
              </a:endParaRPr>
            </a:p>
          </p:txBody>
        </p:sp>
      </p:grpSp>
      <p:sp>
        <p:nvSpPr>
          <p:cNvPr id="42" name="Google Shape;579;p26">
            <a:extLst>
              <a:ext uri="{FF2B5EF4-FFF2-40B4-BE49-F238E27FC236}">
                <a16:creationId xmlns:a16="http://schemas.microsoft.com/office/drawing/2014/main" id="{20F43110-BF5C-8165-D461-FDE5DD06B7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b="1"/>
              <a:t>7</a:t>
            </a:fld>
            <a:endParaRPr b="1"/>
          </a:p>
        </p:txBody>
      </p:sp>
      <p:sp>
        <p:nvSpPr>
          <p:cNvPr id="43" name="Google Shape;597;p27">
            <a:extLst>
              <a:ext uri="{FF2B5EF4-FFF2-40B4-BE49-F238E27FC236}">
                <a16:creationId xmlns:a16="http://schemas.microsoft.com/office/drawing/2014/main" id="{7A952C45-64F8-C3C0-E5C4-9A4C19DD2F06}"/>
              </a:ext>
            </a:extLst>
          </p:cNvPr>
          <p:cNvSpPr txBox="1"/>
          <p:nvPr/>
        </p:nvSpPr>
        <p:spPr>
          <a:xfrm>
            <a:off x="625425" y="4896800"/>
            <a:ext cx="27351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>
                <a:solidFill>
                  <a:srgbClr val="4AC78F"/>
                </a:solidFill>
                <a:latin typeface="Titillium Web"/>
                <a:ea typeface="Titillium Web"/>
                <a:cs typeface="Titillium Web"/>
                <a:sym typeface="Titillium Web"/>
              </a:rPr>
              <a:t>Team 3 - Georgia Southern University - CSCI 7090 - 2026   </a:t>
            </a:r>
            <a:endParaRPr sz="600" b="1">
              <a:solidFill>
                <a:srgbClr val="4AC78F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216206D-CD04-6BCC-3E17-DB07E26BFA03}"/>
              </a:ext>
            </a:extLst>
          </p:cNvPr>
          <p:cNvGrpSpPr/>
          <p:nvPr/>
        </p:nvGrpSpPr>
        <p:grpSpPr>
          <a:xfrm>
            <a:off x="558703" y="2638177"/>
            <a:ext cx="563635" cy="568170"/>
            <a:chOff x="-3036506" y="1144218"/>
            <a:chExt cx="663481" cy="685800"/>
          </a:xfrm>
        </p:grpSpPr>
        <p:sp>
          <p:nvSpPr>
            <p:cNvPr id="45" name="Shape 4">
              <a:extLst>
                <a:ext uri="{FF2B5EF4-FFF2-40B4-BE49-F238E27FC236}">
                  <a16:creationId xmlns:a16="http://schemas.microsoft.com/office/drawing/2014/main" id="{C041DC97-8430-6695-FB58-882C9C7679EC}"/>
                </a:ext>
              </a:extLst>
            </p:cNvPr>
            <p:cNvSpPr/>
            <p:nvPr/>
          </p:nvSpPr>
          <p:spPr>
            <a:xfrm>
              <a:off x="-3036506" y="1144218"/>
              <a:ext cx="663481" cy="68580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US" sz="1600">
                <a:latin typeface="Titillium Web" pitchFamily="2" charset="77"/>
              </a:endParaRPr>
            </a:p>
          </p:txBody>
        </p:sp>
        <p:sp>
          <p:nvSpPr>
            <p:cNvPr id="46" name="Text 5">
              <a:extLst>
                <a:ext uri="{FF2B5EF4-FFF2-40B4-BE49-F238E27FC236}">
                  <a16:creationId xmlns:a16="http://schemas.microsoft.com/office/drawing/2014/main" id="{40E14C9E-82EE-D171-46B4-098028062E2A}"/>
                </a:ext>
              </a:extLst>
            </p:cNvPr>
            <p:cNvSpPr/>
            <p:nvPr/>
          </p:nvSpPr>
          <p:spPr>
            <a:xfrm>
              <a:off x="-3036506" y="1144218"/>
              <a:ext cx="663481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Titillium Web" pitchFamily="2" charset="77"/>
                  <a:ea typeface="Calibri" pitchFamily="34" charset="-122"/>
                  <a:cs typeface="Calibri" pitchFamily="34" charset="-120"/>
                </a:rPr>
                <a:t>03</a:t>
              </a:r>
              <a:endParaRPr lang="en-US" sz="1600" dirty="0">
                <a:latin typeface="Titillium Web" pitchFamily="2" charset="77"/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638191F-145D-1766-ED41-9248205BA0AF}"/>
              </a:ext>
            </a:extLst>
          </p:cNvPr>
          <p:cNvGrpSpPr/>
          <p:nvPr/>
        </p:nvGrpSpPr>
        <p:grpSpPr>
          <a:xfrm>
            <a:off x="4753571" y="1384768"/>
            <a:ext cx="563635" cy="568170"/>
            <a:chOff x="-3036506" y="1144218"/>
            <a:chExt cx="663481" cy="685800"/>
          </a:xfrm>
        </p:grpSpPr>
        <p:sp>
          <p:nvSpPr>
            <p:cNvPr id="48" name="Shape 4">
              <a:extLst>
                <a:ext uri="{FF2B5EF4-FFF2-40B4-BE49-F238E27FC236}">
                  <a16:creationId xmlns:a16="http://schemas.microsoft.com/office/drawing/2014/main" id="{35E7395F-73B6-5840-B5A4-B23EBB0A5131}"/>
                </a:ext>
              </a:extLst>
            </p:cNvPr>
            <p:cNvSpPr/>
            <p:nvPr/>
          </p:nvSpPr>
          <p:spPr>
            <a:xfrm>
              <a:off x="-3036506" y="1144218"/>
              <a:ext cx="663481" cy="68580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US" sz="1600">
                <a:latin typeface="Titillium Web" pitchFamily="2" charset="77"/>
              </a:endParaRPr>
            </a:p>
          </p:txBody>
        </p:sp>
        <p:sp>
          <p:nvSpPr>
            <p:cNvPr id="49" name="Text 5">
              <a:extLst>
                <a:ext uri="{FF2B5EF4-FFF2-40B4-BE49-F238E27FC236}">
                  <a16:creationId xmlns:a16="http://schemas.microsoft.com/office/drawing/2014/main" id="{78DDFDCD-C679-5E2E-70F9-0CE940D92F18}"/>
                </a:ext>
              </a:extLst>
            </p:cNvPr>
            <p:cNvSpPr/>
            <p:nvPr/>
          </p:nvSpPr>
          <p:spPr>
            <a:xfrm>
              <a:off x="-3036506" y="1144218"/>
              <a:ext cx="663481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Titillium Web" pitchFamily="2" charset="77"/>
                  <a:ea typeface="Calibri" pitchFamily="34" charset="-122"/>
                  <a:cs typeface="Calibri" pitchFamily="34" charset="-120"/>
                </a:rPr>
                <a:t>02</a:t>
              </a:r>
              <a:endParaRPr lang="en-US" sz="1600" dirty="0">
                <a:latin typeface="Titillium Web" pitchFamily="2" charset="77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D89C66F-4866-1962-DB4A-FE7ED9FD258F}"/>
              </a:ext>
            </a:extLst>
          </p:cNvPr>
          <p:cNvGrpSpPr/>
          <p:nvPr/>
        </p:nvGrpSpPr>
        <p:grpSpPr>
          <a:xfrm>
            <a:off x="4753571" y="2638177"/>
            <a:ext cx="563635" cy="568170"/>
            <a:chOff x="-3036506" y="1144218"/>
            <a:chExt cx="663481" cy="685800"/>
          </a:xfrm>
        </p:grpSpPr>
        <p:sp>
          <p:nvSpPr>
            <p:cNvPr id="51" name="Shape 4">
              <a:extLst>
                <a:ext uri="{FF2B5EF4-FFF2-40B4-BE49-F238E27FC236}">
                  <a16:creationId xmlns:a16="http://schemas.microsoft.com/office/drawing/2014/main" id="{53D8EB6D-EF42-5F70-6220-74B9FFA036CB}"/>
                </a:ext>
              </a:extLst>
            </p:cNvPr>
            <p:cNvSpPr/>
            <p:nvPr/>
          </p:nvSpPr>
          <p:spPr>
            <a:xfrm>
              <a:off x="-3036506" y="1144218"/>
              <a:ext cx="663481" cy="68580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US" sz="1600">
                <a:latin typeface="Titillium Web" pitchFamily="2" charset="77"/>
              </a:endParaRPr>
            </a:p>
          </p:txBody>
        </p:sp>
        <p:sp>
          <p:nvSpPr>
            <p:cNvPr id="52" name="Text 5">
              <a:extLst>
                <a:ext uri="{FF2B5EF4-FFF2-40B4-BE49-F238E27FC236}">
                  <a16:creationId xmlns:a16="http://schemas.microsoft.com/office/drawing/2014/main" id="{B59118A9-EA1B-6D25-3E8D-98AE2CB3C4D4}"/>
                </a:ext>
              </a:extLst>
            </p:cNvPr>
            <p:cNvSpPr/>
            <p:nvPr/>
          </p:nvSpPr>
          <p:spPr>
            <a:xfrm>
              <a:off x="-3036506" y="1144218"/>
              <a:ext cx="663481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Titillium Web" pitchFamily="2" charset="77"/>
                  <a:ea typeface="Calibri" pitchFamily="34" charset="-122"/>
                  <a:cs typeface="Calibri" pitchFamily="34" charset="-120"/>
                </a:rPr>
                <a:t>04</a:t>
              </a:r>
              <a:endParaRPr lang="en-US" sz="1600" dirty="0">
                <a:latin typeface="Titillium Web" pitchFamily="2" charset="77"/>
              </a:endParaRPr>
            </a:p>
          </p:txBody>
        </p:sp>
      </p:grpSp>
      <p:sp>
        <p:nvSpPr>
          <p:cNvPr id="53" name="Text 28">
            <a:extLst>
              <a:ext uri="{FF2B5EF4-FFF2-40B4-BE49-F238E27FC236}">
                <a16:creationId xmlns:a16="http://schemas.microsoft.com/office/drawing/2014/main" id="{20E92FA5-DFE3-4FF9-8439-FA8AB820A73E}"/>
              </a:ext>
            </a:extLst>
          </p:cNvPr>
          <p:cNvSpPr/>
          <p:nvPr/>
        </p:nvSpPr>
        <p:spPr>
          <a:xfrm>
            <a:off x="5290024" y="4710711"/>
            <a:ext cx="3128963" cy="293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0D9488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To our knowledge, no prior study delivers all five — on a single, fully public dataset.</a:t>
            </a:r>
            <a:endParaRPr lang="en-US" sz="1200" dirty="0">
              <a:latin typeface="Titillium Web" pitchFamily="2" charset="7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29"/>
          <p:cNvSpPr txBox="1">
            <a:spLocks noGrp="1"/>
          </p:cNvSpPr>
          <p:nvPr>
            <p:ph type="title"/>
          </p:nvPr>
        </p:nvSpPr>
        <p:spPr>
          <a:xfrm>
            <a:off x="720000" y="205162"/>
            <a:ext cx="7704000" cy="564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200" dirty="0"/>
              <a:t>Reflections</a:t>
            </a:r>
            <a:endParaRPr sz="3200" dirty="0"/>
          </a:p>
        </p:txBody>
      </p:sp>
      <p:grpSp>
        <p:nvGrpSpPr>
          <p:cNvPr id="631" name="Google Shape;631;p29"/>
          <p:cNvGrpSpPr/>
          <p:nvPr/>
        </p:nvGrpSpPr>
        <p:grpSpPr>
          <a:xfrm>
            <a:off x="8191732" y="-314459"/>
            <a:ext cx="954923" cy="1114853"/>
            <a:chOff x="7511876" y="-463868"/>
            <a:chExt cx="1627340" cy="1899886"/>
          </a:xfrm>
        </p:grpSpPr>
        <p:sp>
          <p:nvSpPr>
            <p:cNvPr id="632" name="Google Shape;632;p29"/>
            <p:cNvSpPr/>
            <p:nvPr/>
          </p:nvSpPr>
          <p:spPr>
            <a:xfrm>
              <a:off x="7511876" y="-463868"/>
              <a:ext cx="1594671" cy="1823598"/>
            </a:xfrm>
            <a:custGeom>
              <a:avLst/>
              <a:gdLst/>
              <a:ahLst/>
              <a:cxnLst/>
              <a:rect l="l" t="t" r="r" b="b"/>
              <a:pathLst>
                <a:path w="1822481" h="2084112" extrusionOk="0">
                  <a:moveTo>
                    <a:pt x="1440741" y="2089880"/>
                  </a:moveTo>
                  <a:lnTo>
                    <a:pt x="1211143" y="844745"/>
                  </a:lnTo>
                  <a:lnTo>
                    <a:pt x="1228510" y="841537"/>
                  </a:lnTo>
                  <a:lnTo>
                    <a:pt x="1458113" y="2086671"/>
                  </a:lnTo>
                  <a:close/>
                  <a:moveTo>
                    <a:pt x="1223299" y="852172"/>
                  </a:moveTo>
                  <a:lnTo>
                    <a:pt x="1826542" y="884979"/>
                  </a:lnTo>
                  <a:lnTo>
                    <a:pt x="1827511" y="867351"/>
                  </a:lnTo>
                  <a:lnTo>
                    <a:pt x="1216354" y="834115"/>
                  </a:lnTo>
                  <a:lnTo>
                    <a:pt x="583398" y="1470959"/>
                  </a:lnTo>
                  <a:lnTo>
                    <a:pt x="595919" y="1483411"/>
                  </a:lnTo>
                  <a:close/>
                  <a:moveTo>
                    <a:pt x="928194" y="1527416"/>
                  </a:moveTo>
                  <a:lnTo>
                    <a:pt x="840068" y="1238658"/>
                  </a:lnTo>
                  <a:lnTo>
                    <a:pt x="823184" y="1243816"/>
                  </a:lnTo>
                  <a:lnTo>
                    <a:pt x="911309" y="1532574"/>
                  </a:lnTo>
                  <a:close/>
                  <a:moveTo>
                    <a:pt x="1224796" y="835862"/>
                  </a:moveTo>
                  <a:lnTo>
                    <a:pt x="15015" y="5767"/>
                  </a:lnTo>
                  <a:lnTo>
                    <a:pt x="5030" y="20325"/>
                  </a:lnTo>
                  <a:lnTo>
                    <a:pt x="1214834" y="8504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53675" tIns="26825" rIns="53675" bIns="268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6"/>
                <a:buFont typeface="Arial"/>
                <a:buNone/>
              </a:pPr>
              <a:endParaRPr sz="1056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3" name="Google Shape;633;p29"/>
            <p:cNvSpPr/>
            <p:nvPr/>
          </p:nvSpPr>
          <p:spPr>
            <a:xfrm>
              <a:off x="7991308" y="121335"/>
              <a:ext cx="1147908" cy="1314683"/>
            </a:xfrm>
            <a:custGeom>
              <a:avLst/>
              <a:gdLst/>
              <a:ahLst/>
              <a:cxnLst/>
              <a:rect l="l" t="t" r="r" b="b"/>
              <a:pathLst>
                <a:path w="1311895" h="1502495" extrusionOk="0">
                  <a:moveTo>
                    <a:pt x="666806" y="348752"/>
                  </a:moveTo>
                  <a:cubicBezTo>
                    <a:pt x="572228" y="348752"/>
                    <a:pt x="495313" y="271820"/>
                    <a:pt x="495313" y="177259"/>
                  </a:cubicBezTo>
                  <a:cubicBezTo>
                    <a:pt x="495313" y="82699"/>
                    <a:pt x="572228" y="5767"/>
                    <a:pt x="666806" y="5767"/>
                  </a:cubicBezTo>
                  <a:cubicBezTo>
                    <a:pt x="761383" y="5767"/>
                    <a:pt x="838299" y="82699"/>
                    <a:pt x="838299" y="177259"/>
                  </a:cubicBezTo>
                  <a:cubicBezTo>
                    <a:pt x="838299" y="271820"/>
                    <a:pt x="761383" y="348752"/>
                    <a:pt x="666806" y="348752"/>
                  </a:cubicBezTo>
                  <a:close/>
                  <a:moveTo>
                    <a:pt x="666806" y="23429"/>
                  </a:moveTo>
                  <a:cubicBezTo>
                    <a:pt x="581982" y="23429"/>
                    <a:pt x="512975" y="92436"/>
                    <a:pt x="512975" y="177259"/>
                  </a:cubicBezTo>
                  <a:cubicBezTo>
                    <a:pt x="512975" y="262083"/>
                    <a:pt x="581982" y="331090"/>
                    <a:pt x="666806" y="331090"/>
                  </a:cubicBezTo>
                  <a:cubicBezTo>
                    <a:pt x="751630" y="331090"/>
                    <a:pt x="820637" y="262083"/>
                    <a:pt x="820637" y="177259"/>
                  </a:cubicBezTo>
                  <a:cubicBezTo>
                    <a:pt x="820637" y="92436"/>
                    <a:pt x="751630" y="23429"/>
                    <a:pt x="666806" y="23429"/>
                  </a:cubicBezTo>
                  <a:close/>
                  <a:moveTo>
                    <a:pt x="666806" y="88954"/>
                  </a:moveTo>
                  <a:cubicBezTo>
                    <a:pt x="715574" y="88954"/>
                    <a:pt x="755111" y="128491"/>
                    <a:pt x="755111" y="177259"/>
                  </a:cubicBezTo>
                  <a:cubicBezTo>
                    <a:pt x="755111" y="177259"/>
                    <a:pt x="755111" y="177265"/>
                    <a:pt x="755111" y="177265"/>
                  </a:cubicBezTo>
                  <a:cubicBezTo>
                    <a:pt x="755111" y="226034"/>
                    <a:pt x="715574" y="265571"/>
                    <a:pt x="666806" y="265571"/>
                  </a:cubicBezTo>
                  <a:cubicBezTo>
                    <a:pt x="618037" y="265576"/>
                    <a:pt x="578501" y="226039"/>
                    <a:pt x="578495" y="177271"/>
                  </a:cubicBezTo>
                  <a:cubicBezTo>
                    <a:pt x="578495" y="177271"/>
                    <a:pt x="578495" y="177265"/>
                    <a:pt x="578495" y="177265"/>
                  </a:cubicBezTo>
                  <a:cubicBezTo>
                    <a:pt x="578495" y="128491"/>
                    <a:pt x="618032" y="88954"/>
                    <a:pt x="666806" y="88954"/>
                  </a:cubicBezTo>
                  <a:close/>
                  <a:moveTo>
                    <a:pt x="49179" y="763095"/>
                  </a:moveTo>
                  <a:cubicBezTo>
                    <a:pt x="73567" y="763095"/>
                    <a:pt x="93335" y="782864"/>
                    <a:pt x="93335" y="807251"/>
                  </a:cubicBezTo>
                  <a:cubicBezTo>
                    <a:pt x="93335" y="831638"/>
                    <a:pt x="73567" y="851406"/>
                    <a:pt x="49179" y="851406"/>
                  </a:cubicBezTo>
                  <a:cubicBezTo>
                    <a:pt x="24798" y="851400"/>
                    <a:pt x="5030" y="831638"/>
                    <a:pt x="5030" y="807251"/>
                  </a:cubicBezTo>
                  <a:cubicBezTo>
                    <a:pt x="5030" y="782869"/>
                    <a:pt x="24792" y="763101"/>
                    <a:pt x="49179" y="763095"/>
                  </a:cubicBezTo>
                  <a:close/>
                  <a:moveTo>
                    <a:pt x="1272770" y="163520"/>
                  </a:moveTo>
                  <a:cubicBezTo>
                    <a:pt x="1297157" y="163520"/>
                    <a:pt x="1316919" y="183282"/>
                    <a:pt x="1316925" y="207669"/>
                  </a:cubicBezTo>
                  <a:cubicBezTo>
                    <a:pt x="1316925" y="232057"/>
                    <a:pt x="1297157" y="251825"/>
                    <a:pt x="1272770" y="251825"/>
                  </a:cubicBezTo>
                  <a:cubicBezTo>
                    <a:pt x="1248383" y="251819"/>
                    <a:pt x="1228620" y="232057"/>
                    <a:pt x="1228620" y="207669"/>
                  </a:cubicBezTo>
                  <a:cubicBezTo>
                    <a:pt x="1228620" y="183288"/>
                    <a:pt x="1248388" y="163520"/>
                    <a:pt x="1272770" y="163520"/>
                  </a:cubicBezTo>
                  <a:close/>
                  <a:moveTo>
                    <a:pt x="901880" y="1331651"/>
                  </a:moveTo>
                  <a:cubicBezTo>
                    <a:pt x="950649" y="1331651"/>
                    <a:pt x="990186" y="1371188"/>
                    <a:pt x="990186" y="1419957"/>
                  </a:cubicBezTo>
                  <a:cubicBezTo>
                    <a:pt x="990186" y="1468725"/>
                    <a:pt x="950649" y="1508262"/>
                    <a:pt x="901880" y="1508262"/>
                  </a:cubicBezTo>
                  <a:cubicBezTo>
                    <a:pt x="853112" y="1508268"/>
                    <a:pt x="813575" y="1468731"/>
                    <a:pt x="813569" y="1419963"/>
                  </a:cubicBezTo>
                  <a:cubicBezTo>
                    <a:pt x="813569" y="1419963"/>
                    <a:pt x="813569" y="1419957"/>
                    <a:pt x="813569" y="1419957"/>
                  </a:cubicBezTo>
                  <a:cubicBezTo>
                    <a:pt x="813552" y="1371188"/>
                    <a:pt x="853077" y="1331640"/>
                    <a:pt x="901846" y="1331622"/>
                  </a:cubicBezTo>
                  <a:cubicBezTo>
                    <a:pt x="901857" y="1331622"/>
                    <a:pt x="901869" y="1331622"/>
                    <a:pt x="901880" y="1331622"/>
                  </a:cubicBezTo>
                  <a:close/>
                  <a:moveTo>
                    <a:pt x="357195" y="905298"/>
                  </a:moveTo>
                  <a:cubicBezTo>
                    <a:pt x="333452" y="899745"/>
                    <a:pt x="318702" y="876002"/>
                    <a:pt x="324255" y="852259"/>
                  </a:cubicBezTo>
                  <a:cubicBezTo>
                    <a:pt x="324255" y="852253"/>
                    <a:pt x="324255" y="852253"/>
                    <a:pt x="324255" y="852253"/>
                  </a:cubicBezTo>
                  <a:cubicBezTo>
                    <a:pt x="329814" y="828510"/>
                    <a:pt x="353563" y="813767"/>
                    <a:pt x="377306" y="819314"/>
                  </a:cubicBezTo>
                  <a:cubicBezTo>
                    <a:pt x="401049" y="824866"/>
                    <a:pt x="415798" y="848609"/>
                    <a:pt x="410245" y="872352"/>
                  </a:cubicBezTo>
                  <a:cubicBezTo>
                    <a:pt x="410245" y="872358"/>
                    <a:pt x="410245" y="872358"/>
                    <a:pt x="410245" y="872358"/>
                  </a:cubicBezTo>
                  <a:cubicBezTo>
                    <a:pt x="410245" y="872451"/>
                    <a:pt x="410205" y="872538"/>
                    <a:pt x="410181" y="872625"/>
                  </a:cubicBezTo>
                  <a:cubicBezTo>
                    <a:pt x="404495" y="896223"/>
                    <a:pt x="380828" y="910804"/>
                    <a:pt x="357195" y="9052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53675" tIns="26825" rIns="53675" bIns="268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6"/>
                <a:buFont typeface="Arial"/>
                <a:buNone/>
              </a:pPr>
              <a:endParaRPr sz="1056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" name="Shape 16">
            <a:extLst>
              <a:ext uri="{FF2B5EF4-FFF2-40B4-BE49-F238E27FC236}">
                <a16:creationId xmlns:a16="http://schemas.microsoft.com/office/drawing/2014/main" id="{16132183-ADAF-B611-DBA9-7D116C6B1F60}"/>
              </a:ext>
            </a:extLst>
          </p:cNvPr>
          <p:cNvSpPr/>
          <p:nvPr/>
        </p:nvSpPr>
        <p:spPr>
          <a:xfrm>
            <a:off x="625424" y="817345"/>
            <a:ext cx="7931359" cy="44051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  <a:prstDash val="solid"/>
          </a:ln>
        </p:spPr>
        <p:txBody>
          <a:bodyPr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What went well, what challenged us, what’s next</a:t>
            </a:r>
            <a:endParaRPr lang="en-US" sz="2000" b="1" dirty="0">
              <a:latin typeface="Titillium Web" pitchFamily="2" charset="77"/>
            </a:endParaRPr>
          </a:p>
        </p:txBody>
      </p:sp>
      <p:sp>
        <p:nvSpPr>
          <p:cNvPr id="40" name="Shape 3">
            <a:extLst>
              <a:ext uri="{FF2B5EF4-FFF2-40B4-BE49-F238E27FC236}">
                <a16:creationId xmlns:a16="http://schemas.microsoft.com/office/drawing/2014/main" id="{7DF1A01D-BD11-2F71-750E-06A3C6BE759D}"/>
              </a:ext>
            </a:extLst>
          </p:cNvPr>
          <p:cNvSpPr/>
          <p:nvPr/>
        </p:nvSpPr>
        <p:spPr>
          <a:xfrm>
            <a:off x="232012" y="1445060"/>
            <a:ext cx="2767997" cy="3126214"/>
          </a:xfrm>
          <a:prstGeom prst="rect">
            <a:avLst/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1800">
              <a:latin typeface="Titillium Web" pitchFamily="2" charset="77"/>
            </a:endParaRPr>
          </a:p>
        </p:txBody>
      </p:sp>
      <p:sp>
        <p:nvSpPr>
          <p:cNvPr id="41" name="Shape 4">
            <a:extLst>
              <a:ext uri="{FF2B5EF4-FFF2-40B4-BE49-F238E27FC236}">
                <a16:creationId xmlns:a16="http://schemas.microsoft.com/office/drawing/2014/main" id="{7F6BA871-0A35-84EE-B65D-4DE19D73AC61}"/>
              </a:ext>
            </a:extLst>
          </p:cNvPr>
          <p:cNvSpPr/>
          <p:nvPr/>
        </p:nvSpPr>
        <p:spPr>
          <a:xfrm>
            <a:off x="232012" y="1445060"/>
            <a:ext cx="2767997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800">
              <a:latin typeface="Titillium Web" pitchFamily="2" charset="77"/>
            </a:endParaRPr>
          </a:p>
        </p:txBody>
      </p:sp>
      <p:sp>
        <p:nvSpPr>
          <p:cNvPr id="42" name="Text 5">
            <a:extLst>
              <a:ext uri="{FF2B5EF4-FFF2-40B4-BE49-F238E27FC236}">
                <a16:creationId xmlns:a16="http://schemas.microsoft.com/office/drawing/2014/main" id="{6518BAE0-F7D0-312D-A9B4-4F34223FBB5F}"/>
              </a:ext>
            </a:extLst>
          </p:cNvPr>
          <p:cNvSpPr/>
          <p:nvPr/>
        </p:nvSpPr>
        <p:spPr>
          <a:xfrm>
            <a:off x="439609" y="1731037"/>
            <a:ext cx="23527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400" dirty="0">
                <a:solidFill>
                  <a:srgbClr val="0D9488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WHAT WORKED</a:t>
            </a:r>
            <a:endParaRPr lang="en-US" sz="1800" dirty="0">
              <a:latin typeface="Titillium Web" pitchFamily="2" charset="77"/>
            </a:endParaRPr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27DC56A4-700B-FAC2-2F5F-AF2AB9FF368D}"/>
              </a:ext>
            </a:extLst>
          </p:cNvPr>
          <p:cNvSpPr/>
          <p:nvPr/>
        </p:nvSpPr>
        <p:spPr>
          <a:xfrm>
            <a:off x="439610" y="2143285"/>
            <a:ext cx="2352797" cy="523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2B45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Clean reproducibility</a:t>
            </a:r>
            <a:endParaRPr lang="en-US" sz="1800" dirty="0">
              <a:latin typeface="Titillium Web" pitchFamily="2" charset="77"/>
            </a:endParaRPr>
          </a:p>
        </p:txBody>
      </p:sp>
      <p:sp>
        <p:nvSpPr>
          <p:cNvPr id="44" name="Text 7">
            <a:extLst>
              <a:ext uri="{FF2B5EF4-FFF2-40B4-BE49-F238E27FC236}">
                <a16:creationId xmlns:a16="http://schemas.microsoft.com/office/drawing/2014/main" id="{D4CAD3B5-3BB1-9BB5-05E7-97C19919F772}"/>
              </a:ext>
            </a:extLst>
          </p:cNvPr>
          <p:cNvSpPr/>
          <p:nvPr/>
        </p:nvSpPr>
        <p:spPr>
          <a:xfrm>
            <a:off x="439608" y="2901695"/>
            <a:ext cx="2352797" cy="1292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Public CC0 dataset, fixed seed, GitHub-published pipeline. Anyone can re-run the entire study end-to-end in Colab.</a:t>
            </a:r>
            <a:endParaRPr lang="en-US" sz="1800" dirty="0">
              <a:latin typeface="Titillium Web" pitchFamily="2" charset="77"/>
            </a:endParaRPr>
          </a:p>
        </p:txBody>
      </p:sp>
      <p:sp>
        <p:nvSpPr>
          <p:cNvPr id="45" name="Shape 8">
            <a:extLst>
              <a:ext uri="{FF2B5EF4-FFF2-40B4-BE49-F238E27FC236}">
                <a16:creationId xmlns:a16="http://schemas.microsoft.com/office/drawing/2014/main" id="{2D4FC984-DC3A-3FD0-2B87-E0FEF7A98C37}"/>
              </a:ext>
            </a:extLst>
          </p:cNvPr>
          <p:cNvSpPr/>
          <p:nvPr/>
        </p:nvSpPr>
        <p:spPr>
          <a:xfrm>
            <a:off x="3207605" y="1444285"/>
            <a:ext cx="2767997" cy="3126214"/>
          </a:xfrm>
          <a:prstGeom prst="rect">
            <a:avLst/>
          </a:prstGeom>
          <a:solidFill>
            <a:srgbClr val="FFFFFF"/>
          </a:solidFill>
          <a:ln w="9525">
            <a:solidFill>
              <a:srgbClr val="0D2B45"/>
            </a:solidFill>
            <a:prstDash val="solid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1800">
              <a:latin typeface="Titillium Web" pitchFamily="2" charset="77"/>
            </a:endParaRPr>
          </a:p>
        </p:txBody>
      </p:sp>
      <p:sp>
        <p:nvSpPr>
          <p:cNvPr id="46" name="Shape 9">
            <a:extLst>
              <a:ext uri="{FF2B5EF4-FFF2-40B4-BE49-F238E27FC236}">
                <a16:creationId xmlns:a16="http://schemas.microsoft.com/office/drawing/2014/main" id="{3F92C8F3-9307-D2D1-F099-7B92EC609188}"/>
              </a:ext>
            </a:extLst>
          </p:cNvPr>
          <p:cNvSpPr/>
          <p:nvPr/>
        </p:nvSpPr>
        <p:spPr>
          <a:xfrm>
            <a:off x="3207605" y="1444285"/>
            <a:ext cx="2767997" cy="69471"/>
          </a:xfrm>
          <a:prstGeom prst="rect">
            <a:avLst/>
          </a:prstGeom>
          <a:solidFill>
            <a:srgbClr val="0D2B45">
              <a:alpha val="87843"/>
            </a:srgbClr>
          </a:solidFill>
          <a:ln w="12700">
            <a:solidFill>
              <a:srgbClr val="0D2B45"/>
            </a:solidFill>
            <a:prstDash val="solid"/>
          </a:ln>
        </p:spPr>
        <p:txBody>
          <a:bodyPr/>
          <a:lstStyle/>
          <a:p>
            <a:endParaRPr lang="en-US" sz="1800">
              <a:latin typeface="Titillium Web" pitchFamily="2" charset="77"/>
            </a:endParaRPr>
          </a:p>
        </p:txBody>
      </p:sp>
      <p:sp>
        <p:nvSpPr>
          <p:cNvPr id="47" name="Text 10">
            <a:extLst>
              <a:ext uri="{FF2B5EF4-FFF2-40B4-BE49-F238E27FC236}">
                <a16:creationId xmlns:a16="http://schemas.microsoft.com/office/drawing/2014/main" id="{D8450FDF-4783-A103-1F5B-CC04661EE473}"/>
              </a:ext>
            </a:extLst>
          </p:cNvPr>
          <p:cNvSpPr/>
          <p:nvPr/>
        </p:nvSpPr>
        <p:spPr>
          <a:xfrm>
            <a:off x="3415204" y="1736116"/>
            <a:ext cx="2352797" cy="277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400" dirty="0">
                <a:solidFill>
                  <a:srgbClr val="0D2B45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CHALLENGES</a:t>
            </a:r>
            <a:endParaRPr lang="en-US" sz="1800" dirty="0">
              <a:latin typeface="Titillium Web" pitchFamily="2" charset="77"/>
            </a:endParaRPr>
          </a:p>
        </p:txBody>
      </p:sp>
      <p:sp>
        <p:nvSpPr>
          <p:cNvPr id="48" name="Text 11">
            <a:extLst>
              <a:ext uri="{FF2B5EF4-FFF2-40B4-BE49-F238E27FC236}">
                <a16:creationId xmlns:a16="http://schemas.microsoft.com/office/drawing/2014/main" id="{EE0DF633-A7D6-37AA-D1CD-CE38C94F6101}"/>
              </a:ext>
            </a:extLst>
          </p:cNvPr>
          <p:cNvSpPr/>
          <p:nvPr/>
        </p:nvSpPr>
        <p:spPr>
          <a:xfrm>
            <a:off x="3415203" y="2057539"/>
            <a:ext cx="2352797" cy="694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2B45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Counter-finding to defend</a:t>
            </a:r>
            <a:endParaRPr lang="en-US" sz="1800" dirty="0">
              <a:latin typeface="Titillium Web" pitchFamily="2" charset="77"/>
            </a:endParaRPr>
          </a:p>
        </p:txBody>
      </p:sp>
      <p:sp>
        <p:nvSpPr>
          <p:cNvPr id="49" name="Text 12">
            <a:extLst>
              <a:ext uri="{FF2B5EF4-FFF2-40B4-BE49-F238E27FC236}">
                <a16:creationId xmlns:a16="http://schemas.microsoft.com/office/drawing/2014/main" id="{08C17CEA-4CE9-0BD2-9BF2-257C0772F47B}"/>
              </a:ext>
            </a:extLst>
          </p:cNvPr>
          <p:cNvSpPr/>
          <p:nvPr/>
        </p:nvSpPr>
        <p:spPr>
          <a:xfrm>
            <a:off x="3415203" y="2717382"/>
            <a:ext cx="2352797" cy="1736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Ridge beat XGBoost / LightGBM — opposite of the literature. We resisted tuning around it and explained it as a dataset-size effect.</a:t>
            </a:r>
            <a:endParaRPr lang="en-US" sz="1800" dirty="0">
              <a:latin typeface="Titillium Web" pitchFamily="2" charset="77"/>
            </a:endParaRPr>
          </a:p>
        </p:txBody>
      </p:sp>
      <p:sp>
        <p:nvSpPr>
          <p:cNvPr id="50" name="Shape 13">
            <a:extLst>
              <a:ext uri="{FF2B5EF4-FFF2-40B4-BE49-F238E27FC236}">
                <a16:creationId xmlns:a16="http://schemas.microsoft.com/office/drawing/2014/main" id="{2B34933F-ACF2-28FE-6AC0-8A34DB5A2D27}"/>
              </a:ext>
            </a:extLst>
          </p:cNvPr>
          <p:cNvSpPr/>
          <p:nvPr/>
        </p:nvSpPr>
        <p:spPr>
          <a:xfrm>
            <a:off x="6183192" y="1444285"/>
            <a:ext cx="2767997" cy="3126214"/>
          </a:xfrm>
          <a:prstGeom prst="rect">
            <a:avLst/>
          </a:prstGeom>
          <a:solidFill>
            <a:srgbClr val="FFFFFF"/>
          </a:solidFill>
          <a:ln w="9525">
            <a:solidFill>
              <a:srgbClr val="4AC78F"/>
            </a:solidFill>
            <a:prstDash val="solid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1800">
              <a:latin typeface="Titillium Web" pitchFamily="2" charset="77"/>
            </a:endParaRPr>
          </a:p>
        </p:txBody>
      </p:sp>
      <p:sp>
        <p:nvSpPr>
          <p:cNvPr id="51" name="Shape 14">
            <a:extLst>
              <a:ext uri="{FF2B5EF4-FFF2-40B4-BE49-F238E27FC236}">
                <a16:creationId xmlns:a16="http://schemas.microsoft.com/office/drawing/2014/main" id="{37EAFC2A-BA02-8403-2F99-161F31B15BAD}"/>
              </a:ext>
            </a:extLst>
          </p:cNvPr>
          <p:cNvSpPr/>
          <p:nvPr/>
        </p:nvSpPr>
        <p:spPr>
          <a:xfrm>
            <a:off x="6183198" y="1443510"/>
            <a:ext cx="2767997" cy="69472"/>
          </a:xfrm>
          <a:prstGeom prst="rect">
            <a:avLst/>
          </a:prstGeom>
          <a:solidFill>
            <a:srgbClr val="4AC78F"/>
          </a:solidFill>
          <a:ln w="12700">
            <a:solidFill>
              <a:srgbClr val="4AC78F"/>
            </a:solidFill>
            <a:prstDash val="solid"/>
          </a:ln>
        </p:spPr>
        <p:txBody>
          <a:bodyPr/>
          <a:lstStyle/>
          <a:p>
            <a:endParaRPr lang="en-US" sz="1800">
              <a:latin typeface="Titillium Web" pitchFamily="2" charset="77"/>
            </a:endParaRPr>
          </a:p>
        </p:txBody>
      </p:sp>
      <p:sp>
        <p:nvSpPr>
          <p:cNvPr id="52" name="Text 15">
            <a:extLst>
              <a:ext uri="{FF2B5EF4-FFF2-40B4-BE49-F238E27FC236}">
                <a16:creationId xmlns:a16="http://schemas.microsoft.com/office/drawing/2014/main" id="{7F50FEA5-D89F-1F5F-7A7A-99F3ABA90983}"/>
              </a:ext>
            </a:extLst>
          </p:cNvPr>
          <p:cNvSpPr/>
          <p:nvPr/>
        </p:nvSpPr>
        <p:spPr>
          <a:xfrm>
            <a:off x="6390791" y="1735250"/>
            <a:ext cx="2352798" cy="3997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400" dirty="0">
                <a:solidFill>
                  <a:srgbClr val="4AC78F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NEXT STEPS</a:t>
            </a:r>
            <a:endParaRPr lang="en-US" sz="1800" dirty="0">
              <a:latin typeface="Titillium Web" pitchFamily="2" charset="77"/>
            </a:endParaRPr>
          </a:p>
        </p:txBody>
      </p:sp>
      <p:sp>
        <p:nvSpPr>
          <p:cNvPr id="53" name="Text 16">
            <a:extLst>
              <a:ext uri="{FF2B5EF4-FFF2-40B4-BE49-F238E27FC236}">
                <a16:creationId xmlns:a16="http://schemas.microsoft.com/office/drawing/2014/main" id="{A66E5A12-5934-3D64-6130-2D0269FA89DF}"/>
              </a:ext>
            </a:extLst>
          </p:cNvPr>
          <p:cNvSpPr/>
          <p:nvPr/>
        </p:nvSpPr>
        <p:spPr>
          <a:xfrm>
            <a:off x="6390791" y="2258618"/>
            <a:ext cx="2352797" cy="427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2B45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Three follow-ups</a:t>
            </a:r>
            <a:endParaRPr lang="en-US" sz="1800" dirty="0">
              <a:latin typeface="Titillium Web" pitchFamily="2" charset="77"/>
            </a:endParaRPr>
          </a:p>
        </p:txBody>
      </p:sp>
      <p:sp>
        <p:nvSpPr>
          <p:cNvPr id="54" name="Text 17">
            <a:extLst>
              <a:ext uri="{FF2B5EF4-FFF2-40B4-BE49-F238E27FC236}">
                <a16:creationId xmlns:a16="http://schemas.microsoft.com/office/drawing/2014/main" id="{8E92918C-83E2-9B44-C50C-912B2671C353}"/>
              </a:ext>
            </a:extLst>
          </p:cNvPr>
          <p:cNvSpPr/>
          <p:nvPr/>
        </p:nvSpPr>
        <p:spPr>
          <a:xfrm>
            <a:off x="6390791" y="2886197"/>
            <a:ext cx="2352797" cy="1549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Titillium Web" pitchFamily="2" charset="77"/>
                <a:ea typeface="Calibri" pitchFamily="34" charset="-122"/>
                <a:cs typeface="Calibri" pitchFamily="34" charset="-120"/>
              </a:rPr>
              <a:t>Add NLP on chief-complaint text, replicate on MIMIC-IV-ED for external validity, apply intersectional debiasing.</a:t>
            </a:r>
            <a:endParaRPr lang="en-US" sz="1800" dirty="0">
              <a:latin typeface="Titillium Web" pitchFamily="2" charset="77"/>
            </a:endParaRPr>
          </a:p>
        </p:txBody>
      </p:sp>
      <p:sp>
        <p:nvSpPr>
          <p:cNvPr id="56" name="Google Shape;579;p26">
            <a:extLst>
              <a:ext uri="{FF2B5EF4-FFF2-40B4-BE49-F238E27FC236}">
                <a16:creationId xmlns:a16="http://schemas.microsoft.com/office/drawing/2014/main" id="{6539153D-D8EC-9198-260D-5DFD7F9DD9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b="1"/>
              <a:t>8</a:t>
            </a:fld>
            <a:endParaRPr b="1"/>
          </a:p>
        </p:txBody>
      </p:sp>
      <p:sp>
        <p:nvSpPr>
          <p:cNvPr id="57" name="Google Shape;597;p27">
            <a:extLst>
              <a:ext uri="{FF2B5EF4-FFF2-40B4-BE49-F238E27FC236}">
                <a16:creationId xmlns:a16="http://schemas.microsoft.com/office/drawing/2014/main" id="{10AD8C11-DBCC-94ED-BC18-556A79137718}"/>
              </a:ext>
            </a:extLst>
          </p:cNvPr>
          <p:cNvSpPr txBox="1"/>
          <p:nvPr/>
        </p:nvSpPr>
        <p:spPr>
          <a:xfrm>
            <a:off x="625425" y="4896800"/>
            <a:ext cx="27351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>
                <a:solidFill>
                  <a:srgbClr val="4AC78F"/>
                </a:solidFill>
                <a:latin typeface="Titillium Web"/>
                <a:ea typeface="Titillium Web"/>
                <a:cs typeface="Titillium Web"/>
                <a:sym typeface="Titillium Web"/>
              </a:rPr>
              <a:t>Team 3 - Georgia Southern University - CSCI 7090 - 2026   </a:t>
            </a:r>
            <a:endParaRPr sz="600" b="1">
              <a:solidFill>
                <a:srgbClr val="4AC78F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32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b="1"/>
              <a:t>9</a:t>
            </a:fld>
            <a:endParaRPr b="1"/>
          </a:p>
        </p:txBody>
      </p:sp>
      <p:sp>
        <p:nvSpPr>
          <p:cNvPr id="790" name="Google Shape;790;p32"/>
          <p:cNvSpPr txBox="1">
            <a:spLocks noGrp="1"/>
          </p:cNvSpPr>
          <p:nvPr>
            <p:ph type="title"/>
          </p:nvPr>
        </p:nvSpPr>
        <p:spPr>
          <a:xfrm>
            <a:off x="720000" y="128016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500" dirty="0"/>
              <a:t>References </a:t>
            </a:r>
            <a:r>
              <a:rPr lang="en" sz="1300" dirty="0"/>
              <a:t>(APA Format)</a:t>
            </a:r>
            <a:endParaRPr sz="1300" dirty="0"/>
          </a:p>
        </p:txBody>
      </p:sp>
      <p:sp>
        <p:nvSpPr>
          <p:cNvPr id="791" name="Google Shape;791;p32"/>
          <p:cNvSpPr txBox="1"/>
          <p:nvPr/>
        </p:nvSpPr>
        <p:spPr>
          <a:xfrm>
            <a:off x="319020" y="705724"/>
            <a:ext cx="8359656" cy="4024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457200" lvl="0" indent="-279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Font typeface="Titillium Web"/>
              <a:buAutoNum type="arabicPeriod"/>
            </a:pP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Porto, B. M. (2024). Improving triage performance in emergency departments using machine learning and natural language processing: A systematic review. </a:t>
            </a:r>
            <a:r>
              <a:rPr lang="en" sz="700" i="1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BMC Emergency Medicine, 24</a:t>
            </a: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(1), 219. </a:t>
            </a:r>
            <a:r>
              <a:rPr lang="en" sz="700" u="sng" dirty="0">
                <a:solidFill>
                  <a:schemeClr val="hlink"/>
                </a:solidFill>
                <a:latin typeface="Titillium Web" pitchFamily="2" charset="77"/>
                <a:ea typeface="Titillium Web"/>
                <a:cs typeface="Titillium Web"/>
                <a:sym typeface="Titillium Web"/>
                <a:hlinkClick r:id="rId3"/>
              </a:rPr>
              <a:t>https://doi.org/10.1186/s12873-024-01135-2</a:t>
            </a:r>
            <a:endParaRPr sz="700" u="sng" dirty="0">
              <a:solidFill>
                <a:schemeClr val="hlink"/>
              </a:solidFill>
              <a:latin typeface="Titillium Web" pitchFamily="2" charset="77"/>
              <a:ea typeface="Titillium Web"/>
              <a:cs typeface="Titillium Web"/>
              <a:sym typeface="Titillium Web"/>
            </a:endParaRPr>
          </a:p>
          <a:p>
            <a:pPr marL="457200" lvl="0" indent="-279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Font typeface="Titillium Web"/>
              <a:buAutoNum type="arabicPeriod"/>
            </a:pPr>
            <a:r>
              <a:rPr lang="en" sz="700" i="1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Predicting inpatient admissions from emergency department triage using machine learning: A systematic review.</a:t>
            </a: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 (2025). </a:t>
            </a:r>
            <a:r>
              <a:rPr lang="en" sz="700" i="1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JACEP Open.</a:t>
            </a: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 </a:t>
            </a:r>
            <a:r>
              <a:rPr lang="en" sz="700" u="sng" dirty="0">
                <a:solidFill>
                  <a:schemeClr val="hlink"/>
                </a:solidFill>
                <a:latin typeface="Titillium Web" pitchFamily="2" charset="77"/>
                <a:ea typeface="Titillium Web"/>
                <a:cs typeface="Titillium Web"/>
                <a:sym typeface="Titillium Web"/>
                <a:hlinkClick r:id="rId4"/>
              </a:rPr>
              <a:t>https://doi.org/10.1016/j.acepjo.2025.100000</a:t>
            </a:r>
            <a:endParaRPr sz="700" u="sng" dirty="0">
              <a:solidFill>
                <a:schemeClr val="hlink"/>
              </a:solidFill>
              <a:latin typeface="Titillium Web" pitchFamily="2" charset="77"/>
              <a:ea typeface="Titillium Web"/>
              <a:cs typeface="Titillium Web"/>
              <a:sym typeface="Titillium Web"/>
            </a:endParaRPr>
          </a:p>
          <a:p>
            <a:pPr marL="457200" lvl="0" indent="-279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Font typeface="Titillium Web"/>
              <a:buAutoNum type="arabicPeriod"/>
            </a:pP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Wang, et al. (2025). Evaluating fairness of machine learning prediction of prolonged wait times in emergency department with interpretable </a:t>
            </a:r>
            <a:r>
              <a:rPr lang="en" sz="700" dirty="0" err="1">
                <a:latin typeface="Titillium Web" pitchFamily="2" charset="77"/>
                <a:ea typeface="Titillium Web"/>
                <a:cs typeface="Titillium Web"/>
                <a:sym typeface="Titillium Web"/>
              </a:rPr>
              <a:t>eXtreme</a:t>
            </a: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 gradient boosting. </a:t>
            </a:r>
            <a:r>
              <a:rPr lang="en" sz="700" i="1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PLOS Digital Health, 4</a:t>
            </a: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(3). </a:t>
            </a:r>
            <a:r>
              <a:rPr lang="en" sz="700" u="sng" dirty="0">
                <a:solidFill>
                  <a:schemeClr val="hlink"/>
                </a:solidFill>
                <a:latin typeface="Titillium Web" pitchFamily="2" charset="77"/>
                <a:ea typeface="Titillium Web"/>
                <a:cs typeface="Titillium Web"/>
                <a:sym typeface="Titillium Web"/>
                <a:hlinkClick r:id="rId5"/>
              </a:rPr>
              <a:t>https://doi.org/10.1371/journal.pdig.0000751</a:t>
            </a:r>
            <a:endParaRPr sz="700" u="sng" dirty="0">
              <a:solidFill>
                <a:schemeClr val="hlink"/>
              </a:solidFill>
              <a:latin typeface="Titillium Web" pitchFamily="2" charset="77"/>
              <a:ea typeface="Titillium Web"/>
              <a:cs typeface="Titillium Web"/>
              <a:sym typeface="Titillium Web"/>
            </a:endParaRPr>
          </a:p>
          <a:p>
            <a:pPr marL="457200" lvl="0" indent="-279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Font typeface="Titillium Web"/>
              <a:buAutoNum type="arabicPeriod"/>
            </a:pP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Xie, F., et al. (2022). Benchmarking emergency department prediction models with machine learning and public electronic health records. </a:t>
            </a:r>
            <a:r>
              <a:rPr lang="en" sz="700" i="1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Scientific Data, 9</a:t>
            </a: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, 658. </a:t>
            </a:r>
            <a:r>
              <a:rPr lang="en" sz="700" u="sng" dirty="0">
                <a:solidFill>
                  <a:schemeClr val="hlink"/>
                </a:solidFill>
                <a:latin typeface="Titillium Web" pitchFamily="2" charset="77"/>
                <a:ea typeface="Titillium Web"/>
                <a:cs typeface="Titillium Web"/>
                <a:sym typeface="Titillium Web"/>
                <a:hlinkClick r:id="rId6"/>
              </a:rPr>
              <a:t>https://doi.org/10.1038/s41597-022-01782-9</a:t>
            </a:r>
            <a:endParaRPr sz="700" u="sng" dirty="0">
              <a:solidFill>
                <a:schemeClr val="hlink"/>
              </a:solidFill>
              <a:latin typeface="Titillium Web" pitchFamily="2" charset="77"/>
              <a:ea typeface="Titillium Web"/>
              <a:cs typeface="Titillium Web"/>
              <a:sym typeface="Titillium Web"/>
            </a:endParaRPr>
          </a:p>
          <a:p>
            <a:pPr marL="457200" lvl="0" indent="-279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Font typeface="Titillium Web"/>
              <a:buAutoNum type="arabicPeriod"/>
            </a:pP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Ricciardi, C., et al. (2024). Evaluation of different machine learning algorithms for predicting the length of stay in the emergency departments: A single-</a:t>
            </a:r>
            <a:r>
              <a:rPr lang="en" sz="700" dirty="0" err="1">
                <a:latin typeface="Titillium Web" pitchFamily="2" charset="77"/>
                <a:ea typeface="Titillium Web"/>
                <a:cs typeface="Titillium Web"/>
                <a:sym typeface="Titillium Web"/>
              </a:rPr>
              <a:t>centre</a:t>
            </a: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 study. </a:t>
            </a:r>
            <a:r>
              <a:rPr lang="en" sz="700" i="1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Frontiers in Digital Health, 5</a:t>
            </a: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, 1323849. </a:t>
            </a:r>
            <a:r>
              <a:rPr lang="en" sz="700" u="sng" dirty="0">
                <a:solidFill>
                  <a:schemeClr val="hlink"/>
                </a:solidFill>
                <a:latin typeface="Titillium Web" pitchFamily="2" charset="77"/>
                <a:ea typeface="Titillium Web"/>
                <a:cs typeface="Titillium Web"/>
                <a:sym typeface="Titillium Web"/>
                <a:hlinkClick r:id="rId7"/>
              </a:rPr>
              <a:t>https://doi.org/10.3389/fdgth.2023.1323849</a:t>
            </a:r>
            <a:endParaRPr sz="700" u="sng" dirty="0">
              <a:solidFill>
                <a:schemeClr val="hlink"/>
              </a:solidFill>
              <a:latin typeface="Titillium Web" pitchFamily="2" charset="77"/>
              <a:ea typeface="Titillium Web"/>
              <a:cs typeface="Titillium Web"/>
              <a:sym typeface="Titillium Web"/>
            </a:endParaRPr>
          </a:p>
          <a:p>
            <a:pPr marL="457200" lvl="0" indent="-279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Font typeface="Titillium Web"/>
              <a:buAutoNum type="arabicPeriod"/>
            </a:pP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Seo, H., Ahn, I., Gwon, H., et al. (2024). Prediction of hospitalization and waiting time within 24 hours of emergency department patients with unstructured text data. </a:t>
            </a:r>
            <a:r>
              <a:rPr lang="en" sz="700" i="1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Health Care Management Science, 27</a:t>
            </a: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, 114–129. </a:t>
            </a:r>
            <a:r>
              <a:rPr lang="en" sz="700" u="sng" dirty="0">
                <a:solidFill>
                  <a:schemeClr val="hlink"/>
                </a:solidFill>
                <a:latin typeface="Titillium Web" pitchFamily="2" charset="77"/>
                <a:ea typeface="Titillium Web"/>
                <a:cs typeface="Titillium Web"/>
                <a:sym typeface="Titillium Web"/>
                <a:hlinkClick r:id="rId8"/>
              </a:rPr>
              <a:t>https://doi.org/10.1007/s10729-023-09660-5</a:t>
            </a:r>
            <a:endParaRPr sz="700" u="sng" dirty="0">
              <a:solidFill>
                <a:schemeClr val="hlink"/>
              </a:solidFill>
              <a:latin typeface="Titillium Web" pitchFamily="2" charset="77"/>
              <a:ea typeface="Titillium Web"/>
              <a:cs typeface="Titillium Web"/>
              <a:sym typeface="Titillium Web"/>
            </a:endParaRPr>
          </a:p>
          <a:p>
            <a:pPr marL="457200" lvl="0" indent="-279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Font typeface="Titillium Web"/>
              <a:buAutoNum type="arabicPeriod"/>
            </a:pP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Wang, H., </a:t>
            </a:r>
            <a:r>
              <a:rPr lang="en" sz="700" dirty="0" err="1">
                <a:latin typeface="Titillium Web" pitchFamily="2" charset="77"/>
                <a:ea typeface="Titillium Web"/>
                <a:cs typeface="Titillium Web"/>
                <a:sym typeface="Titillium Web"/>
              </a:rPr>
              <a:t>Sambamoorthi</a:t>
            </a: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, N., Sandlin, D., &amp; </a:t>
            </a:r>
            <a:r>
              <a:rPr lang="en" sz="700" dirty="0" err="1">
                <a:latin typeface="Titillium Web" pitchFamily="2" charset="77"/>
                <a:ea typeface="Titillium Web"/>
                <a:cs typeface="Titillium Web"/>
                <a:sym typeface="Titillium Web"/>
              </a:rPr>
              <a:t>Sambamoorthi</a:t>
            </a: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, U. (2025). Interpretable machine learning models for prolonged emergency department wait time prediction. </a:t>
            </a:r>
            <a:r>
              <a:rPr lang="en" sz="700" i="1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BMC Health Services Research, 25</a:t>
            </a: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, 403. </a:t>
            </a:r>
            <a:r>
              <a:rPr lang="en" sz="700" u="sng" dirty="0">
                <a:solidFill>
                  <a:schemeClr val="hlink"/>
                </a:solidFill>
                <a:latin typeface="Titillium Web" pitchFamily="2" charset="77"/>
                <a:ea typeface="Titillium Web"/>
                <a:cs typeface="Titillium Web"/>
                <a:sym typeface="Titillium Web"/>
                <a:hlinkClick r:id="rId9"/>
              </a:rPr>
              <a:t>https://doi.org/10.1186/s12913-025-12535-w</a:t>
            </a:r>
            <a:endParaRPr sz="700" u="sng" dirty="0">
              <a:solidFill>
                <a:schemeClr val="hlink"/>
              </a:solidFill>
              <a:latin typeface="Titillium Web" pitchFamily="2" charset="77"/>
              <a:ea typeface="Titillium Web"/>
              <a:cs typeface="Titillium Web"/>
              <a:sym typeface="Titillium Web"/>
            </a:endParaRPr>
          </a:p>
          <a:p>
            <a:pPr marL="457200" lvl="0" indent="-279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Font typeface="Titillium Web"/>
              <a:buAutoNum type="arabicPeriod"/>
            </a:pP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Sulaiman, W. A., et al. (2025). Leveraging machine learning and rule extraction for enhanced transparency in emergency department length of stay prediction. </a:t>
            </a:r>
            <a:r>
              <a:rPr lang="en" sz="700" i="1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Frontiers in Digital Health, 6</a:t>
            </a: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, 1498939. </a:t>
            </a:r>
            <a:r>
              <a:rPr lang="en" sz="700" u="sng" dirty="0">
                <a:solidFill>
                  <a:schemeClr val="hlink"/>
                </a:solidFill>
                <a:latin typeface="Titillium Web" pitchFamily="2" charset="77"/>
                <a:ea typeface="Titillium Web"/>
                <a:cs typeface="Titillium Web"/>
                <a:sym typeface="Titillium Web"/>
                <a:hlinkClick r:id="rId10"/>
              </a:rPr>
              <a:t>https://doi.org/10.3389/fdgth.2024.1498939</a:t>
            </a:r>
            <a:endParaRPr sz="700" u="sng" dirty="0">
              <a:solidFill>
                <a:schemeClr val="hlink"/>
              </a:solidFill>
              <a:latin typeface="Titillium Web" pitchFamily="2" charset="77"/>
              <a:ea typeface="Titillium Web"/>
              <a:cs typeface="Titillium Web"/>
              <a:sym typeface="Titillium Web"/>
            </a:endParaRPr>
          </a:p>
          <a:p>
            <a:pPr marL="457200" lvl="0" indent="-279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Font typeface="Titillium Web"/>
              <a:buAutoNum type="arabicPeriod"/>
            </a:pP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Wu, W., Li, M., Jiang, H., Sun, M., Zhu, Y., Zhu, G., Li, Y., Li, Y., Mo, J., Chen, X., &amp; Mao, H. (2025). Development of an emergency department length-of-stay prediction model based on machine learning. </a:t>
            </a:r>
            <a:r>
              <a:rPr lang="en" sz="700" i="1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World Journal of Emergency Medicine, 16</a:t>
            </a: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(3), 220–224. </a:t>
            </a:r>
            <a:r>
              <a:rPr lang="en" sz="700" u="sng" dirty="0">
                <a:solidFill>
                  <a:schemeClr val="hlink"/>
                </a:solidFill>
                <a:latin typeface="Titillium Web" pitchFamily="2" charset="77"/>
                <a:ea typeface="Titillium Web"/>
                <a:cs typeface="Titillium Web"/>
                <a:sym typeface="Titillium Web"/>
                <a:hlinkClick r:id="rId11"/>
              </a:rPr>
              <a:t>https://doi.org/10.5847/wjem.j.1920-8642.2025.048</a:t>
            </a:r>
            <a:endParaRPr sz="700" u="sng" dirty="0">
              <a:solidFill>
                <a:schemeClr val="hlink"/>
              </a:solidFill>
              <a:latin typeface="Titillium Web" pitchFamily="2" charset="77"/>
              <a:ea typeface="Titillium Web"/>
              <a:cs typeface="Titillium Web"/>
              <a:sym typeface="Titillium Web"/>
            </a:endParaRPr>
          </a:p>
          <a:p>
            <a:pPr marL="457200" lvl="0" indent="-279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Font typeface="Titillium Web"/>
              <a:buAutoNum type="arabicPeriod"/>
            </a:pP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Vural, O., et al. (2025). An artificial intelligence–based framework for predicting emergency department overcrowding: Development and evaluation study. </a:t>
            </a:r>
            <a:r>
              <a:rPr lang="en" sz="700" i="1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JMIR Medical Informatics, 13</a:t>
            </a: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, e73960. </a:t>
            </a:r>
            <a:r>
              <a:rPr lang="en" sz="700" u="sng" dirty="0">
                <a:solidFill>
                  <a:schemeClr val="hlink"/>
                </a:solidFill>
                <a:latin typeface="Titillium Web" pitchFamily="2" charset="77"/>
                <a:ea typeface="Titillium Web"/>
                <a:cs typeface="Titillium Web"/>
                <a:sym typeface="Titillium Web"/>
                <a:hlinkClick r:id="rId12"/>
              </a:rPr>
              <a:t>https://doi.org/10.2196/73960</a:t>
            </a:r>
            <a:endParaRPr sz="700" u="sng" dirty="0">
              <a:solidFill>
                <a:schemeClr val="hlink"/>
              </a:solidFill>
              <a:latin typeface="Titillium Web" pitchFamily="2" charset="77"/>
              <a:ea typeface="Titillium Web"/>
              <a:cs typeface="Titillium Web"/>
              <a:sym typeface="Titillium Web"/>
            </a:endParaRPr>
          </a:p>
          <a:p>
            <a:pPr marL="457200" lvl="0" indent="-279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Font typeface="Titillium Web"/>
              <a:buAutoNum type="arabicPeriod"/>
            </a:pP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Lett, E., </a:t>
            </a:r>
            <a:r>
              <a:rPr lang="en" sz="700" dirty="0" err="1">
                <a:latin typeface="Titillium Web" pitchFamily="2" charset="77"/>
                <a:ea typeface="Titillium Web"/>
                <a:cs typeface="Titillium Web"/>
                <a:sym typeface="Titillium Web"/>
              </a:rPr>
              <a:t>Shahbandegan</a:t>
            </a: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, S., Barak-Corren, Y., Fine, A. M., &amp; La Cava, W. G. (2025). Intersectional and marginal debiasing in prediction models for emergency admissions. </a:t>
            </a:r>
            <a:r>
              <a:rPr lang="en" sz="700" i="1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JAMA Network Open, 8</a:t>
            </a: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(5), e2512947. </a:t>
            </a:r>
            <a:r>
              <a:rPr lang="en" sz="700" u="sng" dirty="0">
                <a:solidFill>
                  <a:schemeClr val="hlink"/>
                </a:solidFill>
                <a:latin typeface="Titillium Web" pitchFamily="2" charset="77"/>
                <a:ea typeface="Titillium Web"/>
                <a:cs typeface="Titillium Web"/>
                <a:sym typeface="Titillium Web"/>
                <a:hlinkClick r:id="rId13"/>
              </a:rPr>
              <a:t>https://doi.org/10.1001/jamanetworkopen.2025.12947</a:t>
            </a:r>
            <a:endParaRPr sz="700" u="sng" dirty="0">
              <a:solidFill>
                <a:schemeClr val="hlink"/>
              </a:solidFill>
              <a:latin typeface="Titillium Web" pitchFamily="2" charset="77"/>
              <a:ea typeface="Titillium Web"/>
              <a:cs typeface="Titillium Web"/>
              <a:sym typeface="Titillium Web"/>
            </a:endParaRPr>
          </a:p>
          <a:p>
            <a:pPr marL="457200" lvl="0" indent="-279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Font typeface="Titillium Web"/>
              <a:buAutoNum type="arabicPeriod"/>
            </a:pP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Sun, L., Agarwal, A., </a:t>
            </a:r>
            <a:r>
              <a:rPr lang="en" sz="700" dirty="0" err="1">
                <a:latin typeface="Titillium Web" pitchFamily="2" charset="77"/>
                <a:ea typeface="Titillium Web"/>
                <a:cs typeface="Titillium Web"/>
                <a:sym typeface="Titillium Web"/>
              </a:rPr>
              <a:t>Kornblith</a:t>
            </a: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, A., Yu, B., &amp; Xiong, C. (2024). ED-Copilot: Reduce emergency department wait time with language model diagnostic assistance. In </a:t>
            </a:r>
            <a:r>
              <a:rPr lang="en" sz="700" i="1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Proceedings of the 41st International Conference on Machine Learning</a:t>
            </a:r>
            <a:r>
              <a:rPr lang="en" sz="700" dirty="0">
                <a:latin typeface="Titillium Web" pitchFamily="2" charset="77"/>
                <a:ea typeface="Titillium Web"/>
                <a:cs typeface="Titillium Web"/>
                <a:sym typeface="Titillium Web"/>
              </a:rPr>
              <a:t>(Vol. 235, pp. 46942–46956). PMLR. </a:t>
            </a:r>
            <a:r>
              <a:rPr lang="en" sz="700" u="sng" dirty="0">
                <a:solidFill>
                  <a:schemeClr val="hlink"/>
                </a:solidFill>
                <a:latin typeface="Titillium Web" pitchFamily="2" charset="77"/>
                <a:ea typeface="Titillium Web"/>
                <a:cs typeface="Titillium Web"/>
                <a:sym typeface="Titillium Web"/>
                <a:hlinkClick r:id="rId14"/>
              </a:rPr>
              <a:t>https://proceedings.mlr.press/v235/sun24a.html</a:t>
            </a:r>
            <a:endParaRPr lang="en" sz="700" u="sng" dirty="0">
              <a:solidFill>
                <a:schemeClr val="hlink"/>
              </a:solidFill>
              <a:latin typeface="Titillium Web" pitchFamily="2" charset="77"/>
              <a:ea typeface="Titillium Web"/>
              <a:cs typeface="Titillium Web"/>
              <a:sym typeface="Titillium Web"/>
            </a:endParaRPr>
          </a:p>
          <a:p>
            <a:pPr marL="457200" indent="-279400">
              <a:lnSpc>
                <a:spcPct val="115000"/>
              </a:lnSpc>
              <a:buSzPts val="800"/>
              <a:buFont typeface="Titillium Web"/>
              <a:buAutoNum type="arabicPeriod"/>
            </a:pPr>
            <a:r>
              <a:rPr lang="en-US" altLang="en-US" sz="700" dirty="0">
                <a:latin typeface="Titillium Web" pitchFamily="2" charset="77"/>
              </a:rPr>
              <a:t>Morley, C., Unwin, M., Peterson, G. M., Stankovich, J., &amp; Kinsman, L. (2018). Emergency department crowding: A systematic review of causes, consequences and solutions. </a:t>
            </a:r>
            <a:r>
              <a:rPr lang="en-US" altLang="en-US" sz="700" i="1" dirty="0">
                <a:latin typeface="Titillium Web" pitchFamily="2" charset="77"/>
              </a:rPr>
              <a:t>PLOS ONE, 13</a:t>
            </a:r>
            <a:r>
              <a:rPr lang="en-US" altLang="en-US" sz="700" dirty="0">
                <a:latin typeface="Titillium Web" pitchFamily="2" charset="77"/>
              </a:rPr>
              <a:t>(8), e0203316. </a:t>
            </a:r>
            <a:r>
              <a:rPr lang="en-US" altLang="en-US" sz="700" dirty="0">
                <a:solidFill>
                  <a:schemeClr val="tx1"/>
                </a:solidFill>
                <a:latin typeface="Titillium Web" pitchFamily="2" charset="77"/>
                <a:hlinkClick r:id="rId15"/>
              </a:rPr>
              <a:t>https://doi.org/10.1371/journal.pone.0203316</a:t>
            </a:r>
            <a:endParaRPr lang="en-US" altLang="en-US" sz="700" dirty="0">
              <a:solidFill>
                <a:schemeClr val="tx1"/>
              </a:solidFill>
              <a:latin typeface="Titillium Web" pitchFamily="2" charset="77"/>
            </a:endParaRPr>
          </a:p>
          <a:p>
            <a:pPr marL="457200" indent="-279400">
              <a:lnSpc>
                <a:spcPct val="115000"/>
              </a:lnSpc>
              <a:buSzPts val="800"/>
              <a:buFont typeface="Titillium Web"/>
              <a:buAutoNum type="arabicPeriod"/>
            </a:pPr>
            <a:r>
              <a:rPr lang="en-US" altLang="en-US" sz="700" dirty="0">
                <a:latin typeface="Titillium Web" pitchFamily="2" charset="77"/>
              </a:rPr>
              <a:t>Gilboy, N., Tanabe, P., Travers, D., &amp; Rosenau, A. M. (2012). </a:t>
            </a:r>
            <a:r>
              <a:rPr lang="en-US" altLang="en-US" sz="700" i="1" dirty="0">
                <a:latin typeface="Titillium Web" pitchFamily="2" charset="77"/>
              </a:rPr>
              <a:t>Emergency Severity Index (ESI): A triage tool for emergency department care, version 4. Implementation handbook</a:t>
            </a:r>
            <a:r>
              <a:rPr lang="en-US" altLang="en-US" sz="700" dirty="0">
                <a:latin typeface="Titillium Web" pitchFamily="2" charset="77"/>
              </a:rPr>
              <a:t> (AHRQ Publication No. 12-0014). Agency for Healthcare Research and Quality.</a:t>
            </a:r>
          </a:p>
          <a:p>
            <a:pPr marL="457200" indent="-279400">
              <a:lnSpc>
                <a:spcPct val="115000"/>
              </a:lnSpc>
              <a:buSzPts val="800"/>
              <a:buFont typeface="Titillium Web"/>
              <a:buAutoNum type="arabicPeriod"/>
            </a:pPr>
            <a:r>
              <a:rPr lang="en-US" altLang="en-US" sz="700" dirty="0" err="1">
                <a:latin typeface="Titillium Web" pitchFamily="2" charset="77"/>
              </a:rPr>
              <a:t>Breiman</a:t>
            </a:r>
            <a:r>
              <a:rPr lang="en-US" altLang="en-US" sz="700" dirty="0">
                <a:latin typeface="Titillium Web" pitchFamily="2" charset="77"/>
              </a:rPr>
              <a:t>, L. (2001). Random forests. </a:t>
            </a:r>
            <a:r>
              <a:rPr lang="en-US" altLang="en-US" sz="700" i="1" dirty="0">
                <a:latin typeface="Titillium Web" pitchFamily="2" charset="77"/>
              </a:rPr>
              <a:t>Machine Learning, 45</a:t>
            </a:r>
            <a:r>
              <a:rPr lang="en-US" altLang="en-US" sz="700" dirty="0">
                <a:latin typeface="Titillium Web" pitchFamily="2" charset="77"/>
              </a:rPr>
              <a:t>(1), 5–32. </a:t>
            </a:r>
            <a:r>
              <a:rPr lang="en-US" altLang="en-US" sz="700" dirty="0">
                <a:solidFill>
                  <a:schemeClr val="tx1"/>
                </a:solidFill>
                <a:latin typeface="Titillium Web" pitchFamily="2" charset="77"/>
                <a:hlinkClick r:id="rId16"/>
              </a:rPr>
              <a:t>https://doi.org/10.1023/A:1010933404324</a:t>
            </a:r>
            <a:endParaRPr lang="en-US" altLang="en-US" sz="700" dirty="0">
              <a:solidFill>
                <a:schemeClr val="tx1"/>
              </a:solidFill>
              <a:latin typeface="Titillium Web" pitchFamily="2" charset="77"/>
            </a:endParaRPr>
          </a:p>
          <a:p>
            <a:pPr marL="457200" indent="-279400">
              <a:lnSpc>
                <a:spcPct val="115000"/>
              </a:lnSpc>
              <a:buSzPts val="800"/>
              <a:buFont typeface="Titillium Web"/>
              <a:buAutoNum type="arabicPeriod"/>
            </a:pPr>
            <a:r>
              <a:rPr lang="en-US" altLang="en-US" sz="700" dirty="0">
                <a:latin typeface="Titillium Web" pitchFamily="2" charset="77"/>
              </a:rPr>
              <a:t>Chen, T., &amp; </a:t>
            </a:r>
            <a:r>
              <a:rPr lang="en-US" altLang="en-US" sz="700" dirty="0" err="1">
                <a:latin typeface="Titillium Web" pitchFamily="2" charset="77"/>
              </a:rPr>
              <a:t>Guestrin</a:t>
            </a:r>
            <a:r>
              <a:rPr lang="en-US" altLang="en-US" sz="700" dirty="0">
                <a:latin typeface="Titillium Web" pitchFamily="2" charset="77"/>
              </a:rPr>
              <a:t>, C. (2016). </a:t>
            </a:r>
            <a:r>
              <a:rPr lang="en-US" altLang="en-US" sz="700" dirty="0" err="1">
                <a:latin typeface="Titillium Web" pitchFamily="2" charset="77"/>
              </a:rPr>
              <a:t>XGBoost</a:t>
            </a:r>
            <a:r>
              <a:rPr lang="en-US" altLang="en-US" sz="700" dirty="0">
                <a:latin typeface="Titillium Web" pitchFamily="2" charset="77"/>
              </a:rPr>
              <a:t>: A scalable tree boosting system. In </a:t>
            </a:r>
            <a:r>
              <a:rPr lang="en-US" altLang="en-US" sz="700" i="1" dirty="0">
                <a:latin typeface="Titillium Web" pitchFamily="2" charset="77"/>
              </a:rPr>
              <a:t>Proceedings of the 22nd ACM SIGKDD International Conference on Knowledge Discovery and Data Mining</a:t>
            </a:r>
            <a:r>
              <a:rPr lang="en-US" altLang="en-US" sz="700" dirty="0">
                <a:latin typeface="Titillium Web" pitchFamily="2" charset="77"/>
              </a:rPr>
              <a:t> (pp. 785–794). </a:t>
            </a:r>
            <a:r>
              <a:rPr lang="en-US" altLang="en-US" sz="700" dirty="0">
                <a:latin typeface="Titillium Web" pitchFamily="2" charset="77"/>
                <a:hlinkClick r:id="rId17"/>
              </a:rPr>
              <a:t>https://doi.org/10.1145/2939672.2939785</a:t>
            </a:r>
            <a:endParaRPr lang="en-US" altLang="en-US" sz="700" dirty="0">
              <a:solidFill>
                <a:schemeClr val="tx1"/>
              </a:solidFill>
              <a:latin typeface="Titillium Web" pitchFamily="2" charset="77"/>
            </a:endParaRPr>
          </a:p>
          <a:p>
            <a:pPr marL="457200" indent="-279400">
              <a:lnSpc>
                <a:spcPct val="115000"/>
              </a:lnSpc>
              <a:buSzPts val="800"/>
              <a:buFont typeface="Titillium Web"/>
              <a:buAutoNum type="arabicPeriod"/>
            </a:pPr>
            <a:r>
              <a:rPr lang="en-US" altLang="en-US" sz="700" dirty="0">
                <a:latin typeface="Titillium Web" pitchFamily="2" charset="77"/>
              </a:rPr>
              <a:t>Ke, G., Meng, Q., Finley, T., Wang, T., Chen, W., Ma, W., Ye, Q., &amp; Liu, T.-Y. (2017). </a:t>
            </a:r>
            <a:r>
              <a:rPr lang="en-US" altLang="en-US" sz="700" dirty="0" err="1">
                <a:latin typeface="Titillium Web" pitchFamily="2" charset="77"/>
              </a:rPr>
              <a:t>LightGBM</a:t>
            </a:r>
            <a:r>
              <a:rPr lang="en-US" altLang="en-US" sz="700" dirty="0">
                <a:latin typeface="Titillium Web" pitchFamily="2" charset="77"/>
              </a:rPr>
              <a:t>: A highly efficient gradient boosting decision tree. In </a:t>
            </a:r>
            <a:r>
              <a:rPr lang="en-US" altLang="en-US" sz="700" i="1" dirty="0">
                <a:latin typeface="Titillium Web" pitchFamily="2" charset="77"/>
              </a:rPr>
              <a:t>Advances in Neural Information Processing Systems</a:t>
            </a:r>
            <a:r>
              <a:rPr lang="en-US" altLang="en-US" sz="700" dirty="0">
                <a:latin typeface="Titillium Web" pitchFamily="2" charset="77"/>
              </a:rPr>
              <a:t> (Vol. 30, pp. 3146–3154).</a:t>
            </a:r>
            <a:endParaRPr lang="en-US" altLang="en-US" sz="700" dirty="0">
              <a:solidFill>
                <a:schemeClr val="tx1"/>
              </a:solidFill>
              <a:latin typeface="Titillium Web" pitchFamily="2" charset="77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p3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b="1"/>
              <a:t>10</a:t>
            </a:fld>
            <a:endParaRPr b="1"/>
          </a:p>
        </p:txBody>
      </p:sp>
      <p:sp>
        <p:nvSpPr>
          <p:cNvPr id="777" name="Google Shape;777;p31"/>
          <p:cNvSpPr txBox="1"/>
          <p:nvPr/>
        </p:nvSpPr>
        <p:spPr>
          <a:xfrm>
            <a:off x="625425" y="4896800"/>
            <a:ext cx="27351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>
                <a:solidFill>
                  <a:srgbClr val="4AC78F"/>
                </a:solidFill>
                <a:latin typeface="Titillium Web"/>
                <a:ea typeface="Titillium Web"/>
                <a:cs typeface="Titillium Web"/>
                <a:sym typeface="Titillium Web"/>
              </a:rPr>
              <a:t>Team 3 - Georgia Southern University - CSCI 7090 - 2026   </a:t>
            </a:r>
            <a:endParaRPr sz="600" b="1">
              <a:solidFill>
                <a:srgbClr val="4AC78F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grpSp>
        <p:nvGrpSpPr>
          <p:cNvPr id="778" name="Google Shape;778;p31"/>
          <p:cNvGrpSpPr/>
          <p:nvPr/>
        </p:nvGrpSpPr>
        <p:grpSpPr>
          <a:xfrm>
            <a:off x="8191732" y="-314459"/>
            <a:ext cx="954923" cy="1114853"/>
            <a:chOff x="7511876" y="-463868"/>
            <a:chExt cx="1627340" cy="1899886"/>
          </a:xfrm>
        </p:grpSpPr>
        <p:sp>
          <p:nvSpPr>
            <p:cNvPr id="779" name="Google Shape;779;p31"/>
            <p:cNvSpPr/>
            <p:nvPr/>
          </p:nvSpPr>
          <p:spPr>
            <a:xfrm>
              <a:off x="7511876" y="-463868"/>
              <a:ext cx="1594671" cy="1823598"/>
            </a:xfrm>
            <a:custGeom>
              <a:avLst/>
              <a:gdLst/>
              <a:ahLst/>
              <a:cxnLst/>
              <a:rect l="l" t="t" r="r" b="b"/>
              <a:pathLst>
                <a:path w="1822481" h="2084112" extrusionOk="0">
                  <a:moveTo>
                    <a:pt x="1440741" y="2089880"/>
                  </a:moveTo>
                  <a:lnTo>
                    <a:pt x="1211143" y="844745"/>
                  </a:lnTo>
                  <a:lnTo>
                    <a:pt x="1228510" y="841537"/>
                  </a:lnTo>
                  <a:lnTo>
                    <a:pt x="1458113" y="2086671"/>
                  </a:lnTo>
                  <a:close/>
                  <a:moveTo>
                    <a:pt x="1223299" y="852172"/>
                  </a:moveTo>
                  <a:lnTo>
                    <a:pt x="1826542" y="884979"/>
                  </a:lnTo>
                  <a:lnTo>
                    <a:pt x="1827511" y="867351"/>
                  </a:lnTo>
                  <a:lnTo>
                    <a:pt x="1216354" y="834115"/>
                  </a:lnTo>
                  <a:lnTo>
                    <a:pt x="583398" y="1470959"/>
                  </a:lnTo>
                  <a:lnTo>
                    <a:pt x="595919" y="1483411"/>
                  </a:lnTo>
                  <a:close/>
                  <a:moveTo>
                    <a:pt x="928194" y="1527416"/>
                  </a:moveTo>
                  <a:lnTo>
                    <a:pt x="840068" y="1238658"/>
                  </a:lnTo>
                  <a:lnTo>
                    <a:pt x="823184" y="1243816"/>
                  </a:lnTo>
                  <a:lnTo>
                    <a:pt x="911309" y="1532574"/>
                  </a:lnTo>
                  <a:close/>
                  <a:moveTo>
                    <a:pt x="1224796" y="835862"/>
                  </a:moveTo>
                  <a:lnTo>
                    <a:pt x="15015" y="5767"/>
                  </a:lnTo>
                  <a:lnTo>
                    <a:pt x="5030" y="20325"/>
                  </a:lnTo>
                  <a:lnTo>
                    <a:pt x="1214834" y="8504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53675" tIns="26825" rIns="53675" bIns="268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6"/>
                <a:buFont typeface="Arial"/>
                <a:buNone/>
              </a:pPr>
              <a:endParaRPr sz="1056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0" name="Google Shape;780;p31"/>
            <p:cNvSpPr/>
            <p:nvPr/>
          </p:nvSpPr>
          <p:spPr>
            <a:xfrm>
              <a:off x="7991308" y="121335"/>
              <a:ext cx="1147908" cy="1314683"/>
            </a:xfrm>
            <a:custGeom>
              <a:avLst/>
              <a:gdLst/>
              <a:ahLst/>
              <a:cxnLst/>
              <a:rect l="l" t="t" r="r" b="b"/>
              <a:pathLst>
                <a:path w="1311895" h="1502495" extrusionOk="0">
                  <a:moveTo>
                    <a:pt x="666806" y="348752"/>
                  </a:moveTo>
                  <a:cubicBezTo>
                    <a:pt x="572228" y="348752"/>
                    <a:pt x="495313" y="271820"/>
                    <a:pt x="495313" y="177259"/>
                  </a:cubicBezTo>
                  <a:cubicBezTo>
                    <a:pt x="495313" y="82699"/>
                    <a:pt x="572228" y="5767"/>
                    <a:pt x="666806" y="5767"/>
                  </a:cubicBezTo>
                  <a:cubicBezTo>
                    <a:pt x="761383" y="5767"/>
                    <a:pt x="838299" y="82699"/>
                    <a:pt x="838299" y="177259"/>
                  </a:cubicBezTo>
                  <a:cubicBezTo>
                    <a:pt x="838299" y="271820"/>
                    <a:pt x="761383" y="348752"/>
                    <a:pt x="666806" y="348752"/>
                  </a:cubicBezTo>
                  <a:close/>
                  <a:moveTo>
                    <a:pt x="666806" y="23429"/>
                  </a:moveTo>
                  <a:cubicBezTo>
                    <a:pt x="581982" y="23429"/>
                    <a:pt x="512975" y="92436"/>
                    <a:pt x="512975" y="177259"/>
                  </a:cubicBezTo>
                  <a:cubicBezTo>
                    <a:pt x="512975" y="262083"/>
                    <a:pt x="581982" y="331090"/>
                    <a:pt x="666806" y="331090"/>
                  </a:cubicBezTo>
                  <a:cubicBezTo>
                    <a:pt x="751630" y="331090"/>
                    <a:pt x="820637" y="262083"/>
                    <a:pt x="820637" y="177259"/>
                  </a:cubicBezTo>
                  <a:cubicBezTo>
                    <a:pt x="820637" y="92436"/>
                    <a:pt x="751630" y="23429"/>
                    <a:pt x="666806" y="23429"/>
                  </a:cubicBezTo>
                  <a:close/>
                  <a:moveTo>
                    <a:pt x="666806" y="88954"/>
                  </a:moveTo>
                  <a:cubicBezTo>
                    <a:pt x="715574" y="88954"/>
                    <a:pt x="755111" y="128491"/>
                    <a:pt x="755111" y="177259"/>
                  </a:cubicBezTo>
                  <a:cubicBezTo>
                    <a:pt x="755111" y="177259"/>
                    <a:pt x="755111" y="177265"/>
                    <a:pt x="755111" y="177265"/>
                  </a:cubicBezTo>
                  <a:cubicBezTo>
                    <a:pt x="755111" y="226034"/>
                    <a:pt x="715574" y="265571"/>
                    <a:pt x="666806" y="265571"/>
                  </a:cubicBezTo>
                  <a:cubicBezTo>
                    <a:pt x="618037" y="265576"/>
                    <a:pt x="578501" y="226039"/>
                    <a:pt x="578495" y="177271"/>
                  </a:cubicBezTo>
                  <a:cubicBezTo>
                    <a:pt x="578495" y="177271"/>
                    <a:pt x="578495" y="177265"/>
                    <a:pt x="578495" y="177265"/>
                  </a:cubicBezTo>
                  <a:cubicBezTo>
                    <a:pt x="578495" y="128491"/>
                    <a:pt x="618032" y="88954"/>
                    <a:pt x="666806" y="88954"/>
                  </a:cubicBezTo>
                  <a:close/>
                  <a:moveTo>
                    <a:pt x="49179" y="763095"/>
                  </a:moveTo>
                  <a:cubicBezTo>
                    <a:pt x="73567" y="763095"/>
                    <a:pt x="93335" y="782864"/>
                    <a:pt x="93335" y="807251"/>
                  </a:cubicBezTo>
                  <a:cubicBezTo>
                    <a:pt x="93335" y="831638"/>
                    <a:pt x="73567" y="851406"/>
                    <a:pt x="49179" y="851406"/>
                  </a:cubicBezTo>
                  <a:cubicBezTo>
                    <a:pt x="24798" y="851400"/>
                    <a:pt x="5030" y="831638"/>
                    <a:pt x="5030" y="807251"/>
                  </a:cubicBezTo>
                  <a:cubicBezTo>
                    <a:pt x="5030" y="782869"/>
                    <a:pt x="24792" y="763101"/>
                    <a:pt x="49179" y="763095"/>
                  </a:cubicBezTo>
                  <a:close/>
                  <a:moveTo>
                    <a:pt x="1272770" y="163520"/>
                  </a:moveTo>
                  <a:cubicBezTo>
                    <a:pt x="1297157" y="163520"/>
                    <a:pt x="1316919" y="183282"/>
                    <a:pt x="1316925" y="207669"/>
                  </a:cubicBezTo>
                  <a:cubicBezTo>
                    <a:pt x="1316925" y="232057"/>
                    <a:pt x="1297157" y="251825"/>
                    <a:pt x="1272770" y="251825"/>
                  </a:cubicBezTo>
                  <a:cubicBezTo>
                    <a:pt x="1248383" y="251819"/>
                    <a:pt x="1228620" y="232057"/>
                    <a:pt x="1228620" y="207669"/>
                  </a:cubicBezTo>
                  <a:cubicBezTo>
                    <a:pt x="1228620" y="183288"/>
                    <a:pt x="1248388" y="163520"/>
                    <a:pt x="1272770" y="163520"/>
                  </a:cubicBezTo>
                  <a:close/>
                  <a:moveTo>
                    <a:pt x="901880" y="1331651"/>
                  </a:moveTo>
                  <a:cubicBezTo>
                    <a:pt x="950649" y="1331651"/>
                    <a:pt x="990186" y="1371188"/>
                    <a:pt x="990186" y="1419957"/>
                  </a:cubicBezTo>
                  <a:cubicBezTo>
                    <a:pt x="990186" y="1468725"/>
                    <a:pt x="950649" y="1508262"/>
                    <a:pt x="901880" y="1508262"/>
                  </a:cubicBezTo>
                  <a:cubicBezTo>
                    <a:pt x="853112" y="1508268"/>
                    <a:pt x="813575" y="1468731"/>
                    <a:pt x="813569" y="1419963"/>
                  </a:cubicBezTo>
                  <a:cubicBezTo>
                    <a:pt x="813569" y="1419963"/>
                    <a:pt x="813569" y="1419957"/>
                    <a:pt x="813569" y="1419957"/>
                  </a:cubicBezTo>
                  <a:cubicBezTo>
                    <a:pt x="813552" y="1371188"/>
                    <a:pt x="853077" y="1331640"/>
                    <a:pt x="901846" y="1331622"/>
                  </a:cubicBezTo>
                  <a:cubicBezTo>
                    <a:pt x="901857" y="1331622"/>
                    <a:pt x="901869" y="1331622"/>
                    <a:pt x="901880" y="1331622"/>
                  </a:cubicBezTo>
                  <a:close/>
                  <a:moveTo>
                    <a:pt x="357195" y="905298"/>
                  </a:moveTo>
                  <a:cubicBezTo>
                    <a:pt x="333452" y="899745"/>
                    <a:pt x="318702" y="876002"/>
                    <a:pt x="324255" y="852259"/>
                  </a:cubicBezTo>
                  <a:cubicBezTo>
                    <a:pt x="324255" y="852253"/>
                    <a:pt x="324255" y="852253"/>
                    <a:pt x="324255" y="852253"/>
                  </a:cubicBezTo>
                  <a:cubicBezTo>
                    <a:pt x="329814" y="828510"/>
                    <a:pt x="353563" y="813767"/>
                    <a:pt x="377306" y="819314"/>
                  </a:cubicBezTo>
                  <a:cubicBezTo>
                    <a:pt x="401049" y="824866"/>
                    <a:pt x="415798" y="848609"/>
                    <a:pt x="410245" y="872352"/>
                  </a:cubicBezTo>
                  <a:cubicBezTo>
                    <a:pt x="410245" y="872358"/>
                    <a:pt x="410245" y="872358"/>
                    <a:pt x="410245" y="872358"/>
                  </a:cubicBezTo>
                  <a:cubicBezTo>
                    <a:pt x="410245" y="872451"/>
                    <a:pt x="410205" y="872538"/>
                    <a:pt x="410181" y="872625"/>
                  </a:cubicBezTo>
                  <a:cubicBezTo>
                    <a:pt x="404495" y="896223"/>
                    <a:pt x="380828" y="910804"/>
                    <a:pt x="357195" y="9052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53675" tIns="26825" rIns="53675" bIns="268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6"/>
                <a:buFont typeface="Arial"/>
                <a:buNone/>
              </a:pPr>
              <a:endParaRPr sz="1056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611921B0-A4B4-8AA8-B719-1992938421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8387" y="165720"/>
            <a:ext cx="4727225" cy="44174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achine Learning in Biostatistics - Master of Science in Biostatistics by Slidesgo">
  <a:themeElements>
    <a:clrScheme name="Simple Light">
      <a:dk1>
        <a:srgbClr val="263238"/>
      </a:dk1>
      <a:lt1>
        <a:srgbClr val="FFFFFF"/>
      </a:lt1>
      <a:dk2>
        <a:srgbClr val="F1F1F1"/>
      </a:dk2>
      <a:lt2>
        <a:srgbClr val="8F8F8F"/>
      </a:lt2>
      <a:accent1>
        <a:srgbClr val="87E8BD"/>
      </a:accent1>
      <a:accent2>
        <a:srgbClr val="9999FF"/>
      </a:accent2>
      <a:accent3>
        <a:srgbClr val="FFAB87"/>
      </a:accent3>
      <a:accent4>
        <a:srgbClr val="FFFFFF"/>
      </a:accent4>
      <a:accent5>
        <a:srgbClr val="FFFFFF"/>
      </a:accent5>
      <a:accent6>
        <a:srgbClr val="FFFFFF"/>
      </a:accent6>
      <a:hlink>
        <a:srgbClr val="26323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349</TotalTime>
  <Words>1750</Words>
  <Application>Microsoft Macintosh PowerPoint</Application>
  <PresentationFormat>On-screen Show (16:9)</PresentationFormat>
  <Paragraphs>139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Calibri</vt:lpstr>
      <vt:lpstr>Nunito Light</vt:lpstr>
      <vt:lpstr>Wingdings</vt:lpstr>
      <vt:lpstr>Asap</vt:lpstr>
      <vt:lpstr>DM Sans</vt:lpstr>
      <vt:lpstr>Arial</vt:lpstr>
      <vt:lpstr>Titillium Web</vt:lpstr>
      <vt:lpstr>Machine Learning in Biostatistics - Master of Science in Biostatistics by Slidesgo</vt:lpstr>
      <vt:lpstr>Emergency Department Wait Time Prediction: Systematic Literature Review</vt:lpstr>
      <vt:lpstr>Progress Update</vt:lpstr>
      <vt:lpstr>Research Questions</vt:lpstr>
      <vt:lpstr>Dataset  Hospital Emergency Room Visits (Kaggle, CC0)</vt:lpstr>
      <vt:lpstr>RQ1 - Answer</vt:lpstr>
      <vt:lpstr>RQ2 - Answer</vt:lpstr>
      <vt:lpstr>What Makes Our Project Different</vt:lpstr>
      <vt:lpstr>Reflections</vt:lpstr>
      <vt:lpstr>References (APA Format)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YASM�N ROC�O ORDUZ LANDAZ�BAL</cp:lastModifiedBy>
  <cp:revision>13</cp:revision>
  <dcterms:modified xsi:type="dcterms:W3CDTF">2026-04-26T22:38:54Z</dcterms:modified>
</cp:coreProperties>
</file>